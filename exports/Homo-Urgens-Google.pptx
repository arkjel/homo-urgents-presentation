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eg" ContentType="image/jpeg"/>
  <Default Extension="fntdata" ContentType="application/x-fontdata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12192000" cy="6858000"/>
  <p:notesSz cx="6858000" cy="9144000"/>
  <p:embeddedFontLst>
    <p:embeddedFont>
      <p:font typeface="Lato" pitchFamily="34" charset="0"/>
      <p:regular r:id="rId31"/>
      <p:bold r:id="rId32"/>
    </p:embeddedFont>
    <p:embeddedFont>
      <p:font typeface="Lato Black" pitchFamily="34" charset="0"/>
      <p:regular r:id="rId33"/>
    </p:embeddedFont>
  </p:embeddedFontLst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lt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theme" Target="theme/theme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ableStyles" Target="tableStyles.xml"/><Relationship Id="rId31" Type="http://schemas.openxmlformats.org/officeDocument/2006/relationships/font" Target="fonts/font1.fntdata"/><Relationship Id="rId32" Type="http://schemas.openxmlformats.org/officeDocument/2006/relationships/font" Target="fonts/font2.fntdata"/><Relationship Id="rId33" Type="http://schemas.openxmlformats.org/officeDocument/2006/relationships/font" Target="fonts/font3.fntdata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raz slajdu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</p:sp>
      <p:sp>
        <p:nvSpPr>
          <p:cNvPr id="3" name="Notatki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l-PL"/>
              <a:t>Notatki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lt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raz slajdu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tki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dirty="0"/>
              <a:t>Mam do Was pytanie: kto w ostatnich 24 godzinach pomyślał „Nie chce mi się czekać”? Na kawę, kuriera, odpowiedź na Slacku?</a:t>
            </a:r>
          </a:p>
          <a:p>
            <a:r>
              <a:rPr lang="pl-PL" dirty="0"/>
              <a:t>Albo inne pytanie: kto z Was zamówił coś, czego potrzebował właściwie już pięć minut temu?</a:t>
            </a:r>
          </a:p>
          <a:p>
            <a:r>
              <a:rPr lang="pl-PL" dirty="0"/>
              <a:t>Albo czego nie potrzebował, dopóki nie zobaczył, że może mieć to teraz.</a:t>
            </a:r>
          </a:p>
          <a:p>
            <a:r>
              <a:rPr lang="pl-PL" dirty="0"/>
              <a:t>Poznajcie Homo Urgens. Człowieka, który nie pyta już tylko: „Czego potrzebuję?”.</a:t>
            </a:r>
          </a:p>
          <a:p>
            <a:r>
              <a:rPr lang="pl-PL" dirty="0"/>
              <a:t>Pyta: „Dlaczego jeszcze tego nie mam?”.</a:t>
            </a:r>
          </a:p>
          <a:p>
            <a:r>
              <a:rPr lang="pl-PL" dirty="0"/>
              <a:t>Nie jesteście niecierpliwi. To skutek uboczny współczesnego świata.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raz slajdu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tki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dirty="0"/>
              <a:t>W decyzjach zakupowych pojawiają się trzy prośby: pokaż mi coś przydatnego, pomóż zdecydować i upewnij mnie, że dobrze wybieram.</a:t>
            </a:r>
          </a:p>
          <a:p>
            <a:r>
              <a:rPr lang="pl-PL" dirty="0"/>
              <a:t>Brzmi prosto. Ale jest jeden haczyk.</a:t>
            </a:r>
          </a:p>
          <a:p>
            <a:r>
              <a:rPr lang="pl-PL" dirty="0"/>
              <a:t>Konsument nie ma obowiązku realizować Waszej strategii marketingowej.</a:t>
            </a:r>
          </a:p>
          <a:p>
            <a:r>
              <a:rPr lang="pl-PL" dirty="0"/>
              <a:t>Ma swoje życie, swoje potrzeby i swój moment decyzji.</a:t>
            </a:r>
          </a:p>
          <a:p>
            <a:r>
              <a:rPr lang="pl-PL" dirty="0"/>
              <a:t>A czasami konsumenci mają gości w drodze i zero czasu na historię marki od 1987 roku.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raz slajdu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tki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dirty="0"/>
              <a:t>Osiemdziesiąt siedem procent.</a:t>
            </a:r>
          </a:p>
          <a:p>
            <a:r>
              <a:rPr lang="pl-PL" dirty="0"/>
              <a:t>Jesteśmy prawie na miejscu.</a:t>
            </a:r>
          </a:p>
          <a:p>
            <a:r>
              <a:rPr lang="pl-PL" dirty="0"/>
              <a:t>To zdanie mówi sobie każdy, kto odświeża aplikację z dostawą.</a:t>
            </a:r>
          </a:p>
          <a:p>
            <a:r>
              <a:rPr lang="pl-PL" dirty="0"/>
              <a:t>I każdy, kto widzi, że prezentacja zaraz się zacznie.</a:t>
            </a:r>
          </a:p>
          <a:p>
            <a:r>
              <a:rPr lang="pl-PL" dirty="0"/>
              <a:t>[Pauza.]</a:t>
            </a:r>
          </a:p>
          <a:p>
            <a:r>
              <a:rPr lang="pl-PL" dirty="0"/>
              <a:t>Zaraz, czyli kiedy?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raz slajdu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tki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dirty="0"/>
              <a:t>Dziewięćdziesiąt dziewięć procent.</a:t>
            </a:r>
          </a:p>
          <a:p>
            <a:r>
              <a:rPr lang="pl-PL" dirty="0"/>
              <a:t>[Dajcie ekranowi chwilę. Nie zagadujcie ciszy.]</a:t>
            </a:r>
          </a:p>
          <a:p>
            <a:r>
              <a:rPr lang="pl-PL" dirty="0"/>
              <a:t>Czyli najbardziej frustrujący moment na świecie.</a:t>
            </a:r>
          </a:p>
          <a:p>
            <a:r>
              <a:rPr lang="pl-PL" dirty="0"/>
              <a:t>Bo już prawie…</a:t>
            </a:r>
          </a:p>
          <a:p>
            <a:r>
              <a:rPr lang="pl-PL" dirty="0"/>
              <a:t>…ale jeszcze nie.</a:t>
            </a:r>
          </a:p>
          <a:p>
            <a:r>
              <a:rPr lang="pl-PL" dirty="0"/>
              <a:t>[Krótka pauza, potem dynamiczne przejście.]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raz slajdu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tki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dirty="0"/>
              <a:t>Witajcie w trybie TERAZ.</a:t>
            </a:r>
          </a:p>
          <a:p>
            <a:r>
              <a:rPr lang="pl-PL" dirty="0"/>
              <a:t>Tutaj cierpliwość ma krótszy czas życia niż banan w biurze w poniedziałek.</a:t>
            </a:r>
          </a:p>
          <a:p>
            <a:r>
              <a:rPr lang="pl-PL" dirty="0"/>
              <a:t>Potrzeba pojawia się szybciej niż plan marketingowy przechodzi trzy rundy akceptacji.</a:t>
            </a:r>
          </a:p>
          <a:p>
            <a:r>
              <a:rPr lang="pl-PL" dirty="0"/>
              <a:t>Nie będziemy Was przekonywać, że chcemy mieć wszystko na już. Chcemy pokazać, co to oznacza dla marek.</a:t>
            </a:r>
          </a:p>
          <a:p>
            <a:r>
              <a:rPr lang="pl-PL" dirty="0"/>
              <a:t>Bo najciekawsze nie jest to, jak szybko konsument chce coś dostać. Tylko co może zrobić marka, kiedy trafia na jego drodze dokładnie wtedy, kiedy jest mu potrzebna. I dlaczego w takim momencie liczy się nie tylko to, co komunikujesz.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raz slajdu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tki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dirty="0"/>
              <a:t>AKT II. JAK POWSTAJE HOMO URGENS?</a:t>
            </a:r>
          </a:p>
          <a:p>
            <a:r>
              <a:rPr lang="pl-PL" dirty="0"/>
              <a:t>Kiedyś był sklep w okolicy, z określonymi godzinami i asortymentem. Jeśli czegoś nie było — to nie było.</a:t>
            </a:r>
          </a:p>
          <a:p>
            <a:r>
              <a:rPr lang="pl-PL" dirty="0"/>
              <a:t>A jeśli czegoś nie było?</a:t>
            </a:r>
          </a:p>
          <a:p>
            <a:r>
              <a:rPr lang="pl-PL" dirty="0"/>
              <a:t>Brutalne. Ale przynajmniej nikt nie pokazywał mi czterdziestu siedmiu alternatyw.</a:t>
            </a:r>
          </a:p>
          <a:p>
            <a:r>
              <a:rPr lang="pl-PL" dirty="0"/>
              <a:t>Dziś w telefonie mamy wiele sklepów i możliwości. Zmienił się moment, w którym marka może wejść do gry.</a:t>
            </a:r>
          </a:p>
          <a:p>
            <a:r>
              <a:rPr lang="pl-PL" dirty="0"/>
              <a:t>Potrzeba pojawia się o 21:25 i nikt nie mówi: „Przepraszamy, proszę wrócić jutro w godzinach otwarcia”.</a:t>
            </a:r>
          </a:p>
          <a:p>
            <a:r>
              <a:rPr lang="pl-PL" dirty="0"/>
              <a:t>Kiedyś szłam do sklepu i szukałam produktu.</a:t>
            </a:r>
          </a:p>
          <a:p>
            <a:r>
              <a:rPr lang="pl-PL" dirty="0"/>
              <a:t>Dzisiaj otwieram aplikację…</a:t>
            </a:r>
          </a:p>
          <a:p>
            <a:r>
              <a:rPr lang="pl-PL" dirty="0"/>
              <a:t>…i produkt może znaleźć mnie.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raz slajdu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tki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dirty="0"/>
              <a:t>Według badania Inquiry i Glovo 78% badanych chce produktu lub usługi wtedy, kiedy ich potrzebuje.</a:t>
            </a:r>
          </a:p>
          <a:p>
            <a:r>
              <a:rPr lang="pl-PL" dirty="0"/>
              <a:t>Czyli niekoniecznie wtedy, kiedy marka ma zaplanowaną kampanię.</a:t>
            </a:r>
          </a:p>
          <a:p>
            <a:r>
              <a:rPr lang="pl-PL" dirty="0"/>
              <a:t>I zdecydowanie nie wtedy, kiedy wreszcie skończyliście prezentację strategii.</a:t>
            </a:r>
          </a:p>
          <a:p>
            <a:r>
              <a:rPr lang="pl-PL" dirty="0"/>
              <a:t>Dla marki pytanie brzmi więc nie tylko „jak dotrzeć?”, ale „kiedy naprawdę mogę się przydać?”.</a:t>
            </a:r>
          </a:p>
          <a:p>
            <a:r>
              <a:rPr lang="pl-PL" dirty="0"/>
              <a:t>A komunikat w złym momencie jest jak reklama parasoli, kiedy siedzisz na Malediwach. Ładna. Ale co ja mam z nią zrobić?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raz slajdu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tki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dirty="0"/>
              <a:t>Homo Urgens to nie nowy gatunek. Każdy z nas ma momenty, gdy potrzeba pojawia się nagle…</a:t>
            </a:r>
          </a:p>
          <a:p>
            <a:r>
              <a:rPr lang="pl-PL" dirty="0"/>
              <a:t>…i jednocześnie brakuje czasu albo możliwości, żeby załatwić ją tradycyjnie.</a:t>
            </a:r>
          </a:p>
          <a:p>
            <a:r>
              <a:rPr lang="pl-PL" dirty="0"/>
              <a:t>To połączenie uruchamia tryb TERAZ.</a:t>
            </a:r>
          </a:p>
          <a:p>
            <a:r>
              <a:rPr lang="pl-PL" dirty="0"/>
              <a:t>U mnie na przykład uruchamia go zdanie: „Kochanie, znajomi będą za dwadzieścia minut”.</a:t>
            </a:r>
          </a:p>
          <a:p>
            <a:r>
              <a:rPr lang="pl-PL" dirty="0"/>
              <a:t>I właśnie tu zaczyna się nasz zakupowy thriller.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raz slajdu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tki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dirty="0"/>
              <a:t>AKT III. ZAKUPOWY THRILLER</a:t>
            </a:r>
          </a:p>
          <a:p>
            <a:r>
              <a:rPr lang="pl-PL" dirty="0"/>
              <a:t>Sobota. Godzina wieczorna. Telefon.</a:t>
            </a:r>
          </a:p>
          <a:p>
            <a:r>
              <a:rPr lang="pl-PL" dirty="0"/>
              <a:t>Ten uśmiech na końcu wiadomości jest niesamowity.</a:t>
            </a:r>
          </a:p>
          <a:p>
            <a:r>
              <a:rPr lang="pl-PL" dirty="0"/>
              <a:t>[Możecie odegrać krótki dialog, jakby Joanna czytała wiadomość.]</a:t>
            </a:r>
          </a:p>
          <a:p>
            <a:r>
              <a:rPr lang="pl-PL" dirty="0"/>
              <a:t>„Będziemy za dwadzieścia minut 😊”.</a:t>
            </a:r>
          </a:p>
          <a:p>
            <a:r>
              <a:rPr lang="pl-PL" dirty="0"/>
              <a:t>Tak. Bo jedna osoba wysyła emotkę, a druga właśnie przeżywa kryzys logistyczny.</a:t>
            </a:r>
          </a:p>
          <a:p>
            <a:r>
              <a:rPr lang="pl-PL" dirty="0"/>
              <a:t>Goście w drodze, plan zakupowy nie istnieje. A w lodówce?</a:t>
            </a:r>
          </a:p>
          <a:p>
            <a:r>
              <a:rPr lang="pl-PL" dirty="0"/>
              <a:t>Światło.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raz slajdu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tki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dirty="0"/>
              <a:t>I pół cytryny, która widziała więcej niż niejeden świadek koronny.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raz slajdu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tki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dirty="0"/>
              <a:t>To nie jest moment na długą historię marki.</a:t>
            </a:r>
          </a:p>
          <a:p>
            <a:r>
              <a:rPr lang="pl-PL" dirty="0"/>
              <a:t>Nie chcę wiedzieć, że czekolada jest owocem pasji, tradycji i starannie wyselekcjonowanych ziaren.</a:t>
            </a:r>
          </a:p>
          <a:p>
            <a:r>
              <a:rPr lang="pl-PL" dirty="0"/>
              <a:t>Chcę przekąsek.</a:t>
            </a:r>
          </a:p>
          <a:p>
            <a:r>
              <a:rPr lang="pl-PL" dirty="0"/>
              <a:t>Chcę napojów.</a:t>
            </a:r>
          </a:p>
          <a:p>
            <a:r>
              <a:rPr lang="pl-PL" dirty="0"/>
              <a:t>Chcę czegoś słodkiego, zanim ktoś zapyta, czy może pomóc.</a:t>
            </a:r>
          </a:p>
          <a:p>
            <a:r>
              <a:rPr lang="pl-PL" dirty="0"/>
              <a:t>Krótko mówiąc: nie mam czasu się w Tobie zakochać. Mam czas wybrać Cię z półki.</a:t>
            </a:r>
          </a:p>
          <a:p>
            <a:r>
              <a:rPr lang="pl-PL" dirty="0"/>
              <a:t>W trybie TERAZ potrzeba jest konkretna, czasu mało — komunikacja musi do tego pasować.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raz slajdu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tki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dirty="0"/>
              <a:t>Wyobraźcie sobie markę: „Mam świetny launch, awareness i brand purpose!”.</a:t>
            </a:r>
          </a:p>
          <a:p>
            <a:r>
              <a:rPr lang="pl-PL" dirty="0"/>
              <a:t>A ja mam gości za dwadzieścia minut. Potrzebuję czegoś słodkiego.</a:t>
            </a:r>
          </a:p>
          <a:p>
            <a:r>
              <a:rPr lang="pl-PL" dirty="0"/>
              <a:t>Mój purpose to nie podać gościom samych oliwek.</a:t>
            </a:r>
          </a:p>
          <a:p>
            <a:r>
              <a:rPr lang="pl-PL" dirty="0"/>
              <a:t>Marka ma swój plan. Konsument ma swój plan. Problem zaczyna się wtedy, kiedy marka chce opowiadać o sobie, a konsument próbuje rozwiązać swój problem.</a:t>
            </a:r>
          </a:p>
          <a:p>
            <a:r>
              <a:rPr lang="pl-PL" dirty="0"/>
              <a:t>Retail media może połączyć plan marki z realnym momentem zakupowym konsumenta.</a:t>
            </a:r>
          </a:p>
          <a:p>
            <a:r>
              <a:rPr lang="pl-PL" dirty="0"/>
              <a:t>Nie musisz przerywać mojego życia, żeby zwrócić moją uwagę.</a:t>
            </a:r>
          </a:p>
          <a:p>
            <a:r>
              <a:rPr lang="pl-PL" dirty="0"/>
              <a:t>Możesz pomóc mi zrobić to, co i tak chcę zrobić.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raz slajdu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tki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dirty="0"/>
              <a:t>Okej. Potrzebuję czekolady. To wiem.</a:t>
            </a:r>
          </a:p>
          <a:p>
            <a:r>
              <a:rPr lang="pl-PL" dirty="0"/>
              <a:t>Potrzeba jest zdefiniowana, ale marka jeszcze nie.</a:t>
            </a:r>
          </a:p>
          <a:p>
            <a:r>
              <a:rPr lang="pl-PL" dirty="0"/>
              <a:t>Ale czy chcę mleczną, gorzką, z orzechami, z karmelem?</a:t>
            </a:r>
          </a:p>
          <a:p>
            <a:r>
              <a:rPr lang="pl-PL" dirty="0"/>
              <a:t>I czy w ogóle mam ulubioną markę?</a:t>
            </a:r>
          </a:p>
          <a:p>
            <a:r>
              <a:rPr lang="pl-PL" dirty="0"/>
              <a:t>Bo wbrew temu, co czasem zakładają marketerzy, znajomość kategorii nie oznacza automatycznie znajomości konkretnej marki.</a:t>
            </a:r>
          </a:p>
          <a:p>
            <a:r>
              <a:rPr lang="pl-PL" dirty="0"/>
              <a:t>To dla marki ważny moment — wybór dopiero się kształtuje.</a:t>
            </a:r>
          </a:p>
          <a:p>
            <a:r>
              <a:rPr lang="pl-PL" dirty="0"/>
              <a:t>Produkt mam już w głowie.</a:t>
            </a:r>
          </a:p>
          <a:p>
            <a:r>
              <a:rPr lang="pl-PL" dirty="0"/>
              <a:t>Ale marka nadal ma szansę wejść do rozważania.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raz slajdu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tki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dirty="0"/>
              <a:t>W badaniu 55% użytkowników q-commerce deklaruje, że zawsze lub często wybiera konkretny produkt lub markę podczas przeglądania aplikacji.</a:t>
            </a:r>
          </a:p>
          <a:p>
            <a:r>
              <a:rPr lang="pl-PL" dirty="0"/>
              <a:t>To oznacza, że możesz wejść do aplikacji z jasną potrzebą i wciąż nie mieć wybranej marki. Widać to też w wyszukiwarce — przykład czekolady użytkownicy najczęściej wpisują ogólną frazę „czekolada”, zamiast szukać konkretnej marki. Można więc wiedzieć, czego się chce, ale dopiero na ekranie zdecydować, co dokładnie wybrać.</a:t>
            </a:r>
          </a:p>
          <a:p>
            <a:r>
              <a:rPr lang="pl-PL" dirty="0"/>
              <a:t>A więc aplikacja to nie tylko miejsce realizacji decyzji, ale także jej podejmowania.</a:t>
            </a:r>
          </a:p>
          <a:p>
            <a:r>
              <a:rPr lang="pl-PL" dirty="0"/>
              <a:t>Dobra. Otwieram aplikację. Niech wygra najlepszy.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raz slajdu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tki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dirty="0"/>
              <a:t>AKT IV. CZTERY RUCHY, KTÓRE ZMIENIAJĄ DECYZJĘ</a:t>
            </a:r>
          </a:p>
          <a:p>
            <a:r>
              <a:rPr lang="pl-PL" dirty="0"/>
              <a:t>Otwieram aplikację. I co widzę?</a:t>
            </a:r>
          </a:p>
          <a:p>
            <a:r>
              <a:rPr lang="pl-PL" dirty="0"/>
              <a:t>Banner: „Spotkanie ze znajomymi? Napoje i przekąski w jednym miejscu”.</a:t>
            </a:r>
          </a:p>
          <a:p>
            <a:r>
              <a:rPr lang="pl-PL" dirty="0"/>
              <a:t>I nagle ktoś rozumie moją sytuację.</a:t>
            </a:r>
          </a:p>
          <a:p>
            <a:r>
              <a:rPr lang="pl-PL" dirty="0"/>
              <a:t>To pierwszy moment: marka może pomóc zacząć.</a:t>
            </a:r>
          </a:p>
          <a:p>
            <a:r>
              <a:rPr lang="pl-PL" dirty="0"/>
              <a:t>Zwróć uwagę: ja nie wpisałam jeszcze nazwy produktu. Nie wiem nawet, od czego zacząć.</a:t>
            </a:r>
          </a:p>
          <a:p>
            <a:r>
              <a:rPr lang="pl-PL" dirty="0"/>
              <a:t>Banner może skierować do kategorii albo zestawu produktów — zamiast krzyczeć „kup mnie”, podpowiedzieć właściwy kierunek.</a:t>
            </a:r>
          </a:p>
          <a:p>
            <a:r>
              <a:rPr lang="pl-PL" dirty="0"/>
              <a:t>Tylko nie mów do mnie: „Hej, chyba wiem, czego teraz potrzebujesz”, jeśli sprzedajesz mi karmę dla kota, a ja nie mam kota.</a:t>
            </a:r>
          </a:p>
          <a:p>
            <a:r>
              <a:rPr lang="pl-PL" dirty="0"/>
              <a:t>Klucz to trafność komunikatu do potrzeby.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raz slajdu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tki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dirty="0"/>
              <a:t>Dobra, klikam. Wpisuję: przekąski.</a:t>
            </a:r>
          </a:p>
          <a:p>
            <a:r>
              <a:rPr lang="pl-PL" dirty="0"/>
              <a:t>Nie nazwę marki. Nie konkretny produkt. Kategorię.</a:t>
            </a:r>
          </a:p>
          <a:p>
            <a:r>
              <a:rPr lang="pl-PL" dirty="0"/>
              <a:t>Bo jeszcze nie wiem, na co mam ochotę. Wiem tylko, że moi goście nie przyjdą po to, żeby patrzeć na pusty stół.</a:t>
            </a:r>
          </a:p>
          <a:p>
            <a:r>
              <a:rPr lang="pl-PL" dirty="0"/>
              <a:t>Produkt sponsorowany może odpowiedzieć na takie zapytanie.</a:t>
            </a:r>
          </a:p>
          <a:p>
            <a:r>
              <a:rPr lang="pl-PL" dirty="0"/>
              <a:t>Nachosy, chipsy, paluszki, popcorn. Dobra, zaczyna się robić poważnie.</a:t>
            </a:r>
          </a:p>
          <a:p>
            <a:r>
              <a:rPr lang="pl-PL" dirty="0"/>
              <a:t>Dla marki to szansa pojawienia się wśród rozważanych produktów.</a:t>
            </a:r>
          </a:p>
          <a:p>
            <a:r>
              <a:rPr lang="pl-PL" dirty="0"/>
              <a:t>Z perspektywy konsumentki — żeby nie musieć przekopywać całego internetu, żeby znaleźć paczkę chipsów.</a:t>
            </a:r>
          </a:p>
          <a:p>
            <a:r>
              <a:rPr lang="pl-PL" dirty="0"/>
              <a:t>Nie chodzi o samą widoczność, tylko o widoczność we właściwym momencie.</a:t>
            </a:r>
          </a:p>
          <a:p>
            <a:r>
              <a:rPr lang="pl-PL" dirty="0"/>
              <a:t>Zwłaszcza jeśli jestem na ekranie, a Ty jesteś na ekranie obok, i obie jesteśmy równie nieprzydatne.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raz slajdu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tki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dirty="0"/>
              <a:t>No dobra. Cztery czekolady. Orzechy, gorzka, mleczna, karmel.</a:t>
            </a:r>
          </a:p>
          <a:p>
            <a:r>
              <a:rPr lang="pl-PL" dirty="0"/>
              <a:t>I nie chcę już tylko wiedzieć, że czekolada istnieje. To akurat wiem od dzieciństwa.</a:t>
            </a:r>
          </a:p>
          <a:p>
            <a:r>
              <a:rPr lang="pl-PL" dirty="0"/>
              <a:t>Tu liczą się wariant, gramatura i cena.</a:t>
            </a:r>
          </a:p>
          <a:p>
            <a:r>
              <a:rPr lang="pl-PL" dirty="0"/>
              <a:t>Bo nie chcę podejmować śledztwa zakupowego.</a:t>
            </a:r>
          </a:p>
          <a:p>
            <a:r>
              <a:rPr lang="pl-PL" dirty="0"/>
              <a:t>Produkt sponsorowany może wejść do wyboru, ale musi dać konkretny powód, by go wybrać.</a:t>
            </a:r>
          </a:p>
          <a:p>
            <a:r>
              <a:rPr lang="pl-PL" dirty="0"/>
              <a:t>Ja wybieram czekoladę z orzechami.</a:t>
            </a:r>
          </a:p>
          <a:p>
            <a:r>
              <a:rPr lang="pl-PL" dirty="0"/>
              <a:t>I marka właśnie znalazła miejsce w koszyku.</a:t>
            </a:r>
          </a:p>
          <a:p>
            <a:r>
              <a:rPr lang="pl-PL" dirty="0"/>
              <a:t>A ja dostałam poczucie, że panuję nad sytuacją.</a:t>
            </a:r>
          </a:p>
          <a:p>
            <a:r>
              <a:rPr lang="pl-PL" dirty="0"/>
              <a:t>To poczucie potrwa jakieś trzy sekundy.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raz slajdu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tki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dirty="0"/>
              <a:t>Nachosy są. Lemoniada jest. Czekolada jest.</a:t>
            </a:r>
          </a:p>
          <a:p>
            <a:r>
              <a:rPr lang="pl-PL" dirty="0"/>
              <a:t>Czyli plan prawie zrealizowany.</a:t>
            </a:r>
          </a:p>
          <a:p>
            <a:r>
              <a:rPr lang="pl-PL" dirty="0"/>
              <a:t>Prawie. Bo patrzę na nachosy i myślę: czegoś brakuje.</a:t>
            </a:r>
          </a:p>
          <a:p>
            <a:r>
              <a:rPr lang="pl-PL" dirty="0"/>
              <a:t>Dip!</a:t>
            </a:r>
          </a:p>
          <a:p>
            <a:r>
              <a:rPr lang="pl-PL" dirty="0"/>
              <a:t>W tym miejscu może pojawić się rekomendacja przy koszyku.</a:t>
            </a:r>
          </a:p>
          <a:p>
            <a:r>
              <a:rPr lang="pl-PL" dirty="0"/>
              <a:t>Nie szukałam dipu. Nie wpisywałam dipu. Ale pasuje do tego, co już mam.</a:t>
            </a:r>
          </a:p>
          <a:p>
            <a:r>
              <a:rPr lang="pl-PL" dirty="0"/>
              <a:t>To pomoc w uzupełnieniu zakupów, bez przekonywania do zmiany całego życia.</a:t>
            </a:r>
          </a:p>
          <a:p>
            <a:r>
              <a:rPr lang="pl-PL" dirty="0"/>
              <a:t>I tu jest subtelna różnica między przypadkowym dodatkowym produktem a trafną rekomendacją.</a:t>
            </a:r>
          </a:p>
          <a:p>
            <a:r>
              <a:rPr lang="pl-PL" dirty="0"/>
              <a:t>Drugie rozwiązuje problem, którego nawet nie zdążyłam nazwać.</a:t>
            </a:r>
          </a:p>
          <a:p>
            <a:r>
              <a:rPr lang="pl-PL" dirty="0"/>
              <a:t>Pod warunkiem, że propozycja pasuje do kontekstu.</a:t>
            </a:r>
          </a:p>
          <a:p>
            <a:r>
              <a:rPr lang="pl-PL" dirty="0"/>
              <a:t>Bo gdybym do nachosów dostała rekomendację… żelazka, to byłby już inny rodzaj thrillera.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raz slajdu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tki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dirty="0"/>
              <a:t>AKT V. CO TO OZNACZA DLA MARKETERÓW?</a:t>
            </a:r>
          </a:p>
          <a:p>
            <a:r>
              <a:rPr lang="pl-PL" dirty="0"/>
              <a:t>W tej historii są trzy pytania. Pierwsze: „Od czego zacząć?” — pomaga banner.</a:t>
            </a:r>
          </a:p>
          <a:p>
            <a:r>
              <a:rPr lang="pl-PL" dirty="0"/>
              <a:t>Po drugie: „Które kupić?”.</a:t>
            </a:r>
          </a:p>
          <a:p>
            <a:r>
              <a:rPr lang="pl-PL" dirty="0"/>
              <a:t>Produkt sponsorowany, który może pomóc marce znaleźć się wśród rozważanych opcji, a packshot, wariant i cena ułatwiają porównanie.</a:t>
            </a:r>
          </a:p>
          <a:p>
            <a:r>
              <a:rPr lang="pl-PL" dirty="0"/>
              <a:t>Trzecie: „O czym zapomniałam?” — tu pomaga rekomendacja przy koszyku.</a:t>
            </a:r>
          </a:p>
          <a:p>
            <a:r>
              <a:rPr lang="pl-PL" dirty="0"/>
              <a:t>I tu jest sedno: nie każdy format powinien robić wszystko.</a:t>
            </a:r>
          </a:p>
          <a:p>
            <a:r>
              <a:rPr lang="pl-PL" dirty="0"/>
              <a:t>Banner nie musi zamykać całej sprzedaży. Produkt sponsorowany nie musi opowiadać całej historii marki.</a:t>
            </a:r>
          </a:p>
          <a:p>
            <a:r>
              <a:rPr lang="pl-PL" dirty="0"/>
              <a:t>A rekomendacja nie musi zaczynać od zera.</a:t>
            </a:r>
          </a:p>
          <a:p>
            <a:r>
              <a:rPr lang="pl-PL" dirty="0"/>
              <a:t>Każdy format powinien robić swoją robotę w odpowiednim momencie.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raz slajdu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tki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dirty="0"/>
              <a:t>Według badania 48% użytkowników q-commerce deklaruje, że dopasowane rekomendacje pomagają szybciej znaleźć produkt.</a:t>
            </a:r>
          </a:p>
          <a:p>
            <a:r>
              <a:rPr lang="pl-PL" dirty="0"/>
              <a:t>I to jest piękne, bo ja nie otwieram aplikacji po to, żeby podziwiać jej interfejs.</a:t>
            </a:r>
          </a:p>
          <a:p>
            <a:r>
              <a:rPr lang="pl-PL" dirty="0"/>
              <a:t>Otwieram ją, żeby coś załatwić.</a:t>
            </a:r>
          </a:p>
          <a:p>
            <a:r>
              <a:rPr lang="pl-PL" dirty="0"/>
              <a:t>Nie chcę więcej bodźców. Chcę mniej tarcia.</a:t>
            </a:r>
          </a:p>
          <a:p>
            <a:r>
              <a:rPr lang="pl-PL" dirty="0"/>
              <a:t>Właściwy kontekst to to, co konsument robi TERAZ.</a:t>
            </a:r>
          </a:p>
          <a:p>
            <a:r>
              <a:rPr lang="pl-PL" dirty="0"/>
              <a:t>Nie temu, co robił trzy tygodnie temu. Nie temu, co według naszej strategii powinien robić.</a:t>
            </a:r>
          </a:p>
          <a:p>
            <a:r>
              <a:rPr lang="pl-PL" dirty="0"/>
              <a:t>Liczy się decyzja, którą podejmuje właśnie w tej chwili.</a:t>
            </a:r>
          </a:p>
          <a:p>
            <a:r>
              <a:rPr lang="pl-PL" dirty="0"/>
              <a:t>Bo marketing, który pomaga, jest dużo ciekawszy niż marketing, który tylko chce być zauważony.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raz slajdu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tki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dirty="0"/>
              <a:t>Zostawię Was z trzema zasadami.</a:t>
            </a:r>
          </a:p>
          <a:p>
            <a:r>
              <a:rPr lang="pl-PL" dirty="0"/>
              <a:t>Pierwsza: zacznij od potrzeby, nie tylko od briefu.</a:t>
            </a:r>
          </a:p>
          <a:p>
            <a:r>
              <a:rPr lang="pl-PL" dirty="0"/>
              <a:t>Zanim zapytasz, gdzie umieścić produkt, zastanów się, jaki problem konsument próbuje rozwiązać.</a:t>
            </a:r>
          </a:p>
          <a:p>
            <a:r>
              <a:rPr lang="pl-PL" dirty="0"/>
              <a:t>Druga: daj marce miejsce w realnym wyborze, nie tylko na ekranie.</a:t>
            </a:r>
          </a:p>
          <a:p>
            <a:r>
              <a:rPr lang="pl-PL" dirty="0"/>
              <a:t>Trzecia: sprawdzaj, co dzieje się z wyborem.</a:t>
            </a:r>
          </a:p>
          <a:p>
            <a:r>
              <a:rPr lang="pl-PL" dirty="0"/>
              <a:t>Bo wyświetlenie jest początkiem pomiaru, a nie odpowiedzią na wszystkie pytania o skuteczność.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raz slajdu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tki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dirty="0"/>
              <a:t>AKT VI. FINAŁ — DZWONEK DO DRZWI</a:t>
            </a:r>
          </a:p>
          <a:p>
            <a:r>
              <a:rPr lang="pl-PL" dirty="0"/>
              <a:t>Dzwonek do drzwi.</a:t>
            </a:r>
          </a:p>
          <a:p>
            <a:r>
              <a:rPr lang="pl-PL" dirty="0"/>
              <a:t>Goście są. Nachosy są. Czekolada jest. Dip też.</a:t>
            </a:r>
          </a:p>
          <a:p>
            <a:r>
              <a:rPr lang="pl-PL" dirty="0"/>
              <a:t>A marka?</a:t>
            </a:r>
          </a:p>
          <a:p>
            <a:r>
              <a:rPr lang="pl-PL" dirty="0"/>
              <a:t>Marka dostała miejsce przy stole.</a:t>
            </a:r>
          </a:p>
          <a:p>
            <a:r>
              <a:rPr lang="pl-PL" dirty="0"/>
              <a:t>Nie dlatego, że krzyczała najgłośniej, tylko dlatego, że pomogła w odpowiednim momencie.</a:t>
            </a:r>
          </a:p>
          <a:p>
            <a:r>
              <a:rPr lang="pl-PL" dirty="0"/>
              <a:t>I to jest najciekawsza rola marketingu: nie być kolejną rzeczą, którą muszę obsłużyć.</a:t>
            </a:r>
          </a:p>
          <a:p>
            <a:r>
              <a:rPr lang="pl-PL" dirty="0"/>
              <a:t>Ale być czymś, co ułatwia mi życie.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raz slajdu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tki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dirty="0"/>
              <a:t>Homo Urgens nie oznacza utraty cierpliwości — to świat, w którym potrzeba pojawia się w dowolnej chwili.</a:t>
            </a:r>
          </a:p>
          <a:p>
            <a:r>
              <a:rPr lang="pl-PL" dirty="0"/>
              <a:t>To szansa, żeby inaczej pomyśleć o obecności marki.</a:t>
            </a:r>
          </a:p>
          <a:p>
            <a:r>
              <a:rPr lang="pl-PL" dirty="0"/>
              <a:t>Nie tylko: jak przyciągnąć uwagę?</a:t>
            </a:r>
          </a:p>
          <a:p>
            <a:r>
              <a:rPr lang="pl-PL" dirty="0"/>
              <a:t>Ale: jak pomóc w decyzji?</a:t>
            </a:r>
          </a:p>
          <a:p>
            <a:r>
              <a:rPr lang="pl-PL" dirty="0"/>
              <a:t>Nie tylko „jak wyświetlić produkt?”, ale „kiedy naprawdę ma sens?”.</a:t>
            </a:r>
          </a:p>
          <a:p>
            <a:r>
              <a:rPr lang="pl-PL" dirty="0"/>
              <a:t>Bo w świecie Homo Urgens…</a:t>
            </a:r>
          </a:p>
          <a:p>
            <a:r>
              <a:rPr lang="pl-PL" dirty="0"/>
              <a:t>…konsument nie czeka na naszą kampanię. To my musimy być gotowi, kiedy pojawi się jego potrzeba.</a:t>
            </a:r>
          </a:p>
          <a:p>
            <a:r>
              <a:rPr lang="pl-PL" dirty="0"/>
              <a:t>Dlatego jako marketerzy powinniśmy zadać sobie inne pytanie.</a:t>
            </a:r>
          </a:p>
          <a:p>
            <a:r>
              <a:rPr lang="pl-PL" dirty="0"/>
              <a:t>Retail media to szansa spotkania konsumenta w momencie poszukiwania i wyboru.</a:t>
            </a:r>
          </a:p>
          <a:p>
            <a:r>
              <a:rPr lang="pl-PL" dirty="0"/>
              <a:t>Nie tylko: „Jak dotrzeć do konsumenta?”.</a:t>
            </a:r>
          </a:p>
          <a:p>
            <a:r>
              <a:rPr lang="pl-PL" dirty="0"/>
              <a:t>Ale: „Jak sprawić, żeby w świecie Homo Urgens to właśnie nasza marka była odpowiedzią na jego potrzebę?”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raz slajdu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tki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dirty="0"/>
              <a:t>[Koniec scenariusza.]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marL="0" algn="l" defTabSz="914400" rtl="0" eaLnBrk="1" latinLnBrk="0" hangingPunct="1">
        <a:lnSpc>
          <a:spcPct val="100000"/>
        </a:lnSpc>
        <a:spcBef>
          <a:spcPts val="0"/>
        </a:spcBef>
        <a:buNone/>
        <a:defRPr sz="4400" kern="1200">
          <a:solidFill>
            <a:schemeClr val="tx1"/>
          </a:solidFill>
          <a:latin typeface="+mj-lt"/>
          <a:ea typeface="+mn-ea"/>
          <a:cs typeface="+mj-lt"/>
        </a:defRPr>
      </a:lvl1pPr>
    </p:titleStyle>
    <p:bodyStyle>
      <a:lvl1pPr marL="0" algn="l" defTabSz="914400" rtl="0" eaLnBrk="1" latinLnBrk="0" hangingPunct="1">
        <a:lnSpc>
          <a:spcPct val="100000"/>
        </a:lnSpc>
        <a:spcBef>
          <a:spcPts val="0"/>
        </a:spcBef>
        <a:buNone/>
        <a:defRPr sz="2800" kern="1200">
          <a:solidFill>
            <a:schemeClr val="tx1"/>
          </a:solidFill>
          <a:latin typeface="+mn-lt"/>
          <a:ea typeface="+mn-ea"/>
          <a:cs typeface="+mn-lt"/>
        </a:defRPr>
      </a:lvl1pPr>
    </p:bodyStyle>
    <p:otherStyle>
      <a:lvl1pPr marL="0" algn="l" defTabSz="914400" rtl="0" eaLnBrk="1" latinLnBrk="0" hangingPunct="1">
        <a:lnSpc>
          <a:spcPct val="100000"/>
        </a:lnSpc>
        <a:spcBef>
          <a:spcPts val="0"/>
        </a:spcBef>
        <a:buNone/>
        <a:defRPr sz="1800" kern="1200">
          <a:solidFill>
            <a:schemeClr val="tx1"/>
          </a:solidFill>
          <a:latin typeface="+mn-lt"/>
          <a:ea typeface="+mn-ea"/>
          <a:cs typeface="+mn-lt"/>
        </a:defRPr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.png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 name="Homo Urgens: Wychowaliśmy pokolenie natychmiastowości. Co na to Retail Media onsite?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ształt"/>
          <p:cNvSpPr/>
          <p:nvPr/>
        </p:nvSpPr>
        <p:spPr>
          <a:xfrm>
            <a:off x="7261860" y="0"/>
            <a:ext cx="4930140" cy="2921000"/>
          </a:xfrm>
          <a:custGeom>
            <a:avLst/>
            <a:gdLst/>
            <a:ahLst/>
            <a:cxnLst/>
            <a:rect l="0" t="0" r="r" b="b"/>
            <a:pathLst>
              <a:path w="4930140" h="2921000">
                <a:moveTo>
                  <a:pt x="3409315" y="0"/>
                </a:moveTo>
                <a:lnTo>
                  <a:pt x="4930140" y="2879725"/>
                </a:lnTo>
                <a:lnTo>
                  <a:pt x="4930140" y="2921000"/>
                </a:lnTo>
                <a:lnTo>
                  <a:pt x="0" y="0"/>
                </a:lnTo>
                <a:close/>
              </a:path>
            </a:pathLst>
          </a:custGeom>
          <a:solidFill>
            <a:srgbClr val="CF1723"/>
          </a:solidFill>
          <a:ln w="10160">
            <a:solidFill>
              <a:srgbClr val="CF1723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" name="Kształt 2"/>
          <p:cNvSpPr/>
          <p:nvPr/>
        </p:nvSpPr>
        <p:spPr>
          <a:xfrm>
            <a:off x="10671175" y="0"/>
            <a:ext cx="1520825" cy="2879725"/>
          </a:xfrm>
          <a:custGeom>
            <a:avLst/>
            <a:gdLst/>
            <a:ahLst/>
            <a:cxnLst/>
            <a:rect l="0" t="0" r="r" b="b"/>
            <a:pathLst>
              <a:path w="1520825" h="2879725">
                <a:moveTo>
                  <a:pt x="1520825" y="0"/>
                </a:moveTo>
                <a:lnTo>
                  <a:pt x="1520825" y="2879725"/>
                </a:lnTo>
                <a:lnTo>
                  <a:pt x="0" y="0"/>
                </a:lnTo>
                <a:close/>
              </a:path>
            </a:pathLst>
          </a:custGeom>
          <a:solidFill>
            <a:srgbClr val="EE312F"/>
          </a:solidFill>
          <a:ln w="10160">
            <a:solidFill>
              <a:srgbClr val="EE312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" name="Kształt 3"/>
          <p:cNvSpPr/>
          <p:nvPr/>
        </p:nvSpPr>
        <p:spPr>
          <a:xfrm>
            <a:off x="5744845" y="0"/>
            <a:ext cx="6447155" cy="3847465"/>
          </a:xfrm>
          <a:custGeom>
            <a:avLst/>
            <a:gdLst/>
            <a:ahLst/>
            <a:cxnLst/>
            <a:rect l="0" t="0" r="r" b="b"/>
            <a:pathLst>
              <a:path w="6447155" h="3847465">
                <a:moveTo>
                  <a:pt x="836930" y="0"/>
                </a:moveTo>
                <a:lnTo>
                  <a:pt x="0" y="1864995"/>
                </a:lnTo>
                <a:lnTo>
                  <a:pt x="976630" y="3847465"/>
                </a:lnTo>
                <a:lnTo>
                  <a:pt x="6447155" y="2945130"/>
                </a:lnTo>
                <a:lnTo>
                  <a:pt x="6447155" y="2921000"/>
                </a:lnTo>
                <a:lnTo>
                  <a:pt x="1517015" y="0"/>
                </a:lnTo>
                <a:close/>
              </a:path>
            </a:pathLst>
          </a:custGeom>
          <a:solidFill>
            <a:srgbClr val="95161D"/>
          </a:solidFill>
          <a:ln w="10160">
            <a:solidFill>
              <a:srgbClr val="95161D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" name="Kształt 4"/>
          <p:cNvSpPr/>
          <p:nvPr/>
        </p:nvSpPr>
        <p:spPr>
          <a:xfrm>
            <a:off x="6721475" y="2945130"/>
            <a:ext cx="5470525" cy="3912870"/>
          </a:xfrm>
          <a:custGeom>
            <a:avLst/>
            <a:gdLst/>
            <a:ahLst/>
            <a:cxnLst/>
            <a:rect l="0" t="0" r="r" b="b"/>
            <a:pathLst>
              <a:path w="5470525" h="3912870">
                <a:moveTo>
                  <a:pt x="0" y="902335"/>
                </a:moveTo>
                <a:lnTo>
                  <a:pt x="5470525" y="0"/>
                </a:lnTo>
                <a:lnTo>
                  <a:pt x="5470525" y="3912870"/>
                </a:lnTo>
                <a:lnTo>
                  <a:pt x="3289935" y="3912870"/>
                </a:lnTo>
                <a:close/>
              </a:path>
            </a:pathLst>
          </a:custGeom>
          <a:solidFill>
            <a:srgbClr val="CF1723"/>
          </a:solidFill>
          <a:ln w="10160">
            <a:solidFill>
              <a:srgbClr val="CF1723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" name="Tekst: Tryb: TERAZ"/>
          <p:cNvSpPr txBox="1"/>
          <p:nvPr/>
        </p:nvSpPr>
        <p:spPr>
          <a:xfrm>
            <a:off x="513209" y="1236662"/>
            <a:ext cx="5162550" cy="205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350" b="1" kern="100" cap="all" spc="189" dirty="0">
                <a:solidFill>
                  <a:srgbClr val="EE312F"/>
                </a:solidFill>
                <a:latin typeface="Lato"/>
                <a:cs typeface="Lato"/>
              </a:rPr>
              <a:t>Tryb: TERAZ</a:t>
            </a:r>
            <a:endParaRPr lang="pl-PL" sz="1350" b="1" kern="100" cap="all" spc="189" dirty="0">
              <a:solidFill>
                <a:srgbClr val="EE312F"/>
              </a:solidFill>
              <a:latin typeface="Lato"/>
              <a:cs typeface="Lato"/>
            </a:endParaRPr>
          </a:p>
        </p:txBody>
      </p:sp>
      <p:sp>
        <p:nvSpPr>
          <p:cNvPr id="7" name="Tekst: Homo Urgens · 1"/>
          <p:cNvSpPr txBox="1"/>
          <p:nvPr/>
        </p:nvSpPr>
        <p:spPr>
          <a:xfrm>
            <a:off x="513209" y="1727160"/>
            <a:ext cx="5162550" cy="105791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8500" kern="100" spc="-297" dirty="0">
                <a:solidFill>
                  <a:srgbClr val="151515"/>
                </a:solidFill>
                <a:latin typeface="Lato Black"/>
                <a:cs typeface="Lato Black"/>
              </a:rPr>
              <a:t>Homo</a:t>
            </a:r>
            <a:endParaRPr lang="pl-PL" sz="8500" kern="100" spc="-297" dirty="0">
              <a:solidFill>
                <a:srgbClr val="151515"/>
              </a:solidFill>
              <a:latin typeface="Lato Black"/>
              <a:cs typeface="Lato Black"/>
            </a:endParaRPr>
          </a:p>
        </p:txBody>
      </p:sp>
      <p:sp>
        <p:nvSpPr>
          <p:cNvPr id="8" name="Tekst: Homo Urgens · 2"/>
          <p:cNvSpPr txBox="1"/>
          <p:nvPr/>
        </p:nvSpPr>
        <p:spPr>
          <a:xfrm>
            <a:off x="513209" y="2785070"/>
            <a:ext cx="5162550" cy="105791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8500" kern="100" spc="-297" dirty="0">
                <a:solidFill>
                  <a:srgbClr val="151515"/>
                </a:solidFill>
                <a:latin typeface="Lato Black"/>
                <a:cs typeface="Lato Black"/>
              </a:rPr>
              <a:t>Urgens</a:t>
            </a:r>
            <a:endParaRPr lang="pl-PL" sz="8500" kern="100" spc="-297" dirty="0">
              <a:solidFill>
                <a:srgbClr val="151515"/>
              </a:solidFill>
              <a:latin typeface="Lato Black"/>
              <a:cs typeface="Lato Black"/>
            </a:endParaRPr>
          </a:p>
        </p:txBody>
      </p:sp>
      <p:sp>
        <p:nvSpPr>
          <p:cNvPr id="9" name="Tekst: Wychowaliśmy pokolenie natychmiastowości · 1"/>
          <p:cNvSpPr txBox="1"/>
          <p:nvPr/>
        </p:nvSpPr>
        <p:spPr>
          <a:xfrm>
            <a:off x="513209" y="3902617"/>
            <a:ext cx="6344722" cy="34137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2100" kern="100" spc="-31" dirty="0">
                <a:solidFill>
                  <a:srgbClr val="151515"/>
                </a:solidFill>
                <a:latin typeface="Lato"/>
                <a:cs typeface="Lato"/>
              </a:rPr>
              <a:t>Wychowaliśmy pokolenie natychmiastowości.</a:t>
            </a:r>
            <a:endParaRPr lang="pl-PL" sz="2100" kern="100" spc="-31" dirty="0">
              <a:solidFill>
                <a:srgbClr val="151515"/>
              </a:solidFill>
              <a:latin typeface="Lato"/>
              <a:cs typeface="Lato"/>
            </a:endParaRPr>
          </a:p>
        </p:txBody>
      </p:sp>
      <p:sp>
        <p:nvSpPr>
          <p:cNvPr id="10" name="Tekst: Wychowaliśmy pokolenie natychmiastowości · 2"/>
          <p:cNvSpPr txBox="1"/>
          <p:nvPr/>
        </p:nvSpPr>
        <p:spPr>
          <a:xfrm>
            <a:off x="513209" y="4243993"/>
            <a:ext cx="6344722" cy="34137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2100" kern="100" spc="-31" dirty="0">
                <a:solidFill>
                  <a:srgbClr val="151515"/>
                </a:solidFill>
                <a:latin typeface="Lato"/>
                <a:cs typeface="Lato"/>
              </a:rPr>
              <a:t>Co na to Retail Media onsite?</a:t>
            </a:r>
            <a:endParaRPr lang="pl-PL" sz="2100" kern="100" spc="-31" dirty="0">
              <a:solidFill>
                <a:srgbClr val="151515"/>
              </a:solidFill>
              <a:latin typeface="Lato"/>
              <a:cs typeface="Lato"/>
            </a:endParaRPr>
          </a:p>
        </p:txBody>
      </p:sp>
      <p:sp>
        <p:nvSpPr>
          <p:cNvPr id="11" name="Tekst: Uliana Jelonek Joanna Wysocka · 1"/>
          <p:cNvSpPr txBox="1"/>
          <p:nvPr/>
        </p:nvSpPr>
        <p:spPr>
          <a:xfrm>
            <a:off x="513209" y="4866640"/>
            <a:ext cx="5162550" cy="25590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550" b="1" kern="100" dirty="0">
                <a:solidFill>
                  <a:srgbClr val="151515"/>
                </a:solidFill>
                <a:latin typeface="Lato"/>
                <a:cs typeface="Lato"/>
              </a:rPr>
              <a:t>Uliana Jelonek</a:t>
            </a:r>
            <a:endParaRPr lang="pl-PL" sz="1550" b="1" kern="100" dirty="0">
              <a:solidFill>
                <a:srgbClr val="151515"/>
              </a:solidFill>
              <a:latin typeface="Lato"/>
              <a:cs typeface="Lato"/>
            </a:endParaRPr>
          </a:p>
        </p:txBody>
      </p:sp>
      <p:sp>
        <p:nvSpPr>
          <p:cNvPr id="12" name="Tekst: Uliana Jelonek Joanna Wysocka · 2"/>
          <p:cNvSpPr txBox="1"/>
          <p:nvPr/>
        </p:nvSpPr>
        <p:spPr>
          <a:xfrm>
            <a:off x="513209" y="5122545"/>
            <a:ext cx="5162550" cy="25590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550" b="1" kern="100" dirty="0">
                <a:solidFill>
                  <a:srgbClr val="151515"/>
                </a:solidFill>
                <a:latin typeface="Lato"/>
                <a:cs typeface="Lato"/>
              </a:rPr>
              <a:t>Joanna Wysocka</a:t>
            </a:r>
            <a:endParaRPr lang="pl-PL" sz="1550" b="1" kern="100" dirty="0">
              <a:solidFill>
                <a:srgbClr val="151515"/>
              </a:solidFill>
              <a:latin typeface="Lato"/>
              <a:cs typeface="Lato"/>
            </a:endParaRPr>
          </a:p>
        </p:txBody>
      </p:sp>
      <p:pic>
        <p:nvPicPr>
          <p:cNvPr id="13" name="Obraz" descr="Glov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350" y="5530279"/>
            <a:ext cx="952500" cy="317500"/>
          </a:xfrm>
          <a:prstGeom prst="rect">
            <a:avLst/>
          </a:prstGeom>
        </p:spPr>
      </p:pic>
      <p:pic>
        <p:nvPicPr>
          <p:cNvPr id="14" name="!!Logo" descr="I love marketing &amp; technology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350" y="449635"/>
            <a:ext cx="5168900" cy="4699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 name="Co mówi konsument w trybie pilnej potrzeb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inia"/>
          <p:cNvSpPr/>
          <p:nvPr/>
        </p:nvSpPr>
        <p:spPr>
          <a:xfrm>
            <a:off x="825500" y="3174404"/>
            <a:ext cx="3238500" cy="19050"/>
          </a:xfrm>
          <a:prstGeom prst="rect">
            <a:avLst/>
          </a:prstGeom>
          <a:solidFill>
            <a:srgbClr val="15151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" name="Kształt"/>
          <p:cNvSpPr/>
          <p:nvPr/>
        </p:nvSpPr>
        <p:spPr>
          <a:xfrm>
            <a:off x="825500" y="3333750"/>
            <a:ext cx="190500" cy="330200"/>
          </a:xfrm>
          <a:custGeom>
            <a:avLst/>
            <a:gdLst/>
            <a:ahLst/>
            <a:cxnLst/>
            <a:rect l="0" t="0" r="r" b="b"/>
            <a:pathLst>
              <a:path w="190500" h="330200">
                <a:moveTo>
                  <a:pt x="0" y="0"/>
                </a:moveTo>
                <a:lnTo>
                  <a:pt x="190500" y="0"/>
                </a:lnTo>
                <a:lnTo>
                  <a:pt x="190500" y="190500"/>
                </a:lnTo>
                <a:lnTo>
                  <a:pt x="107950" y="330200"/>
                </a:lnTo>
                <a:lnTo>
                  <a:pt x="31750" y="330200"/>
                </a:lnTo>
                <a:lnTo>
                  <a:pt x="82550" y="190500"/>
                </a:lnTo>
                <a:lnTo>
                  <a:pt x="0" y="190500"/>
                </a:lnTo>
                <a:close/>
              </a:path>
            </a:pathLst>
          </a:custGeom>
          <a:solidFill>
            <a:srgbClr val="EE3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" name="Kształt 2"/>
          <p:cNvSpPr/>
          <p:nvPr/>
        </p:nvSpPr>
        <p:spPr>
          <a:xfrm>
            <a:off x="1092200" y="3333750"/>
            <a:ext cx="190500" cy="330200"/>
          </a:xfrm>
          <a:custGeom>
            <a:avLst/>
            <a:gdLst/>
            <a:ahLst/>
            <a:cxnLst/>
            <a:rect l="0" t="0" r="r" b="b"/>
            <a:pathLst>
              <a:path w="190500" h="330200">
                <a:moveTo>
                  <a:pt x="0" y="0"/>
                </a:moveTo>
                <a:lnTo>
                  <a:pt x="190500" y="0"/>
                </a:lnTo>
                <a:lnTo>
                  <a:pt x="190500" y="190500"/>
                </a:lnTo>
                <a:lnTo>
                  <a:pt x="107950" y="330200"/>
                </a:lnTo>
                <a:lnTo>
                  <a:pt x="31750" y="330200"/>
                </a:lnTo>
                <a:lnTo>
                  <a:pt x="82550" y="190500"/>
                </a:lnTo>
                <a:lnTo>
                  <a:pt x="0" y="190500"/>
                </a:lnTo>
                <a:close/>
              </a:path>
            </a:pathLst>
          </a:custGeom>
          <a:solidFill>
            <a:srgbClr val="EE3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" name="Tekst: Pokaż mi to, co jest mi potrzebne. · 1"/>
          <p:cNvSpPr txBox="1"/>
          <p:nvPr/>
        </p:nvSpPr>
        <p:spPr>
          <a:xfrm>
            <a:off x="825500" y="3837281"/>
            <a:ext cx="3296543" cy="3185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2200" kern="100" spc="-55" dirty="0">
                <a:solidFill>
                  <a:srgbClr val="151515"/>
                </a:solidFill>
                <a:latin typeface="Lato Black"/>
                <a:cs typeface="Lato Black"/>
              </a:rPr>
              <a:t>Pokaż mi to, co jest mi</a:t>
            </a:r>
            <a:endParaRPr lang="pl-PL" sz="2200" kern="100" spc="-55" dirty="0">
              <a:solidFill>
                <a:srgbClr val="151515"/>
              </a:solidFill>
              <a:latin typeface="Lato Black"/>
              <a:cs typeface="Lato Black"/>
            </a:endParaRPr>
          </a:p>
        </p:txBody>
      </p:sp>
      <p:sp>
        <p:nvSpPr>
          <p:cNvPr id="6" name="Tekst: Pokaż mi to, co jest mi potrzebne. · 2"/>
          <p:cNvSpPr txBox="1"/>
          <p:nvPr/>
        </p:nvSpPr>
        <p:spPr>
          <a:xfrm>
            <a:off x="825500" y="4155797"/>
            <a:ext cx="3296543" cy="3185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2200" kern="100" spc="-55" dirty="0">
                <a:solidFill>
                  <a:srgbClr val="151515"/>
                </a:solidFill>
                <a:latin typeface="Lato Black"/>
                <a:cs typeface="Lato Black"/>
              </a:rPr>
              <a:t>potrzebne.</a:t>
            </a:r>
            <a:endParaRPr lang="pl-PL" sz="2200" kern="100" spc="-55" dirty="0">
              <a:solidFill>
                <a:srgbClr val="151515"/>
              </a:solidFill>
              <a:latin typeface="Lato Black"/>
              <a:cs typeface="Lato Black"/>
            </a:endParaRPr>
          </a:p>
        </p:txBody>
      </p:sp>
      <p:sp>
        <p:nvSpPr>
          <p:cNvPr id="7" name="Tekst: Gdy decyzja jest jeszcze otwarta"/>
          <p:cNvSpPr txBox="1"/>
          <p:nvPr/>
        </p:nvSpPr>
        <p:spPr>
          <a:xfrm>
            <a:off x="825500" y="4620022"/>
            <a:ext cx="3238500" cy="2063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250" kern="100" dirty="0">
                <a:solidFill>
                  <a:srgbClr val="666666"/>
                </a:solidFill>
                <a:latin typeface="Lato"/>
                <a:cs typeface="Lato"/>
              </a:rPr>
              <a:t>Gdy decyzja jest jeszcze otwarta</a:t>
            </a:r>
            <a:endParaRPr lang="pl-PL" sz="1250" kern="100" dirty="0">
              <a:solidFill>
                <a:srgbClr val="666666"/>
              </a:solidFill>
              <a:latin typeface="Lato"/>
              <a:cs typeface="Lato"/>
            </a:endParaRPr>
          </a:p>
        </p:txBody>
      </p:sp>
      <p:sp>
        <p:nvSpPr>
          <p:cNvPr id="8" name="Linia 2"/>
          <p:cNvSpPr/>
          <p:nvPr/>
        </p:nvSpPr>
        <p:spPr>
          <a:xfrm>
            <a:off x="4476750" y="3173908"/>
            <a:ext cx="3238500" cy="19050"/>
          </a:xfrm>
          <a:prstGeom prst="rect">
            <a:avLst/>
          </a:prstGeom>
          <a:solidFill>
            <a:srgbClr val="15151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" name="Kształt 3"/>
          <p:cNvSpPr/>
          <p:nvPr/>
        </p:nvSpPr>
        <p:spPr>
          <a:xfrm>
            <a:off x="4476750" y="3333750"/>
            <a:ext cx="190500" cy="330200"/>
          </a:xfrm>
          <a:custGeom>
            <a:avLst/>
            <a:gdLst/>
            <a:ahLst/>
            <a:cxnLst/>
            <a:rect l="0" t="0" r="r" b="b"/>
            <a:pathLst>
              <a:path w="190500" h="330200">
                <a:moveTo>
                  <a:pt x="0" y="0"/>
                </a:moveTo>
                <a:lnTo>
                  <a:pt x="190500" y="0"/>
                </a:lnTo>
                <a:lnTo>
                  <a:pt x="190500" y="190500"/>
                </a:lnTo>
                <a:lnTo>
                  <a:pt x="107950" y="330200"/>
                </a:lnTo>
                <a:lnTo>
                  <a:pt x="31750" y="330200"/>
                </a:lnTo>
                <a:lnTo>
                  <a:pt x="82550" y="190500"/>
                </a:lnTo>
                <a:lnTo>
                  <a:pt x="0" y="190500"/>
                </a:lnTo>
                <a:close/>
              </a:path>
            </a:pathLst>
          </a:custGeom>
          <a:solidFill>
            <a:srgbClr val="EE3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" name="Kształt 4"/>
          <p:cNvSpPr/>
          <p:nvPr/>
        </p:nvSpPr>
        <p:spPr>
          <a:xfrm>
            <a:off x="4743450" y="3333750"/>
            <a:ext cx="190500" cy="330200"/>
          </a:xfrm>
          <a:custGeom>
            <a:avLst/>
            <a:gdLst/>
            <a:ahLst/>
            <a:cxnLst/>
            <a:rect l="0" t="0" r="r" b="b"/>
            <a:pathLst>
              <a:path w="190500" h="330200">
                <a:moveTo>
                  <a:pt x="0" y="0"/>
                </a:moveTo>
                <a:lnTo>
                  <a:pt x="190500" y="0"/>
                </a:lnTo>
                <a:lnTo>
                  <a:pt x="190500" y="190500"/>
                </a:lnTo>
                <a:lnTo>
                  <a:pt x="107950" y="330200"/>
                </a:lnTo>
                <a:lnTo>
                  <a:pt x="31750" y="330200"/>
                </a:lnTo>
                <a:lnTo>
                  <a:pt x="82550" y="190500"/>
                </a:lnTo>
                <a:lnTo>
                  <a:pt x="0" y="190500"/>
                </a:lnTo>
                <a:close/>
              </a:path>
            </a:pathLst>
          </a:custGeom>
          <a:solidFill>
            <a:srgbClr val="EE3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1" name="Tekst: Pomóż mi wybrać."/>
          <p:cNvSpPr txBox="1"/>
          <p:nvPr/>
        </p:nvSpPr>
        <p:spPr>
          <a:xfrm>
            <a:off x="4476750" y="3836785"/>
            <a:ext cx="3238500" cy="3185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2200" kern="100" spc="-55" dirty="0">
                <a:solidFill>
                  <a:srgbClr val="151515"/>
                </a:solidFill>
                <a:latin typeface="Lato Black"/>
                <a:cs typeface="Lato Black"/>
              </a:rPr>
              <a:t>Pomóż mi wybrać.</a:t>
            </a:r>
            <a:endParaRPr lang="pl-PL" sz="2200" kern="100" spc="-55" dirty="0">
              <a:solidFill>
                <a:srgbClr val="151515"/>
              </a:solidFill>
              <a:latin typeface="Lato Black"/>
              <a:cs typeface="Lato Black"/>
            </a:endParaRPr>
          </a:p>
        </p:txBody>
      </p:sp>
      <p:sp>
        <p:nvSpPr>
          <p:cNvPr id="12" name="Tekst: Gdy porównuję kilka opcji"/>
          <p:cNvSpPr txBox="1"/>
          <p:nvPr/>
        </p:nvSpPr>
        <p:spPr>
          <a:xfrm>
            <a:off x="4476750" y="4301529"/>
            <a:ext cx="3238500" cy="2063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250" kern="100" dirty="0">
                <a:solidFill>
                  <a:srgbClr val="666666"/>
                </a:solidFill>
                <a:latin typeface="Lato"/>
                <a:cs typeface="Lato"/>
              </a:rPr>
              <a:t>Gdy porównuję kilka opcji</a:t>
            </a:r>
            <a:endParaRPr lang="pl-PL" sz="1250" kern="100" dirty="0">
              <a:solidFill>
                <a:srgbClr val="666666"/>
              </a:solidFill>
              <a:latin typeface="Lato"/>
              <a:cs typeface="Lato"/>
            </a:endParaRPr>
          </a:p>
        </p:txBody>
      </p:sp>
      <p:sp>
        <p:nvSpPr>
          <p:cNvPr id="13" name="Linia 3"/>
          <p:cNvSpPr/>
          <p:nvPr/>
        </p:nvSpPr>
        <p:spPr>
          <a:xfrm>
            <a:off x="8128000" y="3174404"/>
            <a:ext cx="3238500" cy="19050"/>
          </a:xfrm>
          <a:prstGeom prst="rect">
            <a:avLst/>
          </a:prstGeom>
          <a:solidFill>
            <a:srgbClr val="15151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4" name="Kształt 5"/>
          <p:cNvSpPr/>
          <p:nvPr/>
        </p:nvSpPr>
        <p:spPr>
          <a:xfrm>
            <a:off x="8128000" y="3333750"/>
            <a:ext cx="190500" cy="330200"/>
          </a:xfrm>
          <a:custGeom>
            <a:avLst/>
            <a:gdLst/>
            <a:ahLst/>
            <a:cxnLst/>
            <a:rect l="0" t="0" r="r" b="b"/>
            <a:pathLst>
              <a:path w="190500" h="330200">
                <a:moveTo>
                  <a:pt x="0" y="0"/>
                </a:moveTo>
                <a:lnTo>
                  <a:pt x="190500" y="0"/>
                </a:lnTo>
                <a:lnTo>
                  <a:pt x="190500" y="190500"/>
                </a:lnTo>
                <a:lnTo>
                  <a:pt x="107950" y="330200"/>
                </a:lnTo>
                <a:lnTo>
                  <a:pt x="31750" y="330200"/>
                </a:lnTo>
                <a:lnTo>
                  <a:pt x="82550" y="190500"/>
                </a:lnTo>
                <a:lnTo>
                  <a:pt x="0" y="190500"/>
                </a:lnTo>
                <a:close/>
              </a:path>
            </a:pathLst>
          </a:custGeom>
          <a:solidFill>
            <a:srgbClr val="EE3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5" name="Kształt 6"/>
          <p:cNvSpPr/>
          <p:nvPr/>
        </p:nvSpPr>
        <p:spPr>
          <a:xfrm>
            <a:off x="8394700" y="3333750"/>
            <a:ext cx="190500" cy="330200"/>
          </a:xfrm>
          <a:custGeom>
            <a:avLst/>
            <a:gdLst/>
            <a:ahLst/>
            <a:cxnLst/>
            <a:rect l="0" t="0" r="r" b="b"/>
            <a:pathLst>
              <a:path w="190500" h="330200">
                <a:moveTo>
                  <a:pt x="0" y="0"/>
                </a:moveTo>
                <a:lnTo>
                  <a:pt x="190500" y="0"/>
                </a:lnTo>
                <a:lnTo>
                  <a:pt x="190500" y="190500"/>
                </a:lnTo>
                <a:lnTo>
                  <a:pt x="107950" y="330200"/>
                </a:lnTo>
                <a:lnTo>
                  <a:pt x="31750" y="330200"/>
                </a:lnTo>
                <a:lnTo>
                  <a:pt x="82550" y="190500"/>
                </a:lnTo>
                <a:lnTo>
                  <a:pt x="0" y="190500"/>
                </a:lnTo>
                <a:close/>
              </a:path>
            </a:pathLst>
          </a:custGeom>
          <a:solidFill>
            <a:srgbClr val="EE3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6" name="Tekst: Pomóż mi upewnić się i zakończyć zakup. · 1"/>
          <p:cNvSpPr txBox="1"/>
          <p:nvPr/>
        </p:nvSpPr>
        <p:spPr>
          <a:xfrm>
            <a:off x="8128000" y="3837281"/>
            <a:ext cx="3453288" cy="3185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2200" kern="100" spc="-55" dirty="0">
                <a:solidFill>
                  <a:srgbClr val="151515"/>
                </a:solidFill>
                <a:latin typeface="Lato Black"/>
                <a:cs typeface="Lato Black"/>
              </a:rPr>
              <a:t>Pomóż mi upewnić się i</a:t>
            </a:r>
            <a:endParaRPr lang="pl-PL" sz="2200" kern="100" spc="-55" dirty="0">
              <a:solidFill>
                <a:srgbClr val="151515"/>
              </a:solidFill>
              <a:latin typeface="Lato Black"/>
              <a:cs typeface="Lato Black"/>
            </a:endParaRPr>
          </a:p>
        </p:txBody>
      </p:sp>
      <p:sp>
        <p:nvSpPr>
          <p:cNvPr id="17" name="Tekst: Pomóż mi upewnić się i zakończyć zakup. · 2"/>
          <p:cNvSpPr txBox="1"/>
          <p:nvPr/>
        </p:nvSpPr>
        <p:spPr>
          <a:xfrm>
            <a:off x="8128000" y="4155797"/>
            <a:ext cx="3453288" cy="3185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2200" kern="100" spc="-55" dirty="0">
                <a:solidFill>
                  <a:srgbClr val="151515"/>
                </a:solidFill>
                <a:latin typeface="Lato Black"/>
                <a:cs typeface="Lato Black"/>
              </a:rPr>
              <a:t>zakończyć zakup.</a:t>
            </a:r>
            <a:endParaRPr lang="pl-PL" sz="2200" kern="100" spc="-55" dirty="0">
              <a:solidFill>
                <a:srgbClr val="151515"/>
              </a:solidFill>
              <a:latin typeface="Lato Black"/>
              <a:cs typeface="Lato Black"/>
            </a:endParaRPr>
          </a:p>
        </p:txBody>
      </p:sp>
      <p:sp>
        <p:nvSpPr>
          <p:cNvPr id="18" name="Tekst: Gdy wybór jest prawie gotowy"/>
          <p:cNvSpPr txBox="1"/>
          <p:nvPr/>
        </p:nvSpPr>
        <p:spPr>
          <a:xfrm>
            <a:off x="8128000" y="4620022"/>
            <a:ext cx="3238500" cy="2063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250" kern="100" dirty="0">
                <a:solidFill>
                  <a:srgbClr val="666666"/>
                </a:solidFill>
                <a:latin typeface="Lato"/>
                <a:cs typeface="Lato"/>
              </a:rPr>
              <a:t>Gdy wybór jest prawie gotowy</a:t>
            </a:r>
            <a:endParaRPr lang="pl-PL" sz="1250" kern="100" dirty="0">
              <a:solidFill>
                <a:srgbClr val="666666"/>
              </a:solidFill>
              <a:latin typeface="Lato"/>
              <a:cs typeface="Lato"/>
            </a:endParaRPr>
          </a:p>
        </p:txBody>
      </p:sp>
      <p:sp>
        <p:nvSpPr>
          <p:cNvPr id="19" name="Tekst: Trzy prośby konsumenta. · 1"/>
          <p:cNvSpPr txBox="1"/>
          <p:nvPr/>
        </p:nvSpPr>
        <p:spPr>
          <a:xfrm>
            <a:off x="826070" y="1150578"/>
            <a:ext cx="4070449" cy="6431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4800" kern="100" spc="-168" dirty="0">
                <a:solidFill>
                  <a:srgbClr val="151515"/>
                </a:solidFill>
                <a:latin typeface="Lato Black"/>
                <a:cs typeface="Lato Black"/>
              </a:rPr>
              <a:t>Trzy prośby</a:t>
            </a:r>
            <a:endParaRPr lang="pl-PL" sz="4800" kern="100" spc="-168" dirty="0">
              <a:solidFill>
                <a:srgbClr val="151515"/>
              </a:solidFill>
              <a:latin typeface="Lato Black"/>
              <a:cs typeface="Lato Black"/>
            </a:endParaRPr>
          </a:p>
        </p:txBody>
      </p:sp>
      <p:sp>
        <p:nvSpPr>
          <p:cNvPr id="20" name="Tekst: Trzy prośby konsumenta. · 2"/>
          <p:cNvSpPr txBox="1"/>
          <p:nvPr/>
        </p:nvSpPr>
        <p:spPr>
          <a:xfrm>
            <a:off x="826070" y="1793706"/>
            <a:ext cx="4070449" cy="6431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4800" kern="100" spc="-168" dirty="0">
                <a:solidFill>
                  <a:srgbClr val="151515"/>
                </a:solidFill>
                <a:latin typeface="Lato Black"/>
                <a:cs typeface="Lato Black"/>
              </a:rPr>
              <a:t>konsumenta.</a:t>
            </a:r>
            <a:endParaRPr lang="pl-PL" sz="4800" kern="100" spc="-168" dirty="0">
              <a:solidFill>
                <a:srgbClr val="151515"/>
              </a:solidFill>
              <a:latin typeface="Lato Black"/>
              <a:cs typeface="Lato Black"/>
            </a:endParaRPr>
          </a:p>
        </p:txBody>
      </p:sp>
      <p:pic>
        <p:nvPicPr>
          <p:cNvPr id="21" name="!!Logo" descr="I love marketing &amp; technolog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363240"/>
            <a:ext cx="3048000" cy="273050"/>
          </a:xfrm>
          <a:prstGeom prst="rect">
            <a:avLst/>
          </a:prstGeom>
        </p:spPr>
      </p:pic>
      <p:pic>
        <p:nvPicPr>
          <p:cNvPr id="22" name="!!Serce w rogu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66449" y="330349"/>
            <a:ext cx="431800" cy="355600"/>
          </a:xfrm>
          <a:prstGeom prst="rect">
            <a:avLst/>
          </a:prstGeom>
        </p:spPr>
      </p:pic>
      <p:sp>
        <p:nvSpPr>
          <p:cNvPr id="23" name="!!Źródło"/>
          <p:cNvSpPr txBox="1"/>
          <p:nvPr/>
        </p:nvSpPr>
        <p:spPr>
          <a:xfrm>
            <a:off x="826120" y="6428437"/>
            <a:ext cx="3468588" cy="1885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100" kern="100" dirty="0">
                <a:solidFill>
                  <a:srgbClr val="666666"/>
                </a:solidFill>
                <a:latin typeface="Lato"/>
                <a:cs typeface="Lato"/>
              </a:rPr>
              <a:t>Źródło: Badanie Inquiry - Homo Urgens 2026</a:t>
            </a:r>
            <a:endParaRPr lang="pl-PL" sz="1100" kern="100" dirty="0">
              <a:solidFill>
                <a:srgbClr val="666666"/>
              </a:solidFill>
              <a:latin typeface="Lato"/>
              <a:cs typeface="Lato"/>
            </a:endParaRPr>
          </a:p>
        </p:txBody>
      </p:sp>
      <p:sp>
        <p:nvSpPr>
          <p:cNvPr id="24" name="!!Numer slajdu"/>
          <p:cNvSpPr txBox="1"/>
          <p:nvPr/>
        </p:nvSpPr>
        <p:spPr>
          <a:xfrm>
            <a:off x="10850587" y="6428437"/>
            <a:ext cx="773370" cy="1885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100" kern="100" spc="66" dirty="0">
                <a:solidFill>
                  <a:srgbClr val="666666"/>
                </a:solidFill>
                <a:latin typeface="Lato"/>
                <a:cs typeface="Lato"/>
              </a:rPr>
              <a:t>02 / 24</a:t>
            </a:r>
            <a:endParaRPr lang="pl-PL" sz="1100" kern="100" spc="66" dirty="0">
              <a:solidFill>
                <a:srgbClr val="666666"/>
              </a:solidFill>
              <a:latin typeface="Lato"/>
              <a:cs typeface="Lato"/>
            </a:endParaRPr>
          </a:p>
        </p:txBody>
      </p:sp>
      <p:sp>
        <p:nvSpPr>
          <p:cNvPr id="25" name="!!Postęp"/>
          <p:cNvSpPr/>
          <p:nvPr/>
        </p:nvSpPr>
        <p:spPr>
          <a:xfrm>
            <a:off x="-25" y="6826250"/>
            <a:ext cx="1016000" cy="31750"/>
          </a:xfrm>
          <a:prstGeom prst="rect">
            <a:avLst/>
          </a:prstGeom>
          <a:solidFill>
            <a:srgbClr val="EE3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 name="Proszę czekać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Tło 1"/>
          <p:cNvSpPr/>
          <p:nvPr/>
        </p:nvSpPr>
        <p:spPr>
          <a:xfrm>
            <a:off x="-557530" y="-1584325"/>
            <a:ext cx="3181985" cy="3776345"/>
          </a:xfrm>
          <a:custGeom>
            <a:avLst/>
            <a:gdLst/>
            <a:ahLst/>
            <a:cxnLst/>
            <a:rect l="0" t="0" r="r" b="b"/>
            <a:pathLst>
              <a:path w="3181985" h="3776345">
                <a:moveTo>
                  <a:pt x="1356360" y="3776345"/>
                </a:moveTo>
                <a:lnTo>
                  <a:pt x="0" y="0"/>
                </a:lnTo>
                <a:lnTo>
                  <a:pt x="3181985" y="2229485"/>
                </a:lnTo>
                <a:close/>
              </a:path>
            </a:pathLst>
          </a:custGeom>
          <a:solidFill>
            <a:srgbClr val="131313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" name="!!Tło 3"/>
          <p:cNvSpPr/>
          <p:nvPr/>
        </p:nvSpPr>
        <p:spPr>
          <a:xfrm>
            <a:off x="8385810" y="1318260"/>
            <a:ext cx="4237990" cy="2672080"/>
          </a:xfrm>
          <a:custGeom>
            <a:avLst/>
            <a:gdLst/>
            <a:ahLst/>
            <a:cxnLst/>
            <a:rect l="0" t="0" r="r" b="b"/>
            <a:pathLst>
              <a:path w="4237990" h="2672080">
                <a:moveTo>
                  <a:pt x="4237990" y="2672080"/>
                </a:moveTo>
                <a:lnTo>
                  <a:pt x="0" y="2418080"/>
                </a:lnTo>
                <a:lnTo>
                  <a:pt x="2108835" y="0"/>
                </a:lnTo>
                <a:close/>
              </a:path>
            </a:pathLst>
          </a:custGeom>
          <a:solidFill>
            <a:srgbClr val="14141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" name="!!Tło 5"/>
          <p:cNvSpPr/>
          <p:nvPr/>
        </p:nvSpPr>
        <p:spPr>
          <a:xfrm>
            <a:off x="2368550" y="518795"/>
            <a:ext cx="4458970" cy="5109210"/>
          </a:xfrm>
          <a:custGeom>
            <a:avLst/>
            <a:gdLst/>
            <a:ahLst/>
            <a:cxnLst/>
            <a:rect l="0" t="0" r="r" b="b"/>
            <a:pathLst>
              <a:path w="4458970" h="5109210">
                <a:moveTo>
                  <a:pt x="3594100" y="0"/>
                </a:moveTo>
                <a:lnTo>
                  <a:pt x="4458970" y="5109210"/>
                </a:lnTo>
                <a:lnTo>
                  <a:pt x="0" y="3502025"/>
                </a:lnTo>
                <a:close/>
              </a:path>
            </a:pathLst>
          </a:custGeom>
          <a:solidFill>
            <a:srgbClr val="161616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" name="!!Tło 7"/>
          <p:cNvSpPr/>
          <p:nvPr/>
        </p:nvSpPr>
        <p:spPr>
          <a:xfrm>
            <a:off x="8328660" y="3310255"/>
            <a:ext cx="2503170" cy="2330450"/>
          </a:xfrm>
          <a:custGeom>
            <a:avLst/>
            <a:gdLst/>
            <a:ahLst/>
            <a:cxnLst/>
            <a:rect l="0" t="0" r="r" b="b"/>
            <a:pathLst>
              <a:path w="2503170" h="2330450">
                <a:moveTo>
                  <a:pt x="2503170" y="24130"/>
                </a:moveTo>
                <a:lnTo>
                  <a:pt x="1282065" y="2330450"/>
                </a:lnTo>
                <a:lnTo>
                  <a:pt x="0" y="0"/>
                </a:lnTo>
                <a:close/>
              </a:path>
            </a:pathLst>
          </a:custGeom>
          <a:solidFill>
            <a:srgbClr val="17171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" name="!!Tło 9"/>
          <p:cNvSpPr/>
          <p:nvPr/>
        </p:nvSpPr>
        <p:spPr>
          <a:xfrm>
            <a:off x="8206740" y="613410"/>
            <a:ext cx="2186940" cy="2498090"/>
          </a:xfrm>
          <a:custGeom>
            <a:avLst/>
            <a:gdLst/>
            <a:ahLst/>
            <a:cxnLst/>
            <a:rect l="0" t="0" r="r" b="b"/>
            <a:pathLst>
              <a:path w="2186940" h="2498090">
                <a:moveTo>
                  <a:pt x="2186940" y="1733550"/>
                </a:moveTo>
                <a:lnTo>
                  <a:pt x="0" y="2498090"/>
                </a:lnTo>
                <a:lnTo>
                  <a:pt x="715010" y="0"/>
                </a:lnTo>
                <a:close/>
              </a:path>
            </a:pathLst>
          </a:custGeom>
          <a:solidFill>
            <a:srgbClr val="131313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" name="!!Tło 11"/>
          <p:cNvSpPr/>
          <p:nvPr/>
        </p:nvSpPr>
        <p:spPr>
          <a:xfrm>
            <a:off x="5572125" y="1104900"/>
            <a:ext cx="2019935" cy="1752600"/>
          </a:xfrm>
          <a:custGeom>
            <a:avLst/>
            <a:gdLst/>
            <a:ahLst/>
            <a:cxnLst/>
            <a:rect l="0" t="0" r="r" b="b"/>
            <a:pathLst>
              <a:path w="2019935" h="1752600">
                <a:moveTo>
                  <a:pt x="2019935" y="0"/>
                </a:moveTo>
                <a:lnTo>
                  <a:pt x="1430020" y="1752600"/>
                </a:lnTo>
                <a:lnTo>
                  <a:pt x="0" y="1381760"/>
                </a:lnTo>
                <a:close/>
              </a:path>
            </a:pathLst>
          </a:custGeom>
          <a:solidFill>
            <a:srgbClr val="14141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" name="!!Tło 13"/>
          <p:cNvSpPr/>
          <p:nvPr/>
        </p:nvSpPr>
        <p:spPr>
          <a:xfrm>
            <a:off x="1796415" y="922020"/>
            <a:ext cx="3673475" cy="6204585"/>
          </a:xfrm>
          <a:custGeom>
            <a:avLst/>
            <a:gdLst/>
            <a:ahLst/>
            <a:cxnLst/>
            <a:rect l="0" t="0" r="r" b="b"/>
            <a:pathLst>
              <a:path w="3673475" h="6204585">
                <a:moveTo>
                  <a:pt x="3673475" y="3769995"/>
                </a:moveTo>
                <a:lnTo>
                  <a:pt x="0" y="6204585"/>
                </a:lnTo>
                <a:lnTo>
                  <a:pt x="161925" y="0"/>
                </a:lnTo>
                <a:close/>
              </a:path>
            </a:pathLst>
          </a:custGeom>
          <a:solidFill>
            <a:srgbClr val="161616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" name="!!Tło 15"/>
          <p:cNvSpPr/>
          <p:nvPr/>
        </p:nvSpPr>
        <p:spPr>
          <a:xfrm>
            <a:off x="-975360" y="3815715"/>
            <a:ext cx="3752215" cy="3879850"/>
          </a:xfrm>
          <a:custGeom>
            <a:avLst/>
            <a:gdLst/>
            <a:ahLst/>
            <a:cxnLst/>
            <a:rect l="0" t="0" r="r" b="b"/>
            <a:pathLst>
              <a:path w="3752215" h="3879850">
                <a:moveTo>
                  <a:pt x="0" y="0"/>
                </a:moveTo>
                <a:lnTo>
                  <a:pt x="3752215" y="688975"/>
                </a:lnTo>
                <a:lnTo>
                  <a:pt x="2256790" y="3879850"/>
                </a:lnTo>
                <a:close/>
              </a:path>
            </a:pathLst>
          </a:custGeom>
          <a:solidFill>
            <a:srgbClr val="17171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" name="!!Tło 17"/>
          <p:cNvSpPr/>
          <p:nvPr/>
        </p:nvSpPr>
        <p:spPr>
          <a:xfrm>
            <a:off x="979170" y="4888230"/>
            <a:ext cx="1603375" cy="2202815"/>
          </a:xfrm>
          <a:custGeom>
            <a:avLst/>
            <a:gdLst/>
            <a:ahLst/>
            <a:cxnLst/>
            <a:rect l="0" t="0" r="r" b="b"/>
            <a:pathLst>
              <a:path w="1603375" h="2202815">
                <a:moveTo>
                  <a:pt x="0" y="2202815"/>
                </a:moveTo>
                <a:lnTo>
                  <a:pt x="358775" y="0"/>
                </a:lnTo>
                <a:lnTo>
                  <a:pt x="1603375" y="2158365"/>
                </a:lnTo>
                <a:close/>
              </a:path>
            </a:pathLst>
          </a:custGeom>
          <a:solidFill>
            <a:srgbClr val="131313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1" name="!!Tło 19"/>
          <p:cNvSpPr/>
          <p:nvPr/>
        </p:nvSpPr>
        <p:spPr>
          <a:xfrm>
            <a:off x="4709160" y="-875665"/>
            <a:ext cx="2571750" cy="3023870"/>
          </a:xfrm>
          <a:custGeom>
            <a:avLst/>
            <a:gdLst/>
            <a:ahLst/>
            <a:cxnLst/>
            <a:rect l="0" t="0" r="r" b="b"/>
            <a:pathLst>
              <a:path w="2571750" h="3023870">
                <a:moveTo>
                  <a:pt x="0" y="1351280"/>
                </a:moveTo>
                <a:lnTo>
                  <a:pt x="1868805" y="0"/>
                </a:lnTo>
                <a:lnTo>
                  <a:pt x="2571750" y="3023870"/>
                </a:lnTo>
                <a:close/>
              </a:path>
            </a:pathLst>
          </a:custGeom>
          <a:solidFill>
            <a:srgbClr val="14141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2" name="!!Tło 21"/>
          <p:cNvSpPr/>
          <p:nvPr/>
        </p:nvSpPr>
        <p:spPr>
          <a:xfrm>
            <a:off x="9114790" y="-36195"/>
            <a:ext cx="3592195" cy="3613150"/>
          </a:xfrm>
          <a:custGeom>
            <a:avLst/>
            <a:gdLst/>
            <a:ahLst/>
            <a:cxnLst/>
            <a:rect l="0" t="0" r="r" b="b"/>
            <a:pathLst>
              <a:path w="3592195" h="3613150">
                <a:moveTo>
                  <a:pt x="0" y="1466215"/>
                </a:moveTo>
                <a:lnTo>
                  <a:pt x="3592195" y="0"/>
                </a:lnTo>
                <a:lnTo>
                  <a:pt x="2491105" y="3613150"/>
                </a:lnTo>
                <a:close/>
              </a:path>
            </a:pathLst>
          </a:custGeom>
          <a:solidFill>
            <a:srgbClr val="161616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3" name="!!Tło 23"/>
          <p:cNvSpPr/>
          <p:nvPr/>
        </p:nvSpPr>
        <p:spPr>
          <a:xfrm>
            <a:off x="5821045" y="2726690"/>
            <a:ext cx="4717415" cy="4845050"/>
          </a:xfrm>
          <a:custGeom>
            <a:avLst/>
            <a:gdLst/>
            <a:ahLst/>
            <a:cxnLst/>
            <a:rect l="0" t="0" r="r" b="b"/>
            <a:pathLst>
              <a:path w="4717415" h="4845050">
                <a:moveTo>
                  <a:pt x="4717415" y="4845050"/>
                </a:moveTo>
                <a:lnTo>
                  <a:pt x="0" y="2976880"/>
                </a:lnTo>
                <a:lnTo>
                  <a:pt x="2771140" y="0"/>
                </a:lnTo>
                <a:close/>
              </a:path>
            </a:pathLst>
          </a:custGeom>
          <a:solidFill>
            <a:srgbClr val="17171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4" name="!!Tło 25"/>
          <p:cNvSpPr/>
          <p:nvPr/>
        </p:nvSpPr>
        <p:spPr>
          <a:xfrm>
            <a:off x="4133850" y="2793365"/>
            <a:ext cx="3596640" cy="3698875"/>
          </a:xfrm>
          <a:custGeom>
            <a:avLst/>
            <a:gdLst/>
            <a:ahLst/>
            <a:cxnLst/>
            <a:rect l="0" t="0" r="r" b="b"/>
            <a:pathLst>
              <a:path w="3596640" h="3698875">
                <a:moveTo>
                  <a:pt x="3345815" y="249555"/>
                </a:moveTo>
                <a:lnTo>
                  <a:pt x="3596640" y="3698875"/>
                </a:lnTo>
                <a:lnTo>
                  <a:pt x="0" y="0"/>
                </a:lnTo>
                <a:close/>
              </a:path>
            </a:pathLst>
          </a:custGeom>
          <a:solidFill>
            <a:srgbClr val="131313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5" name="!!Spinner – pierścień"/>
          <p:cNvSpPr/>
          <p:nvPr/>
        </p:nvSpPr>
        <p:spPr>
          <a:xfrm>
            <a:off x="5873750" y="2281535"/>
            <a:ext cx="444500" cy="444500"/>
          </a:xfrm>
          <a:prstGeom prst="ellipse">
            <a:avLst/>
          </a:prstGeom>
          <a:noFill/>
          <a:ln w="25400">
            <a:solidFill>
              <a:srgbClr val="353535"/>
            </a:solidFill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6" name="!!Spinner – łuk"/>
          <p:cNvSpPr/>
          <p:nvPr/>
        </p:nvSpPr>
        <p:spPr>
          <a:xfrm>
            <a:off x="5873750" y="2281535"/>
            <a:ext cx="444500" cy="444500"/>
          </a:xfrm>
          <a:prstGeom prst="arc">
            <a:avLst>
              <a:gd name="adj1" fmla="val 13500000"/>
              <a:gd name="adj2" fmla="val 18900000"/>
            </a:avLst>
          </a:prstGeom>
          <a:noFill/>
          <a:ln w="25400">
            <a:solidFill>
              <a:srgbClr val="EE312F"/>
            </a:solidFill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7" name="!!Proszę czekać"/>
          <p:cNvSpPr txBox="1"/>
          <p:nvPr/>
        </p:nvSpPr>
        <p:spPr>
          <a:xfrm>
            <a:off x="4356100" y="3148940"/>
            <a:ext cx="4328041" cy="6565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4700" kern="100" spc="-164" dirty="0">
                <a:solidFill>
                  <a:srgbClr val="FFFFFF"/>
                </a:solidFill>
                <a:latin typeface="Lato Black"/>
                <a:cs typeface="Lato Black"/>
              </a:rPr>
              <a:t>Proszę czekać</a:t>
            </a:r>
            <a:endParaRPr lang="pl-PL" sz="4700" kern="100" spc="-164" dirty="0">
              <a:solidFill>
                <a:srgbClr val="FFFFFF"/>
              </a:solidFill>
              <a:latin typeface="Lato Black"/>
              <a:cs typeface="Lato Black"/>
            </a:endParaRPr>
          </a:p>
        </p:txBody>
      </p:sp>
      <p:sp>
        <p:nvSpPr>
          <p:cNvPr id="18" name="!!Loader – tor"/>
          <p:cNvSpPr/>
          <p:nvPr/>
        </p:nvSpPr>
        <p:spPr>
          <a:xfrm>
            <a:off x="3873500" y="4201765"/>
            <a:ext cx="4445000" cy="31750"/>
          </a:xfrm>
          <a:prstGeom prst="roundRect">
            <a:avLst>
              <a:gd name="adj" fmla="val 50000"/>
            </a:avLst>
          </a:prstGeom>
          <a:solidFill>
            <a:srgbClr val="35353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9" name="!!Loader – pasek"/>
          <p:cNvSpPr/>
          <p:nvPr/>
        </p:nvSpPr>
        <p:spPr>
          <a:xfrm>
            <a:off x="3873500" y="4201765"/>
            <a:ext cx="3867150" cy="31750"/>
          </a:xfrm>
          <a:prstGeom prst="rect">
            <a:avLst/>
          </a:prstGeom>
          <a:solidFill>
            <a:srgbClr val="EE3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0" name="!!Loader – procent"/>
          <p:cNvSpPr txBox="1"/>
          <p:nvPr/>
        </p:nvSpPr>
        <p:spPr>
          <a:xfrm>
            <a:off x="5908675" y="4385915"/>
            <a:ext cx="604957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500" b="1" kern="100" dirty="0">
                <a:solidFill>
                  <a:srgbClr val="888888"/>
                </a:solidFill>
                <a:latin typeface="Lato"/>
                <a:cs typeface="Lato"/>
              </a:rPr>
              <a:t>87%</a:t>
            </a:r>
            <a:endParaRPr lang="pl-PL" sz="1500" b="1" kern="100" dirty="0">
              <a:solidFill>
                <a:srgbClr val="888888"/>
              </a:solidFill>
              <a:latin typeface="Lato"/>
              <a:cs typeface="Lato"/>
            </a:endParaRPr>
          </a:p>
        </p:txBody>
      </p:sp>
      <p:sp>
        <p:nvSpPr>
          <p:cNvPr id="21" name="!!Postać 1"/>
          <p:cNvSpPr/>
          <p:nvPr/>
        </p:nvSpPr>
        <p:spPr>
          <a:xfrm>
            <a:off x="8150354" y="2810211"/>
            <a:ext cx="514091" cy="514091"/>
          </a:xfrm>
          <a:custGeom>
            <a:avLst/>
            <a:gdLst/>
            <a:ahLst/>
            <a:cxnLst/>
            <a:rect l="0" t="0" r="r" b="b"/>
            <a:pathLst>
              <a:path w="514091" h="514091">
                <a:moveTo>
                  <a:pt x="0" y="0"/>
                </a:moveTo>
                <a:lnTo>
                  <a:pt x="514091" y="0"/>
                </a:lnTo>
                <a:lnTo>
                  <a:pt x="490723" y="514091"/>
                </a:lnTo>
                <a:lnTo>
                  <a:pt x="23368" y="514091"/>
                </a:lnTo>
                <a:close/>
              </a:path>
            </a:pathLst>
          </a:custGeom>
          <a:solidFill>
            <a:srgbClr val="5D331C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2" name="!!Postać 2"/>
          <p:cNvSpPr/>
          <p:nvPr/>
        </p:nvSpPr>
        <p:spPr>
          <a:xfrm>
            <a:off x="8150354" y="2319488"/>
            <a:ext cx="257045" cy="151890"/>
          </a:xfrm>
          <a:custGeom>
            <a:avLst/>
            <a:gdLst/>
            <a:ahLst/>
            <a:cxnLst/>
            <a:rect l="0" t="0" r="r" b="b"/>
            <a:pathLst>
              <a:path w="257045" h="151890">
                <a:moveTo>
                  <a:pt x="257045" y="0"/>
                </a:moveTo>
                <a:lnTo>
                  <a:pt x="0" y="58419"/>
                </a:lnTo>
                <a:lnTo>
                  <a:pt x="128523" y="151890"/>
                </a:lnTo>
                <a:close/>
              </a:path>
            </a:pathLst>
          </a:custGeom>
          <a:solidFill>
            <a:srgbClr val="C07C4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3" name="!!Postać 3"/>
          <p:cNvSpPr/>
          <p:nvPr/>
        </p:nvSpPr>
        <p:spPr>
          <a:xfrm>
            <a:off x="8027673" y="2377907"/>
            <a:ext cx="251203" cy="210310"/>
          </a:xfrm>
          <a:custGeom>
            <a:avLst/>
            <a:gdLst/>
            <a:ahLst/>
            <a:cxnLst/>
            <a:rect l="0" t="0" r="r" b="b"/>
            <a:pathLst>
              <a:path w="251203" h="210310">
                <a:moveTo>
                  <a:pt x="122681" y="0"/>
                </a:moveTo>
                <a:lnTo>
                  <a:pt x="0" y="210310"/>
                </a:lnTo>
                <a:lnTo>
                  <a:pt x="251203" y="93471"/>
                </a:lnTo>
                <a:close/>
              </a:path>
            </a:pathLst>
          </a:custGeom>
          <a:solidFill>
            <a:srgbClr val="9C603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4" name="!!Postać 4"/>
          <p:cNvSpPr/>
          <p:nvPr/>
        </p:nvSpPr>
        <p:spPr>
          <a:xfrm>
            <a:off x="8027673" y="2471379"/>
            <a:ext cx="251203" cy="292097"/>
          </a:xfrm>
          <a:custGeom>
            <a:avLst/>
            <a:gdLst/>
            <a:ahLst/>
            <a:cxnLst/>
            <a:rect l="0" t="0" r="r" b="b"/>
            <a:pathLst>
              <a:path w="251203" h="292097">
                <a:moveTo>
                  <a:pt x="0" y="116839"/>
                </a:moveTo>
                <a:lnTo>
                  <a:pt x="116839" y="292097"/>
                </a:lnTo>
                <a:lnTo>
                  <a:pt x="251203" y="0"/>
                </a:lnTo>
                <a:close/>
              </a:path>
            </a:pathLst>
          </a:custGeom>
          <a:solidFill>
            <a:srgbClr val="C07C4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5" name="!!Postać 5"/>
          <p:cNvSpPr/>
          <p:nvPr/>
        </p:nvSpPr>
        <p:spPr>
          <a:xfrm>
            <a:off x="7992622" y="2588217"/>
            <a:ext cx="151890" cy="292097"/>
          </a:xfrm>
          <a:custGeom>
            <a:avLst/>
            <a:gdLst/>
            <a:ahLst/>
            <a:cxnLst/>
            <a:rect l="0" t="0" r="r" b="b"/>
            <a:pathLst>
              <a:path w="151890" h="292097">
                <a:moveTo>
                  <a:pt x="35052" y="0"/>
                </a:moveTo>
                <a:lnTo>
                  <a:pt x="0" y="292097"/>
                </a:lnTo>
                <a:lnTo>
                  <a:pt x="151890" y="175258"/>
                </a:lnTo>
                <a:close/>
              </a:path>
            </a:pathLst>
          </a:custGeom>
          <a:solidFill>
            <a:srgbClr val="9C603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6" name="!!Postać 6"/>
          <p:cNvSpPr/>
          <p:nvPr/>
        </p:nvSpPr>
        <p:spPr>
          <a:xfrm>
            <a:off x="7992622" y="2763476"/>
            <a:ext cx="163574" cy="257045"/>
          </a:xfrm>
          <a:custGeom>
            <a:avLst/>
            <a:gdLst/>
            <a:ahLst/>
            <a:cxnLst/>
            <a:rect l="0" t="0" r="r" b="b"/>
            <a:pathLst>
              <a:path w="163574" h="257045">
                <a:moveTo>
                  <a:pt x="0" y="116839"/>
                </a:moveTo>
                <a:lnTo>
                  <a:pt x="163574" y="257045"/>
                </a:lnTo>
                <a:lnTo>
                  <a:pt x="151890" y="0"/>
                </a:lnTo>
                <a:close/>
              </a:path>
            </a:pathLst>
          </a:custGeom>
          <a:solidFill>
            <a:srgbClr val="7A462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7" name="!!Postać 7"/>
          <p:cNvSpPr/>
          <p:nvPr/>
        </p:nvSpPr>
        <p:spPr>
          <a:xfrm>
            <a:off x="7992622" y="2880314"/>
            <a:ext cx="163574" cy="245362"/>
          </a:xfrm>
          <a:custGeom>
            <a:avLst/>
            <a:gdLst/>
            <a:ahLst/>
            <a:cxnLst/>
            <a:rect l="0" t="0" r="r" b="b"/>
            <a:pathLst>
              <a:path w="163574" h="245362">
                <a:moveTo>
                  <a:pt x="0" y="0"/>
                </a:moveTo>
                <a:lnTo>
                  <a:pt x="17526" y="245362"/>
                </a:lnTo>
                <a:lnTo>
                  <a:pt x="163574" y="140207"/>
                </a:lnTo>
                <a:close/>
              </a:path>
            </a:pathLst>
          </a:custGeom>
          <a:solidFill>
            <a:srgbClr val="9C603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8" name="!!Postać 8"/>
          <p:cNvSpPr/>
          <p:nvPr/>
        </p:nvSpPr>
        <p:spPr>
          <a:xfrm>
            <a:off x="8010148" y="3020521"/>
            <a:ext cx="198626" cy="303781"/>
          </a:xfrm>
          <a:custGeom>
            <a:avLst/>
            <a:gdLst/>
            <a:ahLst/>
            <a:cxnLst/>
            <a:rect l="0" t="0" r="r" b="b"/>
            <a:pathLst>
              <a:path w="198626" h="303781">
                <a:moveTo>
                  <a:pt x="0" y="105155"/>
                </a:moveTo>
                <a:lnTo>
                  <a:pt x="198626" y="303781"/>
                </a:lnTo>
                <a:lnTo>
                  <a:pt x="146049" y="0"/>
                </a:lnTo>
                <a:close/>
              </a:path>
            </a:pathLst>
          </a:custGeom>
          <a:solidFill>
            <a:srgbClr val="7A462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9" name="!!Postać 9"/>
          <p:cNvSpPr/>
          <p:nvPr/>
        </p:nvSpPr>
        <p:spPr>
          <a:xfrm>
            <a:off x="8010148" y="3125676"/>
            <a:ext cx="110997" cy="257045"/>
          </a:xfrm>
          <a:custGeom>
            <a:avLst/>
            <a:gdLst/>
            <a:ahLst/>
            <a:cxnLst/>
            <a:rect l="0" t="0" r="r" b="b"/>
            <a:pathLst>
              <a:path w="110997" h="257045">
                <a:moveTo>
                  <a:pt x="0" y="0"/>
                </a:moveTo>
                <a:lnTo>
                  <a:pt x="46736" y="198626"/>
                </a:lnTo>
                <a:lnTo>
                  <a:pt x="110997" y="257045"/>
                </a:lnTo>
                <a:close/>
              </a:path>
            </a:pathLst>
          </a:custGeom>
          <a:solidFill>
            <a:srgbClr val="9C603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0" name="!!Postać 10"/>
          <p:cNvSpPr/>
          <p:nvPr/>
        </p:nvSpPr>
        <p:spPr>
          <a:xfrm>
            <a:off x="8010148" y="3125676"/>
            <a:ext cx="198626" cy="257045"/>
          </a:xfrm>
          <a:custGeom>
            <a:avLst/>
            <a:gdLst/>
            <a:ahLst/>
            <a:cxnLst/>
            <a:rect l="0" t="0" r="r" b="b"/>
            <a:pathLst>
              <a:path w="198626" h="257045">
                <a:moveTo>
                  <a:pt x="0" y="0"/>
                </a:moveTo>
                <a:lnTo>
                  <a:pt x="110997" y="257045"/>
                </a:lnTo>
                <a:lnTo>
                  <a:pt x="198626" y="198626"/>
                </a:lnTo>
                <a:close/>
              </a:path>
            </a:pathLst>
          </a:custGeom>
          <a:solidFill>
            <a:srgbClr val="7A462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1" name="!!Postać 11"/>
          <p:cNvSpPr/>
          <p:nvPr/>
        </p:nvSpPr>
        <p:spPr>
          <a:xfrm>
            <a:off x="8407400" y="2319488"/>
            <a:ext cx="257045" cy="151890"/>
          </a:xfrm>
          <a:custGeom>
            <a:avLst/>
            <a:gdLst/>
            <a:ahLst/>
            <a:cxnLst/>
            <a:rect l="0" t="0" r="r" b="b"/>
            <a:pathLst>
              <a:path w="257045" h="151890">
                <a:moveTo>
                  <a:pt x="0" y="0"/>
                </a:moveTo>
                <a:lnTo>
                  <a:pt x="257045" y="58419"/>
                </a:lnTo>
                <a:lnTo>
                  <a:pt x="128523" y="151890"/>
                </a:lnTo>
                <a:close/>
              </a:path>
            </a:pathLst>
          </a:custGeom>
          <a:solidFill>
            <a:srgbClr val="9C603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2" name="!!Postać 12"/>
          <p:cNvSpPr/>
          <p:nvPr/>
        </p:nvSpPr>
        <p:spPr>
          <a:xfrm>
            <a:off x="8535922" y="2377907"/>
            <a:ext cx="251203" cy="210310"/>
          </a:xfrm>
          <a:custGeom>
            <a:avLst/>
            <a:gdLst/>
            <a:ahLst/>
            <a:cxnLst/>
            <a:rect l="0" t="0" r="r" b="b"/>
            <a:pathLst>
              <a:path w="251203" h="210310">
                <a:moveTo>
                  <a:pt x="128523" y="0"/>
                </a:moveTo>
                <a:lnTo>
                  <a:pt x="251203" y="210310"/>
                </a:lnTo>
                <a:lnTo>
                  <a:pt x="0" y="93471"/>
                </a:lnTo>
                <a:close/>
              </a:path>
            </a:pathLst>
          </a:custGeom>
          <a:solidFill>
            <a:srgbClr val="7A462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3" name="!!Postać 13"/>
          <p:cNvSpPr/>
          <p:nvPr/>
        </p:nvSpPr>
        <p:spPr>
          <a:xfrm>
            <a:off x="8535922" y="2471379"/>
            <a:ext cx="251203" cy="292097"/>
          </a:xfrm>
          <a:custGeom>
            <a:avLst/>
            <a:gdLst/>
            <a:ahLst/>
            <a:cxnLst/>
            <a:rect l="0" t="0" r="r" b="b"/>
            <a:pathLst>
              <a:path w="251203" h="292097">
                <a:moveTo>
                  <a:pt x="251203" y="116839"/>
                </a:moveTo>
                <a:lnTo>
                  <a:pt x="134365" y="292097"/>
                </a:lnTo>
                <a:lnTo>
                  <a:pt x="0" y="0"/>
                </a:lnTo>
                <a:close/>
              </a:path>
            </a:pathLst>
          </a:custGeom>
          <a:solidFill>
            <a:srgbClr val="9C603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4" name="!!Postać 14"/>
          <p:cNvSpPr/>
          <p:nvPr/>
        </p:nvSpPr>
        <p:spPr>
          <a:xfrm>
            <a:off x="8670287" y="2588217"/>
            <a:ext cx="151890" cy="292097"/>
          </a:xfrm>
          <a:custGeom>
            <a:avLst/>
            <a:gdLst/>
            <a:ahLst/>
            <a:cxnLst/>
            <a:rect l="0" t="0" r="r" b="b"/>
            <a:pathLst>
              <a:path w="151890" h="292097">
                <a:moveTo>
                  <a:pt x="116839" y="0"/>
                </a:moveTo>
                <a:lnTo>
                  <a:pt x="151890" y="292097"/>
                </a:lnTo>
                <a:lnTo>
                  <a:pt x="0" y="175258"/>
                </a:lnTo>
                <a:close/>
              </a:path>
            </a:pathLst>
          </a:custGeom>
          <a:solidFill>
            <a:srgbClr val="7A462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5" name="!!Postać 15"/>
          <p:cNvSpPr/>
          <p:nvPr/>
        </p:nvSpPr>
        <p:spPr>
          <a:xfrm>
            <a:off x="8658603" y="2763476"/>
            <a:ext cx="163574" cy="257045"/>
          </a:xfrm>
          <a:custGeom>
            <a:avLst/>
            <a:gdLst/>
            <a:ahLst/>
            <a:cxnLst/>
            <a:rect l="0" t="0" r="r" b="b"/>
            <a:pathLst>
              <a:path w="163574" h="257045">
                <a:moveTo>
                  <a:pt x="163574" y="116839"/>
                </a:moveTo>
                <a:lnTo>
                  <a:pt x="0" y="257045"/>
                </a:lnTo>
                <a:lnTo>
                  <a:pt x="11684" y="0"/>
                </a:lnTo>
                <a:close/>
              </a:path>
            </a:pathLst>
          </a:custGeom>
          <a:solidFill>
            <a:srgbClr val="5D331C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6" name="!!Postać 16"/>
          <p:cNvSpPr/>
          <p:nvPr/>
        </p:nvSpPr>
        <p:spPr>
          <a:xfrm>
            <a:off x="8658603" y="2880314"/>
            <a:ext cx="163574" cy="245362"/>
          </a:xfrm>
          <a:custGeom>
            <a:avLst/>
            <a:gdLst/>
            <a:ahLst/>
            <a:cxnLst/>
            <a:rect l="0" t="0" r="r" b="b"/>
            <a:pathLst>
              <a:path w="163574" h="245362">
                <a:moveTo>
                  <a:pt x="163574" y="0"/>
                </a:moveTo>
                <a:lnTo>
                  <a:pt x="146049" y="245362"/>
                </a:lnTo>
                <a:lnTo>
                  <a:pt x="0" y="140207"/>
                </a:lnTo>
                <a:close/>
              </a:path>
            </a:pathLst>
          </a:custGeom>
          <a:solidFill>
            <a:srgbClr val="7A462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7" name="!!Postać 17"/>
          <p:cNvSpPr/>
          <p:nvPr/>
        </p:nvSpPr>
        <p:spPr>
          <a:xfrm>
            <a:off x="8606026" y="3020521"/>
            <a:ext cx="198626" cy="303781"/>
          </a:xfrm>
          <a:custGeom>
            <a:avLst/>
            <a:gdLst/>
            <a:ahLst/>
            <a:cxnLst/>
            <a:rect l="0" t="0" r="r" b="b"/>
            <a:pathLst>
              <a:path w="198626" h="303781">
                <a:moveTo>
                  <a:pt x="198626" y="105155"/>
                </a:moveTo>
                <a:lnTo>
                  <a:pt x="0" y="303781"/>
                </a:lnTo>
                <a:lnTo>
                  <a:pt x="52577" y="0"/>
                </a:lnTo>
                <a:close/>
              </a:path>
            </a:pathLst>
          </a:custGeom>
          <a:solidFill>
            <a:srgbClr val="5D331C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8" name="!!Postać 18"/>
          <p:cNvSpPr/>
          <p:nvPr/>
        </p:nvSpPr>
        <p:spPr>
          <a:xfrm>
            <a:off x="8693655" y="3125676"/>
            <a:ext cx="110997" cy="257045"/>
          </a:xfrm>
          <a:custGeom>
            <a:avLst/>
            <a:gdLst/>
            <a:ahLst/>
            <a:cxnLst/>
            <a:rect l="0" t="0" r="r" b="b"/>
            <a:pathLst>
              <a:path w="110997" h="257045">
                <a:moveTo>
                  <a:pt x="110997" y="0"/>
                </a:moveTo>
                <a:lnTo>
                  <a:pt x="64261" y="198626"/>
                </a:lnTo>
                <a:lnTo>
                  <a:pt x="0" y="257045"/>
                </a:lnTo>
                <a:close/>
              </a:path>
            </a:pathLst>
          </a:custGeom>
          <a:solidFill>
            <a:srgbClr val="7A462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9" name="!!Postać 19"/>
          <p:cNvSpPr/>
          <p:nvPr/>
        </p:nvSpPr>
        <p:spPr>
          <a:xfrm>
            <a:off x="8606026" y="3125676"/>
            <a:ext cx="198626" cy="257045"/>
          </a:xfrm>
          <a:custGeom>
            <a:avLst/>
            <a:gdLst/>
            <a:ahLst/>
            <a:cxnLst/>
            <a:rect l="0" t="0" r="r" b="b"/>
            <a:pathLst>
              <a:path w="198626" h="257045">
                <a:moveTo>
                  <a:pt x="198626" y="0"/>
                </a:moveTo>
                <a:lnTo>
                  <a:pt x="87629" y="257045"/>
                </a:lnTo>
                <a:lnTo>
                  <a:pt x="0" y="198626"/>
                </a:lnTo>
                <a:close/>
              </a:path>
            </a:pathLst>
          </a:custGeom>
          <a:solidFill>
            <a:srgbClr val="5D331C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0" name="!!Postać 20"/>
          <p:cNvSpPr/>
          <p:nvPr/>
        </p:nvSpPr>
        <p:spPr>
          <a:xfrm>
            <a:off x="8278877" y="2319488"/>
            <a:ext cx="257045" cy="151890"/>
          </a:xfrm>
          <a:custGeom>
            <a:avLst/>
            <a:gdLst/>
            <a:ahLst/>
            <a:cxnLst/>
            <a:rect l="0" t="0" r="r" b="b"/>
            <a:pathLst>
              <a:path w="257045" h="151890">
                <a:moveTo>
                  <a:pt x="128523" y="0"/>
                </a:moveTo>
                <a:lnTo>
                  <a:pt x="0" y="151890"/>
                </a:lnTo>
                <a:lnTo>
                  <a:pt x="257045" y="151890"/>
                </a:lnTo>
                <a:close/>
              </a:path>
            </a:pathLst>
          </a:custGeom>
          <a:solidFill>
            <a:srgbClr val="9C603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1" name="!!Postać 21"/>
          <p:cNvSpPr/>
          <p:nvPr/>
        </p:nvSpPr>
        <p:spPr>
          <a:xfrm>
            <a:off x="8302245" y="3791657"/>
            <a:ext cx="87629" cy="327149"/>
          </a:xfrm>
          <a:custGeom>
            <a:avLst/>
            <a:gdLst/>
            <a:ahLst/>
            <a:cxnLst/>
            <a:rect l="0" t="0" r="r" b="b"/>
            <a:pathLst>
              <a:path w="87629" h="327149">
                <a:moveTo>
                  <a:pt x="0" y="0"/>
                </a:moveTo>
                <a:lnTo>
                  <a:pt x="87629" y="0"/>
                </a:lnTo>
                <a:lnTo>
                  <a:pt x="17526" y="327149"/>
                </a:lnTo>
                <a:close/>
              </a:path>
            </a:pathLst>
          </a:custGeom>
          <a:solidFill>
            <a:srgbClr val="E2E2E2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2" name="!!Postać 22"/>
          <p:cNvSpPr/>
          <p:nvPr/>
        </p:nvSpPr>
        <p:spPr>
          <a:xfrm>
            <a:off x="8319771" y="3791657"/>
            <a:ext cx="70103" cy="327149"/>
          </a:xfrm>
          <a:custGeom>
            <a:avLst/>
            <a:gdLst/>
            <a:ahLst/>
            <a:cxnLst/>
            <a:rect l="0" t="0" r="r" b="b"/>
            <a:pathLst>
              <a:path w="70103" h="327149">
                <a:moveTo>
                  <a:pt x="70103" y="0"/>
                </a:moveTo>
                <a:lnTo>
                  <a:pt x="58419" y="327149"/>
                </a:lnTo>
                <a:lnTo>
                  <a:pt x="0" y="327149"/>
                </a:lnTo>
                <a:close/>
              </a:path>
            </a:pathLst>
          </a:custGeom>
          <a:solidFill>
            <a:srgbClr val="CDCDCD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3" name="!!Postać 23"/>
          <p:cNvSpPr/>
          <p:nvPr/>
        </p:nvSpPr>
        <p:spPr>
          <a:xfrm>
            <a:off x="8185406" y="4107122"/>
            <a:ext cx="221994" cy="70103"/>
          </a:xfrm>
          <a:custGeom>
            <a:avLst/>
            <a:gdLst/>
            <a:ahLst/>
            <a:cxnLst/>
            <a:rect l="0" t="0" r="r" b="b"/>
            <a:pathLst>
              <a:path w="221994" h="70103">
                <a:moveTo>
                  <a:pt x="70103" y="0"/>
                </a:moveTo>
                <a:lnTo>
                  <a:pt x="210310" y="0"/>
                </a:lnTo>
                <a:lnTo>
                  <a:pt x="221994" y="70103"/>
                </a:lnTo>
                <a:lnTo>
                  <a:pt x="0" y="58419"/>
                </a:lnTo>
                <a:close/>
              </a:path>
            </a:pathLst>
          </a:custGeom>
          <a:solidFill>
            <a:srgbClr val="F2F2F2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4" name="!!Postać 24"/>
          <p:cNvSpPr/>
          <p:nvPr/>
        </p:nvSpPr>
        <p:spPr>
          <a:xfrm>
            <a:off x="8173722" y="4165542"/>
            <a:ext cx="233678" cy="58419"/>
          </a:xfrm>
          <a:custGeom>
            <a:avLst/>
            <a:gdLst/>
            <a:ahLst/>
            <a:cxnLst/>
            <a:rect l="0" t="0" r="r" b="b"/>
            <a:pathLst>
              <a:path w="233678" h="58419">
                <a:moveTo>
                  <a:pt x="11684" y="0"/>
                </a:moveTo>
                <a:lnTo>
                  <a:pt x="233678" y="11684"/>
                </a:lnTo>
                <a:lnTo>
                  <a:pt x="221994" y="58419"/>
                </a:lnTo>
                <a:lnTo>
                  <a:pt x="0" y="58419"/>
                </a:lnTo>
                <a:close/>
              </a:path>
            </a:pathLst>
          </a:custGeom>
          <a:solidFill>
            <a:srgbClr val="EE3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5" name="!!Postać 25"/>
          <p:cNvSpPr/>
          <p:nvPr/>
        </p:nvSpPr>
        <p:spPr>
          <a:xfrm>
            <a:off x="8424925" y="3791657"/>
            <a:ext cx="70103" cy="327149"/>
          </a:xfrm>
          <a:custGeom>
            <a:avLst/>
            <a:gdLst/>
            <a:ahLst/>
            <a:cxnLst/>
            <a:rect l="0" t="0" r="r" b="b"/>
            <a:pathLst>
              <a:path w="70103" h="327149">
                <a:moveTo>
                  <a:pt x="0" y="0"/>
                </a:moveTo>
                <a:lnTo>
                  <a:pt x="70103" y="327149"/>
                </a:lnTo>
                <a:lnTo>
                  <a:pt x="11684" y="327149"/>
                </a:lnTo>
                <a:close/>
              </a:path>
            </a:pathLst>
          </a:custGeom>
          <a:solidFill>
            <a:srgbClr val="D2D2D2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6" name="!!Postać 26"/>
          <p:cNvSpPr/>
          <p:nvPr/>
        </p:nvSpPr>
        <p:spPr>
          <a:xfrm>
            <a:off x="8424925" y="3791657"/>
            <a:ext cx="87629" cy="327149"/>
          </a:xfrm>
          <a:custGeom>
            <a:avLst/>
            <a:gdLst/>
            <a:ahLst/>
            <a:cxnLst/>
            <a:rect l="0" t="0" r="r" b="b"/>
            <a:pathLst>
              <a:path w="87629" h="327149">
                <a:moveTo>
                  <a:pt x="0" y="0"/>
                </a:moveTo>
                <a:lnTo>
                  <a:pt x="87629" y="0"/>
                </a:lnTo>
                <a:lnTo>
                  <a:pt x="70103" y="327149"/>
                </a:lnTo>
                <a:close/>
              </a:path>
            </a:pathLst>
          </a:custGeom>
          <a:solidFill>
            <a:srgbClr val="BABAB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7" name="!!Postać 27"/>
          <p:cNvSpPr/>
          <p:nvPr/>
        </p:nvSpPr>
        <p:spPr>
          <a:xfrm>
            <a:off x="8407400" y="4107122"/>
            <a:ext cx="221994" cy="70103"/>
          </a:xfrm>
          <a:custGeom>
            <a:avLst/>
            <a:gdLst/>
            <a:ahLst/>
            <a:cxnLst/>
            <a:rect l="0" t="0" r="r" b="b"/>
            <a:pathLst>
              <a:path w="221994" h="70103">
                <a:moveTo>
                  <a:pt x="11684" y="0"/>
                </a:moveTo>
                <a:lnTo>
                  <a:pt x="151890" y="0"/>
                </a:lnTo>
                <a:lnTo>
                  <a:pt x="221994" y="58419"/>
                </a:lnTo>
                <a:lnTo>
                  <a:pt x="0" y="70103"/>
                </a:lnTo>
                <a:close/>
              </a:path>
            </a:pathLst>
          </a:custGeom>
          <a:solidFill>
            <a:srgbClr val="DCDCDC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8" name="!!Postać 28"/>
          <p:cNvSpPr/>
          <p:nvPr/>
        </p:nvSpPr>
        <p:spPr>
          <a:xfrm>
            <a:off x="8407400" y="4165542"/>
            <a:ext cx="233678" cy="58419"/>
          </a:xfrm>
          <a:custGeom>
            <a:avLst/>
            <a:gdLst/>
            <a:ahLst/>
            <a:cxnLst/>
            <a:rect l="0" t="0" r="r" b="b"/>
            <a:pathLst>
              <a:path w="233678" h="58419">
                <a:moveTo>
                  <a:pt x="0" y="11684"/>
                </a:moveTo>
                <a:lnTo>
                  <a:pt x="221994" y="0"/>
                </a:lnTo>
                <a:lnTo>
                  <a:pt x="233678" y="58419"/>
                </a:lnTo>
                <a:lnTo>
                  <a:pt x="11684" y="58419"/>
                </a:lnTo>
                <a:close/>
              </a:path>
            </a:pathLst>
          </a:custGeom>
          <a:solidFill>
            <a:srgbClr val="CF1723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9" name="!!Postać 29"/>
          <p:cNvSpPr/>
          <p:nvPr/>
        </p:nvSpPr>
        <p:spPr>
          <a:xfrm>
            <a:off x="8360664" y="3043889"/>
            <a:ext cx="93471" cy="105155"/>
          </a:xfrm>
          <a:custGeom>
            <a:avLst/>
            <a:gdLst/>
            <a:ahLst/>
            <a:cxnLst/>
            <a:rect l="0" t="0" r="r" b="b"/>
            <a:pathLst>
              <a:path w="93471" h="105155">
                <a:moveTo>
                  <a:pt x="0" y="0"/>
                </a:moveTo>
                <a:lnTo>
                  <a:pt x="93471" y="0"/>
                </a:lnTo>
                <a:lnTo>
                  <a:pt x="93471" y="105155"/>
                </a:lnTo>
                <a:lnTo>
                  <a:pt x="0" y="105155"/>
                </a:lnTo>
                <a:close/>
              </a:path>
            </a:pathLst>
          </a:custGeom>
          <a:solidFill>
            <a:srgbClr val="C4C4C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0" name="!!Postać 30"/>
          <p:cNvSpPr/>
          <p:nvPr/>
        </p:nvSpPr>
        <p:spPr>
          <a:xfrm>
            <a:off x="8185406" y="3113992"/>
            <a:ext cx="221994" cy="268729"/>
          </a:xfrm>
          <a:custGeom>
            <a:avLst/>
            <a:gdLst/>
            <a:ahLst/>
            <a:cxnLst/>
            <a:rect l="0" t="0" r="r" b="b"/>
            <a:pathLst>
              <a:path w="221994" h="268729">
                <a:moveTo>
                  <a:pt x="0" y="58419"/>
                </a:moveTo>
                <a:lnTo>
                  <a:pt x="221994" y="0"/>
                </a:lnTo>
                <a:lnTo>
                  <a:pt x="221994" y="268729"/>
                </a:lnTo>
                <a:close/>
              </a:path>
            </a:pathLst>
          </a:custGeom>
          <a:solidFill>
            <a:srgbClr val="EE3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1" name="!!Postać 31"/>
          <p:cNvSpPr/>
          <p:nvPr/>
        </p:nvSpPr>
        <p:spPr>
          <a:xfrm>
            <a:off x="8407400" y="3113992"/>
            <a:ext cx="221994" cy="268729"/>
          </a:xfrm>
          <a:custGeom>
            <a:avLst/>
            <a:gdLst/>
            <a:ahLst/>
            <a:cxnLst/>
            <a:rect l="0" t="0" r="r" b="b"/>
            <a:pathLst>
              <a:path w="221994" h="268729">
                <a:moveTo>
                  <a:pt x="0" y="0"/>
                </a:moveTo>
                <a:lnTo>
                  <a:pt x="221994" y="58419"/>
                </a:lnTo>
                <a:lnTo>
                  <a:pt x="0" y="268729"/>
                </a:lnTo>
                <a:close/>
              </a:path>
            </a:pathLst>
          </a:custGeom>
          <a:solidFill>
            <a:srgbClr val="CF1723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2" name="!!Postać 32"/>
          <p:cNvSpPr/>
          <p:nvPr/>
        </p:nvSpPr>
        <p:spPr>
          <a:xfrm>
            <a:off x="8185406" y="3172411"/>
            <a:ext cx="221994" cy="280413"/>
          </a:xfrm>
          <a:custGeom>
            <a:avLst/>
            <a:gdLst/>
            <a:ahLst/>
            <a:cxnLst/>
            <a:rect l="0" t="0" r="r" b="b"/>
            <a:pathLst>
              <a:path w="221994" h="280413">
                <a:moveTo>
                  <a:pt x="0" y="0"/>
                </a:moveTo>
                <a:lnTo>
                  <a:pt x="221994" y="210310"/>
                </a:lnTo>
                <a:lnTo>
                  <a:pt x="221994" y="280413"/>
                </a:lnTo>
                <a:lnTo>
                  <a:pt x="58419" y="280413"/>
                </a:lnTo>
                <a:close/>
              </a:path>
            </a:pathLst>
          </a:custGeom>
          <a:solidFill>
            <a:srgbClr val="CF1723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3" name="!!Postać 33"/>
          <p:cNvSpPr/>
          <p:nvPr/>
        </p:nvSpPr>
        <p:spPr>
          <a:xfrm>
            <a:off x="8407400" y="3172411"/>
            <a:ext cx="221994" cy="280413"/>
          </a:xfrm>
          <a:custGeom>
            <a:avLst/>
            <a:gdLst/>
            <a:ahLst/>
            <a:cxnLst/>
            <a:rect l="0" t="0" r="r" b="b"/>
            <a:pathLst>
              <a:path w="221994" h="280413">
                <a:moveTo>
                  <a:pt x="221994" y="0"/>
                </a:moveTo>
                <a:lnTo>
                  <a:pt x="163574" y="280413"/>
                </a:lnTo>
                <a:lnTo>
                  <a:pt x="0" y="280413"/>
                </a:lnTo>
                <a:lnTo>
                  <a:pt x="0" y="210310"/>
                </a:lnTo>
                <a:close/>
              </a:path>
            </a:pathLst>
          </a:custGeom>
          <a:solidFill>
            <a:srgbClr val="95161D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4" name="!!Postać 34"/>
          <p:cNvSpPr/>
          <p:nvPr/>
        </p:nvSpPr>
        <p:spPr>
          <a:xfrm>
            <a:off x="8243825" y="3441141"/>
            <a:ext cx="163574" cy="385568"/>
          </a:xfrm>
          <a:custGeom>
            <a:avLst/>
            <a:gdLst/>
            <a:ahLst/>
            <a:cxnLst/>
            <a:rect l="0" t="0" r="r" b="b"/>
            <a:pathLst>
              <a:path w="163574" h="385568">
                <a:moveTo>
                  <a:pt x="0" y="0"/>
                </a:moveTo>
                <a:lnTo>
                  <a:pt x="163574" y="0"/>
                </a:lnTo>
                <a:lnTo>
                  <a:pt x="23368" y="385568"/>
                </a:lnTo>
                <a:close/>
              </a:path>
            </a:pathLst>
          </a:custGeom>
          <a:solidFill>
            <a:srgbClr val="EE3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5" name="!!Postać 35"/>
          <p:cNvSpPr/>
          <p:nvPr/>
        </p:nvSpPr>
        <p:spPr>
          <a:xfrm>
            <a:off x="8091935" y="3441141"/>
            <a:ext cx="175258" cy="385568"/>
          </a:xfrm>
          <a:custGeom>
            <a:avLst/>
            <a:gdLst/>
            <a:ahLst/>
            <a:cxnLst/>
            <a:rect l="0" t="0" r="r" b="b"/>
            <a:pathLst>
              <a:path w="175258" h="385568">
                <a:moveTo>
                  <a:pt x="151890" y="0"/>
                </a:moveTo>
                <a:lnTo>
                  <a:pt x="175258" y="385568"/>
                </a:lnTo>
                <a:lnTo>
                  <a:pt x="0" y="385568"/>
                </a:lnTo>
                <a:close/>
              </a:path>
            </a:pathLst>
          </a:custGeom>
          <a:solidFill>
            <a:srgbClr val="CF1723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6" name="!!Postać 36"/>
          <p:cNvSpPr/>
          <p:nvPr/>
        </p:nvSpPr>
        <p:spPr>
          <a:xfrm>
            <a:off x="8267193" y="3441141"/>
            <a:ext cx="140207" cy="385568"/>
          </a:xfrm>
          <a:custGeom>
            <a:avLst/>
            <a:gdLst/>
            <a:ahLst/>
            <a:cxnLst/>
            <a:rect l="0" t="0" r="r" b="b"/>
            <a:pathLst>
              <a:path w="140207" h="385568">
                <a:moveTo>
                  <a:pt x="140207" y="0"/>
                </a:moveTo>
                <a:lnTo>
                  <a:pt x="140207" y="385568"/>
                </a:lnTo>
                <a:lnTo>
                  <a:pt x="0" y="385568"/>
                </a:lnTo>
                <a:close/>
              </a:path>
            </a:pathLst>
          </a:custGeom>
          <a:solidFill>
            <a:srgbClr val="CF1723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7" name="!!Postać 37"/>
          <p:cNvSpPr/>
          <p:nvPr/>
        </p:nvSpPr>
        <p:spPr>
          <a:xfrm>
            <a:off x="8407400" y="3441141"/>
            <a:ext cx="140207" cy="385568"/>
          </a:xfrm>
          <a:custGeom>
            <a:avLst/>
            <a:gdLst/>
            <a:ahLst/>
            <a:cxnLst/>
            <a:rect l="0" t="0" r="r" b="b"/>
            <a:pathLst>
              <a:path w="140207" h="385568">
                <a:moveTo>
                  <a:pt x="0" y="0"/>
                </a:moveTo>
                <a:lnTo>
                  <a:pt x="140207" y="385568"/>
                </a:lnTo>
                <a:lnTo>
                  <a:pt x="0" y="385568"/>
                </a:lnTo>
                <a:close/>
              </a:path>
            </a:pathLst>
          </a:custGeom>
          <a:solidFill>
            <a:srgbClr val="95161D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8" name="!!Postać 38"/>
          <p:cNvSpPr/>
          <p:nvPr/>
        </p:nvSpPr>
        <p:spPr>
          <a:xfrm>
            <a:off x="8407400" y="3441141"/>
            <a:ext cx="163574" cy="385568"/>
          </a:xfrm>
          <a:custGeom>
            <a:avLst/>
            <a:gdLst/>
            <a:ahLst/>
            <a:cxnLst/>
            <a:rect l="0" t="0" r="r" b="b"/>
            <a:pathLst>
              <a:path w="163574" h="385568">
                <a:moveTo>
                  <a:pt x="0" y="0"/>
                </a:moveTo>
                <a:lnTo>
                  <a:pt x="163574" y="0"/>
                </a:lnTo>
                <a:lnTo>
                  <a:pt x="140207" y="385568"/>
                </a:lnTo>
                <a:close/>
              </a:path>
            </a:pathLst>
          </a:custGeom>
          <a:solidFill>
            <a:srgbClr val="CF1723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9" name="!!Postać 39"/>
          <p:cNvSpPr/>
          <p:nvPr/>
        </p:nvSpPr>
        <p:spPr>
          <a:xfrm>
            <a:off x="8547606" y="3441141"/>
            <a:ext cx="175258" cy="385568"/>
          </a:xfrm>
          <a:custGeom>
            <a:avLst/>
            <a:gdLst/>
            <a:ahLst/>
            <a:cxnLst/>
            <a:rect l="0" t="0" r="r" b="b"/>
            <a:pathLst>
              <a:path w="175258" h="385568">
                <a:moveTo>
                  <a:pt x="23368" y="0"/>
                </a:moveTo>
                <a:lnTo>
                  <a:pt x="175258" y="385568"/>
                </a:lnTo>
                <a:lnTo>
                  <a:pt x="0" y="385568"/>
                </a:lnTo>
                <a:close/>
              </a:path>
            </a:pathLst>
          </a:custGeom>
          <a:solidFill>
            <a:srgbClr val="95161D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0" name="!!Postać 40"/>
          <p:cNvSpPr/>
          <p:nvPr/>
        </p:nvSpPr>
        <p:spPr>
          <a:xfrm>
            <a:off x="8372348" y="2412959"/>
            <a:ext cx="327149" cy="303781"/>
          </a:xfrm>
          <a:custGeom>
            <a:avLst/>
            <a:gdLst/>
            <a:ahLst/>
            <a:cxnLst/>
            <a:rect l="0" t="0" r="r" b="b"/>
            <a:pathLst>
              <a:path w="327149" h="303781">
                <a:moveTo>
                  <a:pt x="35052" y="0"/>
                </a:moveTo>
                <a:lnTo>
                  <a:pt x="327149" y="128523"/>
                </a:lnTo>
                <a:lnTo>
                  <a:pt x="0" y="303781"/>
                </a:lnTo>
                <a:close/>
              </a:path>
            </a:pathLst>
          </a:custGeom>
          <a:solidFill>
            <a:srgbClr val="ECECEC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1" name="!!Postać 41"/>
          <p:cNvSpPr/>
          <p:nvPr/>
        </p:nvSpPr>
        <p:spPr>
          <a:xfrm>
            <a:off x="8372348" y="2541482"/>
            <a:ext cx="338833" cy="373884"/>
          </a:xfrm>
          <a:custGeom>
            <a:avLst/>
            <a:gdLst/>
            <a:ahLst/>
            <a:cxnLst/>
            <a:rect l="0" t="0" r="r" b="b"/>
            <a:pathLst>
              <a:path w="338833" h="373884">
                <a:moveTo>
                  <a:pt x="327149" y="0"/>
                </a:moveTo>
                <a:lnTo>
                  <a:pt x="338833" y="373884"/>
                </a:lnTo>
                <a:lnTo>
                  <a:pt x="0" y="175258"/>
                </a:lnTo>
                <a:close/>
              </a:path>
            </a:pathLst>
          </a:custGeom>
          <a:solidFill>
            <a:srgbClr val="DADAD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2" name="!!Postać 42"/>
          <p:cNvSpPr/>
          <p:nvPr/>
        </p:nvSpPr>
        <p:spPr>
          <a:xfrm>
            <a:off x="8372348" y="2716740"/>
            <a:ext cx="338833" cy="362200"/>
          </a:xfrm>
          <a:custGeom>
            <a:avLst/>
            <a:gdLst/>
            <a:ahLst/>
            <a:cxnLst/>
            <a:rect l="0" t="0" r="r" b="b"/>
            <a:pathLst>
              <a:path w="338833" h="362200">
                <a:moveTo>
                  <a:pt x="338833" y="198626"/>
                </a:moveTo>
                <a:lnTo>
                  <a:pt x="35052" y="362200"/>
                </a:lnTo>
                <a:lnTo>
                  <a:pt x="0" y="0"/>
                </a:lnTo>
                <a:close/>
              </a:path>
            </a:pathLst>
          </a:custGeom>
          <a:solidFill>
            <a:srgbClr val="CECEC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3" name="!!Postać 43"/>
          <p:cNvSpPr/>
          <p:nvPr/>
        </p:nvSpPr>
        <p:spPr>
          <a:xfrm>
            <a:off x="8103619" y="2716740"/>
            <a:ext cx="303781" cy="362200"/>
          </a:xfrm>
          <a:custGeom>
            <a:avLst/>
            <a:gdLst/>
            <a:ahLst/>
            <a:cxnLst/>
            <a:rect l="0" t="0" r="r" b="b"/>
            <a:pathLst>
              <a:path w="303781" h="362200">
                <a:moveTo>
                  <a:pt x="303781" y="362200"/>
                </a:moveTo>
                <a:lnTo>
                  <a:pt x="0" y="198626"/>
                </a:lnTo>
                <a:lnTo>
                  <a:pt x="268729" y="0"/>
                </a:lnTo>
                <a:close/>
              </a:path>
            </a:pathLst>
          </a:custGeom>
          <a:solidFill>
            <a:srgbClr val="E2E2E2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4" name="!!Postać 44"/>
          <p:cNvSpPr/>
          <p:nvPr/>
        </p:nvSpPr>
        <p:spPr>
          <a:xfrm>
            <a:off x="8103619" y="2541482"/>
            <a:ext cx="268729" cy="373884"/>
          </a:xfrm>
          <a:custGeom>
            <a:avLst/>
            <a:gdLst/>
            <a:ahLst/>
            <a:cxnLst/>
            <a:rect l="0" t="0" r="r" b="b"/>
            <a:pathLst>
              <a:path w="268729" h="373884">
                <a:moveTo>
                  <a:pt x="0" y="373884"/>
                </a:moveTo>
                <a:lnTo>
                  <a:pt x="11684" y="0"/>
                </a:lnTo>
                <a:lnTo>
                  <a:pt x="268729" y="175258"/>
                </a:lnTo>
                <a:close/>
              </a:path>
            </a:pathLst>
          </a:custGeom>
          <a:solidFill>
            <a:srgbClr val="F3F3F3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5" name="!!Postać 45"/>
          <p:cNvSpPr/>
          <p:nvPr/>
        </p:nvSpPr>
        <p:spPr>
          <a:xfrm>
            <a:off x="8115303" y="2412959"/>
            <a:ext cx="292097" cy="303781"/>
          </a:xfrm>
          <a:custGeom>
            <a:avLst/>
            <a:gdLst/>
            <a:ahLst/>
            <a:cxnLst/>
            <a:rect l="0" t="0" r="r" b="b"/>
            <a:pathLst>
              <a:path w="292097" h="303781">
                <a:moveTo>
                  <a:pt x="0" y="128523"/>
                </a:moveTo>
                <a:lnTo>
                  <a:pt x="292097" y="0"/>
                </a:lnTo>
                <a:lnTo>
                  <a:pt x="257045" y="303781"/>
                </a:lnTo>
                <a:close/>
              </a:path>
            </a:pathLst>
          </a:custGeom>
          <a:solidFill>
            <a:srgbClr val="FBFBFB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6" name="!!Postać 47"/>
          <p:cNvSpPr/>
          <p:nvPr/>
        </p:nvSpPr>
        <p:spPr>
          <a:xfrm>
            <a:off x="8091935" y="2366224"/>
            <a:ext cx="315465" cy="245362"/>
          </a:xfrm>
          <a:custGeom>
            <a:avLst/>
            <a:gdLst/>
            <a:ahLst/>
            <a:cxnLst/>
            <a:rect l="0" t="0" r="r" b="b"/>
            <a:pathLst>
              <a:path w="315465" h="245362">
                <a:moveTo>
                  <a:pt x="0" y="210310"/>
                </a:moveTo>
                <a:lnTo>
                  <a:pt x="315465" y="0"/>
                </a:lnTo>
                <a:lnTo>
                  <a:pt x="128523" y="245362"/>
                </a:lnTo>
                <a:close/>
              </a:path>
            </a:pathLst>
          </a:custGeom>
          <a:solidFill>
            <a:srgbClr val="9C603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7" name="!!Postać 48"/>
          <p:cNvSpPr/>
          <p:nvPr/>
        </p:nvSpPr>
        <p:spPr>
          <a:xfrm>
            <a:off x="8220458" y="2366224"/>
            <a:ext cx="198626" cy="245362"/>
          </a:xfrm>
          <a:custGeom>
            <a:avLst/>
            <a:gdLst/>
            <a:ahLst/>
            <a:cxnLst/>
            <a:rect l="0" t="0" r="r" b="b"/>
            <a:pathLst>
              <a:path w="198626" h="245362">
                <a:moveTo>
                  <a:pt x="0" y="245362"/>
                </a:moveTo>
                <a:lnTo>
                  <a:pt x="186942" y="0"/>
                </a:lnTo>
                <a:lnTo>
                  <a:pt x="198626" y="198626"/>
                </a:lnTo>
                <a:close/>
              </a:path>
            </a:pathLst>
          </a:custGeom>
          <a:solidFill>
            <a:srgbClr val="C07C4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8" name="!!Postać 49"/>
          <p:cNvSpPr/>
          <p:nvPr/>
        </p:nvSpPr>
        <p:spPr>
          <a:xfrm>
            <a:off x="8407400" y="2366224"/>
            <a:ext cx="198626" cy="245362"/>
          </a:xfrm>
          <a:custGeom>
            <a:avLst/>
            <a:gdLst/>
            <a:ahLst/>
            <a:cxnLst/>
            <a:rect l="0" t="0" r="r" b="b"/>
            <a:pathLst>
              <a:path w="198626" h="245362">
                <a:moveTo>
                  <a:pt x="11684" y="198626"/>
                </a:moveTo>
                <a:lnTo>
                  <a:pt x="0" y="0"/>
                </a:lnTo>
                <a:lnTo>
                  <a:pt x="198626" y="245362"/>
                </a:lnTo>
                <a:close/>
              </a:path>
            </a:pathLst>
          </a:custGeom>
          <a:solidFill>
            <a:srgbClr val="9C603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9" name="!!Postać 50"/>
          <p:cNvSpPr/>
          <p:nvPr/>
        </p:nvSpPr>
        <p:spPr>
          <a:xfrm>
            <a:off x="8407400" y="2366224"/>
            <a:ext cx="327149" cy="245362"/>
          </a:xfrm>
          <a:custGeom>
            <a:avLst/>
            <a:gdLst/>
            <a:ahLst/>
            <a:cxnLst/>
            <a:rect l="0" t="0" r="r" b="b"/>
            <a:pathLst>
              <a:path w="327149" h="245362">
                <a:moveTo>
                  <a:pt x="198626" y="245362"/>
                </a:moveTo>
                <a:lnTo>
                  <a:pt x="0" y="0"/>
                </a:lnTo>
                <a:lnTo>
                  <a:pt x="327149" y="198626"/>
                </a:lnTo>
                <a:close/>
              </a:path>
            </a:pathLst>
          </a:custGeom>
          <a:solidFill>
            <a:srgbClr val="7A462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0" name="!!Postać 51"/>
          <p:cNvSpPr/>
          <p:nvPr/>
        </p:nvSpPr>
        <p:spPr>
          <a:xfrm>
            <a:off x="8056883" y="2553166"/>
            <a:ext cx="116839" cy="490723"/>
          </a:xfrm>
          <a:custGeom>
            <a:avLst/>
            <a:gdLst/>
            <a:ahLst/>
            <a:cxnLst/>
            <a:rect l="0" t="0" r="r" b="b"/>
            <a:pathLst>
              <a:path w="116839" h="490723">
                <a:moveTo>
                  <a:pt x="17526" y="0"/>
                </a:moveTo>
                <a:lnTo>
                  <a:pt x="116839" y="58419"/>
                </a:lnTo>
                <a:lnTo>
                  <a:pt x="81787" y="408936"/>
                </a:lnTo>
                <a:lnTo>
                  <a:pt x="0" y="490723"/>
                </a:lnTo>
                <a:close/>
              </a:path>
            </a:pathLst>
          </a:custGeom>
          <a:solidFill>
            <a:srgbClr val="C07C4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1" name="!!Postać 52"/>
          <p:cNvSpPr/>
          <p:nvPr/>
        </p:nvSpPr>
        <p:spPr>
          <a:xfrm>
            <a:off x="8641077" y="2553166"/>
            <a:ext cx="116839" cy="490723"/>
          </a:xfrm>
          <a:custGeom>
            <a:avLst/>
            <a:gdLst/>
            <a:ahLst/>
            <a:cxnLst/>
            <a:rect l="0" t="0" r="r" b="b"/>
            <a:pathLst>
              <a:path w="116839" h="490723">
                <a:moveTo>
                  <a:pt x="99313" y="0"/>
                </a:moveTo>
                <a:lnTo>
                  <a:pt x="0" y="58419"/>
                </a:lnTo>
                <a:lnTo>
                  <a:pt x="35052" y="408936"/>
                </a:lnTo>
                <a:lnTo>
                  <a:pt x="116839" y="490723"/>
                </a:lnTo>
                <a:close/>
              </a:path>
            </a:pathLst>
          </a:custGeom>
          <a:solidFill>
            <a:srgbClr val="7A462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2" name="!!Postać oko L"/>
          <p:cNvSpPr/>
          <p:nvPr/>
        </p:nvSpPr>
        <p:spPr>
          <a:xfrm>
            <a:off x="8226299" y="2710898"/>
            <a:ext cx="93471" cy="75945"/>
          </a:xfrm>
          <a:custGeom>
            <a:avLst/>
            <a:gdLst/>
            <a:ahLst/>
            <a:cxnLst/>
            <a:rect l="0" t="0" r="r" b="b"/>
            <a:pathLst>
              <a:path w="93471" h="75945">
                <a:moveTo>
                  <a:pt x="35052" y="17526"/>
                </a:moveTo>
                <a:lnTo>
                  <a:pt x="64261" y="17526"/>
                </a:lnTo>
                <a:lnTo>
                  <a:pt x="93471" y="17526"/>
                </a:lnTo>
                <a:lnTo>
                  <a:pt x="93471" y="75945"/>
                </a:lnTo>
                <a:lnTo>
                  <a:pt x="64261" y="75945"/>
                </a:lnTo>
                <a:lnTo>
                  <a:pt x="35052" y="75945"/>
                </a:lnTo>
                <a:lnTo>
                  <a:pt x="35052" y="29210"/>
                </a:lnTo>
                <a:lnTo>
                  <a:pt x="0" y="0"/>
                </a:lnTo>
                <a:close/>
              </a:path>
            </a:pathLst>
          </a:custGeom>
          <a:solidFill>
            <a:srgbClr val="15151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3" name="!!Postać oko P"/>
          <p:cNvSpPr/>
          <p:nvPr/>
        </p:nvSpPr>
        <p:spPr>
          <a:xfrm>
            <a:off x="8495029" y="2710898"/>
            <a:ext cx="93471" cy="75945"/>
          </a:xfrm>
          <a:custGeom>
            <a:avLst/>
            <a:gdLst/>
            <a:ahLst/>
            <a:cxnLst/>
            <a:rect l="0" t="0" r="r" b="b"/>
            <a:pathLst>
              <a:path w="93471" h="75945">
                <a:moveTo>
                  <a:pt x="58419" y="17526"/>
                </a:moveTo>
                <a:lnTo>
                  <a:pt x="29210" y="17526"/>
                </a:lnTo>
                <a:lnTo>
                  <a:pt x="0" y="17526"/>
                </a:lnTo>
                <a:lnTo>
                  <a:pt x="0" y="75945"/>
                </a:lnTo>
                <a:lnTo>
                  <a:pt x="29210" y="75945"/>
                </a:lnTo>
                <a:lnTo>
                  <a:pt x="58419" y="75945"/>
                </a:lnTo>
                <a:lnTo>
                  <a:pt x="58419" y="29210"/>
                </a:lnTo>
                <a:lnTo>
                  <a:pt x="93471" y="0"/>
                </a:lnTo>
                <a:close/>
              </a:path>
            </a:pathLst>
          </a:custGeom>
          <a:solidFill>
            <a:srgbClr val="15151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4" name="!!Postać brew L"/>
          <p:cNvSpPr/>
          <p:nvPr/>
        </p:nvSpPr>
        <p:spPr>
          <a:xfrm>
            <a:off x="8232141" y="2646637"/>
            <a:ext cx="122681" cy="17526"/>
          </a:xfrm>
          <a:custGeom>
            <a:avLst/>
            <a:gdLst/>
            <a:ahLst/>
            <a:cxnLst/>
            <a:rect l="0" t="0" r="r" b="b"/>
            <a:pathLst>
              <a:path w="122681" h="17526">
                <a:moveTo>
                  <a:pt x="0" y="0"/>
                </a:moveTo>
                <a:lnTo>
                  <a:pt x="122681" y="0"/>
                </a:lnTo>
                <a:lnTo>
                  <a:pt x="122681" y="17526"/>
                </a:lnTo>
                <a:lnTo>
                  <a:pt x="0" y="17526"/>
                </a:lnTo>
                <a:close/>
              </a:path>
            </a:pathLst>
          </a:custGeom>
          <a:solidFill>
            <a:srgbClr val="15151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5" name="!!Postać brew P"/>
          <p:cNvSpPr/>
          <p:nvPr/>
        </p:nvSpPr>
        <p:spPr>
          <a:xfrm>
            <a:off x="8459977" y="2646637"/>
            <a:ext cx="122681" cy="17526"/>
          </a:xfrm>
          <a:custGeom>
            <a:avLst/>
            <a:gdLst/>
            <a:ahLst/>
            <a:cxnLst/>
            <a:rect l="0" t="0" r="r" b="b"/>
            <a:pathLst>
              <a:path w="122681" h="17526">
                <a:moveTo>
                  <a:pt x="122681" y="0"/>
                </a:moveTo>
                <a:lnTo>
                  <a:pt x="0" y="0"/>
                </a:lnTo>
                <a:lnTo>
                  <a:pt x="0" y="17526"/>
                </a:lnTo>
                <a:lnTo>
                  <a:pt x="122681" y="17526"/>
                </a:lnTo>
                <a:close/>
              </a:path>
            </a:pathLst>
          </a:custGeom>
          <a:solidFill>
            <a:srgbClr val="15151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6" name="!!Postać usta"/>
          <p:cNvSpPr/>
          <p:nvPr/>
        </p:nvSpPr>
        <p:spPr>
          <a:xfrm>
            <a:off x="8343138" y="2927050"/>
            <a:ext cx="128523" cy="29210"/>
          </a:xfrm>
          <a:custGeom>
            <a:avLst/>
            <a:gdLst/>
            <a:ahLst/>
            <a:cxnLst/>
            <a:rect l="0" t="0" r="r" b="b"/>
            <a:pathLst>
              <a:path w="128523" h="29210">
                <a:moveTo>
                  <a:pt x="0" y="11684"/>
                </a:moveTo>
                <a:lnTo>
                  <a:pt x="64261" y="0"/>
                </a:lnTo>
                <a:lnTo>
                  <a:pt x="128523" y="11684"/>
                </a:lnTo>
                <a:lnTo>
                  <a:pt x="128523" y="29210"/>
                </a:lnTo>
                <a:lnTo>
                  <a:pt x="64261" y="17526"/>
                </a:lnTo>
                <a:lnTo>
                  <a:pt x="0" y="29210"/>
                </a:lnTo>
                <a:close/>
              </a:path>
            </a:pathLst>
          </a:custGeom>
          <a:solidFill>
            <a:srgbClr val="8E121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7" name="!!Postać 58"/>
          <p:cNvSpPr/>
          <p:nvPr/>
        </p:nvSpPr>
        <p:spPr>
          <a:xfrm>
            <a:off x="8130483" y="3152825"/>
            <a:ext cx="127710" cy="183215"/>
          </a:xfrm>
          <a:custGeom>
            <a:avLst/>
            <a:gdLst/>
            <a:ahLst/>
            <a:cxnLst/>
            <a:rect l="0" t="0" r="r" b="b"/>
            <a:pathLst>
              <a:path w="127710" h="183215">
                <a:moveTo>
                  <a:pt x="12008" y="0"/>
                </a:moveTo>
                <a:lnTo>
                  <a:pt x="127710" y="16261"/>
                </a:lnTo>
                <a:lnTo>
                  <a:pt x="98346" y="183215"/>
                </a:lnTo>
                <a:lnTo>
                  <a:pt x="0" y="169394"/>
                </a:lnTo>
                <a:close/>
              </a:path>
            </a:pathLst>
          </a:custGeom>
          <a:solidFill>
            <a:srgbClr val="EE3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8" name="!!Postać 59"/>
          <p:cNvSpPr/>
          <p:nvPr/>
        </p:nvSpPr>
        <p:spPr>
          <a:xfrm>
            <a:off x="8123353" y="3317246"/>
            <a:ext cx="100504" cy="150225"/>
          </a:xfrm>
          <a:custGeom>
            <a:avLst/>
            <a:gdLst/>
            <a:ahLst/>
            <a:cxnLst/>
            <a:rect l="0" t="0" r="r" b="b"/>
            <a:pathLst>
              <a:path w="100504" h="150225">
                <a:moveTo>
                  <a:pt x="13728" y="0"/>
                </a:moveTo>
                <a:lnTo>
                  <a:pt x="100504" y="12196"/>
                </a:lnTo>
                <a:lnTo>
                  <a:pt x="75206" y="150225"/>
                </a:lnTo>
                <a:lnTo>
                  <a:pt x="0" y="139655"/>
                </a:lnTo>
                <a:close/>
              </a:path>
            </a:pathLst>
          </a:custGeom>
          <a:solidFill>
            <a:srgbClr val="E8E8E8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9" name="!!Postać 60"/>
          <p:cNvSpPr/>
          <p:nvPr/>
        </p:nvSpPr>
        <p:spPr>
          <a:xfrm>
            <a:off x="8121937" y="3448933"/>
            <a:ext cx="78012" cy="230143"/>
          </a:xfrm>
          <a:custGeom>
            <a:avLst/>
            <a:gdLst/>
            <a:ahLst/>
            <a:cxnLst/>
            <a:rect l="0" t="0" r="r" b="b"/>
            <a:pathLst>
              <a:path w="78012" h="230143">
                <a:moveTo>
                  <a:pt x="2113" y="0"/>
                </a:moveTo>
                <a:lnTo>
                  <a:pt x="78012" y="2650"/>
                </a:lnTo>
                <a:lnTo>
                  <a:pt x="64222" y="230143"/>
                </a:lnTo>
                <a:lnTo>
                  <a:pt x="0" y="227901"/>
                </a:lnTo>
                <a:close/>
              </a:path>
            </a:pathLst>
          </a:custGeom>
          <a:solidFill>
            <a:srgbClr val="F4F4F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0" name="!!Postać 61"/>
          <p:cNvSpPr/>
          <p:nvPr/>
        </p:nvSpPr>
        <p:spPr>
          <a:xfrm>
            <a:off x="8111076" y="3594689"/>
            <a:ext cx="89615" cy="61442"/>
          </a:xfrm>
          <a:custGeom>
            <a:avLst/>
            <a:gdLst/>
            <a:ahLst/>
            <a:cxnLst/>
            <a:rect l="0" t="0" r="r" b="b"/>
            <a:pathLst>
              <a:path w="89615" h="61442">
                <a:moveTo>
                  <a:pt x="2039" y="0"/>
                </a:moveTo>
                <a:lnTo>
                  <a:pt x="89615" y="3058"/>
                </a:lnTo>
                <a:lnTo>
                  <a:pt x="87576" y="61442"/>
                </a:lnTo>
                <a:lnTo>
                  <a:pt x="0" y="58384"/>
                </a:lnTo>
                <a:close/>
              </a:path>
            </a:pathLst>
          </a:custGeom>
          <a:solidFill>
            <a:srgbClr val="15151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1" name="!!Postać 62"/>
          <p:cNvSpPr/>
          <p:nvPr/>
        </p:nvSpPr>
        <p:spPr>
          <a:xfrm>
            <a:off x="8134837" y="3607181"/>
            <a:ext cx="42092" cy="36457"/>
          </a:xfrm>
          <a:custGeom>
            <a:avLst/>
            <a:gdLst/>
            <a:ahLst/>
            <a:cxnLst/>
            <a:rect l="0" t="0" r="r" b="b"/>
            <a:pathLst>
              <a:path w="42092" h="36457">
                <a:moveTo>
                  <a:pt x="1223" y="0"/>
                </a:moveTo>
                <a:lnTo>
                  <a:pt x="42092" y="1427"/>
                </a:lnTo>
                <a:lnTo>
                  <a:pt x="40869" y="36457"/>
                </a:lnTo>
                <a:lnTo>
                  <a:pt x="0" y="3503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2" name="!!Postać 63"/>
          <p:cNvSpPr/>
          <p:nvPr/>
        </p:nvSpPr>
        <p:spPr>
          <a:xfrm>
            <a:off x="8096545" y="3664545"/>
            <a:ext cx="110929" cy="125256"/>
          </a:xfrm>
          <a:custGeom>
            <a:avLst/>
            <a:gdLst/>
            <a:ahLst/>
            <a:cxnLst/>
            <a:rect l="0" t="0" r="r" b="b"/>
            <a:pathLst>
              <a:path w="110929" h="125256">
                <a:moveTo>
                  <a:pt x="8285" y="0"/>
                </a:moveTo>
                <a:lnTo>
                  <a:pt x="107537" y="3466"/>
                </a:lnTo>
                <a:lnTo>
                  <a:pt x="110929" y="73730"/>
                </a:lnTo>
                <a:lnTo>
                  <a:pt x="79902" y="125256"/>
                </a:lnTo>
                <a:lnTo>
                  <a:pt x="27357" y="123422"/>
                </a:lnTo>
                <a:lnTo>
                  <a:pt x="0" y="69857"/>
                </a:lnTo>
                <a:close/>
              </a:path>
            </a:pathLst>
          </a:custGeom>
          <a:solidFill>
            <a:srgbClr val="FAFAF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3" name="!!Postać 64"/>
          <p:cNvSpPr/>
          <p:nvPr/>
        </p:nvSpPr>
        <p:spPr>
          <a:xfrm>
            <a:off x="8556607" y="3152825"/>
            <a:ext cx="127710" cy="183215"/>
          </a:xfrm>
          <a:custGeom>
            <a:avLst/>
            <a:gdLst/>
            <a:ahLst/>
            <a:cxnLst/>
            <a:rect l="0" t="0" r="r" b="b"/>
            <a:pathLst>
              <a:path w="127710" h="183215">
                <a:moveTo>
                  <a:pt x="115702" y="0"/>
                </a:moveTo>
                <a:lnTo>
                  <a:pt x="0" y="16261"/>
                </a:lnTo>
                <a:lnTo>
                  <a:pt x="29363" y="183215"/>
                </a:lnTo>
                <a:lnTo>
                  <a:pt x="127710" y="169394"/>
                </a:lnTo>
                <a:close/>
              </a:path>
            </a:pathLst>
          </a:custGeom>
          <a:solidFill>
            <a:srgbClr val="CF1723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4" name="!!Postać 65"/>
          <p:cNvSpPr/>
          <p:nvPr/>
        </p:nvSpPr>
        <p:spPr>
          <a:xfrm>
            <a:off x="8590942" y="3317246"/>
            <a:ext cx="100504" cy="150225"/>
          </a:xfrm>
          <a:custGeom>
            <a:avLst/>
            <a:gdLst/>
            <a:ahLst/>
            <a:cxnLst/>
            <a:rect l="0" t="0" r="r" b="b"/>
            <a:pathLst>
              <a:path w="100504" h="150225">
                <a:moveTo>
                  <a:pt x="86776" y="0"/>
                </a:moveTo>
                <a:lnTo>
                  <a:pt x="0" y="12196"/>
                </a:lnTo>
                <a:lnTo>
                  <a:pt x="25298" y="150225"/>
                </a:lnTo>
                <a:lnTo>
                  <a:pt x="100504" y="139655"/>
                </a:lnTo>
                <a:close/>
              </a:path>
            </a:pathLst>
          </a:custGeom>
          <a:solidFill>
            <a:srgbClr val="D2D2D2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5" name="!!Postać 66"/>
          <p:cNvSpPr/>
          <p:nvPr/>
        </p:nvSpPr>
        <p:spPr>
          <a:xfrm>
            <a:off x="8614850" y="3448933"/>
            <a:ext cx="78012" cy="230143"/>
          </a:xfrm>
          <a:custGeom>
            <a:avLst/>
            <a:gdLst/>
            <a:ahLst/>
            <a:cxnLst/>
            <a:rect l="0" t="0" r="r" b="b"/>
            <a:pathLst>
              <a:path w="78012" h="230143">
                <a:moveTo>
                  <a:pt x="75899" y="0"/>
                </a:moveTo>
                <a:lnTo>
                  <a:pt x="0" y="2650"/>
                </a:lnTo>
                <a:lnTo>
                  <a:pt x="13790" y="230143"/>
                </a:lnTo>
                <a:lnTo>
                  <a:pt x="78012" y="227901"/>
                </a:lnTo>
                <a:close/>
              </a:path>
            </a:pathLst>
          </a:custGeom>
          <a:solidFill>
            <a:srgbClr val="DEDED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6" name="!!Postać 67"/>
          <p:cNvSpPr/>
          <p:nvPr/>
        </p:nvSpPr>
        <p:spPr>
          <a:xfrm>
            <a:off x="8607325" y="3664545"/>
            <a:ext cx="110929" cy="125256"/>
          </a:xfrm>
          <a:custGeom>
            <a:avLst/>
            <a:gdLst/>
            <a:ahLst/>
            <a:cxnLst/>
            <a:rect l="0" t="0" r="r" b="b"/>
            <a:pathLst>
              <a:path w="110929" h="125256">
                <a:moveTo>
                  <a:pt x="102644" y="0"/>
                </a:moveTo>
                <a:lnTo>
                  <a:pt x="3392" y="3466"/>
                </a:lnTo>
                <a:lnTo>
                  <a:pt x="0" y="73730"/>
                </a:lnTo>
                <a:lnTo>
                  <a:pt x="31027" y="125256"/>
                </a:lnTo>
                <a:lnTo>
                  <a:pt x="83572" y="123422"/>
                </a:lnTo>
                <a:lnTo>
                  <a:pt x="110929" y="69857"/>
                </a:lnTo>
                <a:close/>
              </a:path>
            </a:pathLst>
          </a:custGeom>
          <a:solidFill>
            <a:srgbClr val="E4E4E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 name="Prezentacja zacznie się za chwilę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Tło 1"/>
          <p:cNvSpPr/>
          <p:nvPr/>
        </p:nvSpPr>
        <p:spPr>
          <a:xfrm>
            <a:off x="-557530" y="-1584325"/>
            <a:ext cx="3181985" cy="3776345"/>
          </a:xfrm>
          <a:custGeom>
            <a:avLst/>
            <a:gdLst/>
            <a:ahLst/>
            <a:cxnLst/>
            <a:rect l="0" t="0" r="r" b="b"/>
            <a:pathLst>
              <a:path w="3181985" h="3776345">
                <a:moveTo>
                  <a:pt x="1356360" y="3776345"/>
                </a:moveTo>
                <a:lnTo>
                  <a:pt x="0" y="0"/>
                </a:lnTo>
                <a:lnTo>
                  <a:pt x="3181985" y="2229485"/>
                </a:lnTo>
                <a:close/>
              </a:path>
            </a:pathLst>
          </a:custGeom>
          <a:solidFill>
            <a:srgbClr val="131313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" name="!!Tło 2"/>
          <p:cNvSpPr/>
          <p:nvPr/>
        </p:nvSpPr>
        <p:spPr>
          <a:xfrm>
            <a:off x="-557530" y="-1584325"/>
            <a:ext cx="3181985" cy="3776345"/>
          </a:xfrm>
          <a:custGeom>
            <a:avLst/>
            <a:gdLst/>
            <a:ahLst/>
            <a:cxnLst/>
            <a:rect l="0" t="0" r="r" b="b"/>
            <a:pathLst>
              <a:path w="3181985" h="3776345">
                <a:moveTo>
                  <a:pt x="1356360" y="3776345"/>
                </a:moveTo>
                <a:lnTo>
                  <a:pt x="0" y="0"/>
                </a:lnTo>
                <a:lnTo>
                  <a:pt x="3181985" y="2229485"/>
                </a:lnTo>
                <a:close/>
              </a:path>
            </a:pathLst>
          </a:custGeom>
          <a:solidFill>
            <a:srgbClr val="95161D">
              <a:alpha val="2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" name="!!Tło 3"/>
          <p:cNvSpPr/>
          <p:nvPr/>
        </p:nvSpPr>
        <p:spPr>
          <a:xfrm>
            <a:off x="8385810" y="1318260"/>
            <a:ext cx="4237990" cy="2672080"/>
          </a:xfrm>
          <a:custGeom>
            <a:avLst/>
            <a:gdLst/>
            <a:ahLst/>
            <a:cxnLst/>
            <a:rect l="0" t="0" r="r" b="b"/>
            <a:pathLst>
              <a:path w="4237990" h="2672080">
                <a:moveTo>
                  <a:pt x="4237990" y="2672080"/>
                </a:moveTo>
                <a:lnTo>
                  <a:pt x="0" y="2418080"/>
                </a:lnTo>
                <a:lnTo>
                  <a:pt x="2108835" y="0"/>
                </a:lnTo>
                <a:close/>
              </a:path>
            </a:pathLst>
          </a:custGeom>
          <a:solidFill>
            <a:srgbClr val="14141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" name="!!Tło 4"/>
          <p:cNvSpPr/>
          <p:nvPr/>
        </p:nvSpPr>
        <p:spPr>
          <a:xfrm>
            <a:off x="8385810" y="1318260"/>
            <a:ext cx="4237990" cy="2672080"/>
          </a:xfrm>
          <a:custGeom>
            <a:avLst/>
            <a:gdLst/>
            <a:ahLst/>
            <a:cxnLst/>
            <a:rect l="0" t="0" r="r" b="b"/>
            <a:pathLst>
              <a:path w="4237990" h="2672080">
                <a:moveTo>
                  <a:pt x="4237990" y="2672080"/>
                </a:moveTo>
                <a:lnTo>
                  <a:pt x="0" y="2418080"/>
                </a:lnTo>
                <a:lnTo>
                  <a:pt x="2108835" y="0"/>
                </a:lnTo>
                <a:close/>
              </a:path>
            </a:pathLst>
          </a:custGeom>
          <a:solidFill>
            <a:srgbClr val="5C1014">
              <a:alpha val="2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" name="!!Tło 5"/>
          <p:cNvSpPr/>
          <p:nvPr/>
        </p:nvSpPr>
        <p:spPr>
          <a:xfrm>
            <a:off x="2368550" y="518795"/>
            <a:ext cx="4458970" cy="5109210"/>
          </a:xfrm>
          <a:custGeom>
            <a:avLst/>
            <a:gdLst/>
            <a:ahLst/>
            <a:cxnLst/>
            <a:rect l="0" t="0" r="r" b="b"/>
            <a:pathLst>
              <a:path w="4458970" h="5109210">
                <a:moveTo>
                  <a:pt x="3594100" y="0"/>
                </a:moveTo>
                <a:lnTo>
                  <a:pt x="4458970" y="5109210"/>
                </a:lnTo>
                <a:lnTo>
                  <a:pt x="0" y="3502025"/>
                </a:lnTo>
                <a:close/>
              </a:path>
            </a:pathLst>
          </a:custGeom>
          <a:solidFill>
            <a:srgbClr val="161616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" name="!!Tło 7"/>
          <p:cNvSpPr/>
          <p:nvPr/>
        </p:nvSpPr>
        <p:spPr>
          <a:xfrm>
            <a:off x="8328660" y="3310255"/>
            <a:ext cx="2503170" cy="2330450"/>
          </a:xfrm>
          <a:custGeom>
            <a:avLst/>
            <a:gdLst/>
            <a:ahLst/>
            <a:cxnLst/>
            <a:rect l="0" t="0" r="r" b="b"/>
            <a:pathLst>
              <a:path w="2503170" h="2330450">
                <a:moveTo>
                  <a:pt x="2503170" y="24130"/>
                </a:moveTo>
                <a:lnTo>
                  <a:pt x="1282065" y="2330450"/>
                </a:lnTo>
                <a:lnTo>
                  <a:pt x="0" y="0"/>
                </a:lnTo>
                <a:close/>
              </a:path>
            </a:pathLst>
          </a:custGeom>
          <a:solidFill>
            <a:srgbClr val="17171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" name="!!Tło 8"/>
          <p:cNvSpPr/>
          <p:nvPr/>
        </p:nvSpPr>
        <p:spPr>
          <a:xfrm>
            <a:off x="8328660" y="3310255"/>
            <a:ext cx="2503170" cy="2330450"/>
          </a:xfrm>
          <a:custGeom>
            <a:avLst/>
            <a:gdLst/>
            <a:ahLst/>
            <a:cxnLst/>
            <a:rect l="0" t="0" r="r" b="b"/>
            <a:pathLst>
              <a:path w="2503170" h="2330450">
                <a:moveTo>
                  <a:pt x="2503170" y="24130"/>
                </a:moveTo>
                <a:lnTo>
                  <a:pt x="1282065" y="2330450"/>
                </a:lnTo>
                <a:lnTo>
                  <a:pt x="0" y="0"/>
                </a:lnTo>
                <a:close/>
              </a:path>
            </a:pathLst>
          </a:custGeom>
          <a:solidFill>
            <a:srgbClr val="95161D">
              <a:alpha val="2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" name="!!Tło 9"/>
          <p:cNvSpPr/>
          <p:nvPr/>
        </p:nvSpPr>
        <p:spPr>
          <a:xfrm>
            <a:off x="8206740" y="613410"/>
            <a:ext cx="2186940" cy="2498090"/>
          </a:xfrm>
          <a:custGeom>
            <a:avLst/>
            <a:gdLst/>
            <a:ahLst/>
            <a:cxnLst/>
            <a:rect l="0" t="0" r="r" b="b"/>
            <a:pathLst>
              <a:path w="2186940" h="2498090">
                <a:moveTo>
                  <a:pt x="2186940" y="1733550"/>
                </a:moveTo>
                <a:lnTo>
                  <a:pt x="0" y="2498090"/>
                </a:lnTo>
                <a:lnTo>
                  <a:pt x="715010" y="0"/>
                </a:lnTo>
                <a:close/>
              </a:path>
            </a:pathLst>
          </a:custGeom>
          <a:solidFill>
            <a:srgbClr val="131313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" name="!!Tło 10"/>
          <p:cNvSpPr/>
          <p:nvPr/>
        </p:nvSpPr>
        <p:spPr>
          <a:xfrm>
            <a:off x="8206740" y="613410"/>
            <a:ext cx="2186940" cy="2498090"/>
          </a:xfrm>
          <a:custGeom>
            <a:avLst/>
            <a:gdLst/>
            <a:ahLst/>
            <a:cxnLst/>
            <a:rect l="0" t="0" r="r" b="b"/>
            <a:pathLst>
              <a:path w="2186940" h="2498090">
                <a:moveTo>
                  <a:pt x="2186940" y="1733550"/>
                </a:moveTo>
                <a:lnTo>
                  <a:pt x="0" y="2498090"/>
                </a:lnTo>
                <a:lnTo>
                  <a:pt x="715010" y="0"/>
                </a:lnTo>
                <a:close/>
              </a:path>
            </a:pathLst>
          </a:custGeom>
          <a:solidFill>
            <a:srgbClr val="5C1014">
              <a:alpha val="2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1" name="!!Tło 11"/>
          <p:cNvSpPr/>
          <p:nvPr/>
        </p:nvSpPr>
        <p:spPr>
          <a:xfrm>
            <a:off x="5572125" y="1104900"/>
            <a:ext cx="2019935" cy="1752600"/>
          </a:xfrm>
          <a:custGeom>
            <a:avLst/>
            <a:gdLst/>
            <a:ahLst/>
            <a:cxnLst/>
            <a:rect l="0" t="0" r="r" b="b"/>
            <a:pathLst>
              <a:path w="2019935" h="1752600">
                <a:moveTo>
                  <a:pt x="2019935" y="0"/>
                </a:moveTo>
                <a:lnTo>
                  <a:pt x="1430020" y="1752600"/>
                </a:lnTo>
                <a:lnTo>
                  <a:pt x="0" y="1381760"/>
                </a:lnTo>
                <a:close/>
              </a:path>
            </a:pathLst>
          </a:custGeom>
          <a:solidFill>
            <a:srgbClr val="14141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2" name="!!Tło 13"/>
          <p:cNvSpPr/>
          <p:nvPr/>
        </p:nvSpPr>
        <p:spPr>
          <a:xfrm>
            <a:off x="1796415" y="922020"/>
            <a:ext cx="3673475" cy="6204585"/>
          </a:xfrm>
          <a:custGeom>
            <a:avLst/>
            <a:gdLst/>
            <a:ahLst/>
            <a:cxnLst/>
            <a:rect l="0" t="0" r="r" b="b"/>
            <a:pathLst>
              <a:path w="3673475" h="6204585">
                <a:moveTo>
                  <a:pt x="3673475" y="3769995"/>
                </a:moveTo>
                <a:lnTo>
                  <a:pt x="0" y="6204585"/>
                </a:lnTo>
                <a:lnTo>
                  <a:pt x="161925" y="0"/>
                </a:lnTo>
                <a:close/>
              </a:path>
            </a:pathLst>
          </a:custGeom>
          <a:solidFill>
            <a:srgbClr val="161616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3" name="!!Tło 14"/>
          <p:cNvSpPr/>
          <p:nvPr/>
        </p:nvSpPr>
        <p:spPr>
          <a:xfrm>
            <a:off x="1796415" y="922020"/>
            <a:ext cx="3673475" cy="6204585"/>
          </a:xfrm>
          <a:custGeom>
            <a:avLst/>
            <a:gdLst/>
            <a:ahLst/>
            <a:cxnLst/>
            <a:rect l="0" t="0" r="r" b="b"/>
            <a:pathLst>
              <a:path w="3673475" h="6204585">
                <a:moveTo>
                  <a:pt x="3673475" y="3769995"/>
                </a:moveTo>
                <a:lnTo>
                  <a:pt x="0" y="6204585"/>
                </a:lnTo>
                <a:lnTo>
                  <a:pt x="161925" y="0"/>
                </a:lnTo>
                <a:close/>
              </a:path>
            </a:pathLst>
          </a:custGeom>
          <a:solidFill>
            <a:srgbClr val="95161D">
              <a:alpha val="2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4" name="!!Tło 15"/>
          <p:cNvSpPr/>
          <p:nvPr/>
        </p:nvSpPr>
        <p:spPr>
          <a:xfrm>
            <a:off x="-975360" y="3815715"/>
            <a:ext cx="3752215" cy="3879850"/>
          </a:xfrm>
          <a:custGeom>
            <a:avLst/>
            <a:gdLst/>
            <a:ahLst/>
            <a:cxnLst/>
            <a:rect l="0" t="0" r="r" b="b"/>
            <a:pathLst>
              <a:path w="3752215" h="3879850">
                <a:moveTo>
                  <a:pt x="0" y="0"/>
                </a:moveTo>
                <a:lnTo>
                  <a:pt x="3752215" y="688975"/>
                </a:lnTo>
                <a:lnTo>
                  <a:pt x="2256790" y="3879850"/>
                </a:lnTo>
                <a:close/>
              </a:path>
            </a:pathLst>
          </a:custGeom>
          <a:solidFill>
            <a:srgbClr val="17171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5" name="!!Tło 17"/>
          <p:cNvSpPr/>
          <p:nvPr/>
        </p:nvSpPr>
        <p:spPr>
          <a:xfrm>
            <a:off x="979170" y="4888230"/>
            <a:ext cx="1603375" cy="2202815"/>
          </a:xfrm>
          <a:custGeom>
            <a:avLst/>
            <a:gdLst/>
            <a:ahLst/>
            <a:cxnLst/>
            <a:rect l="0" t="0" r="r" b="b"/>
            <a:pathLst>
              <a:path w="1603375" h="2202815">
                <a:moveTo>
                  <a:pt x="0" y="2202815"/>
                </a:moveTo>
                <a:lnTo>
                  <a:pt x="358775" y="0"/>
                </a:lnTo>
                <a:lnTo>
                  <a:pt x="1603375" y="2158365"/>
                </a:lnTo>
                <a:close/>
              </a:path>
            </a:pathLst>
          </a:custGeom>
          <a:solidFill>
            <a:srgbClr val="131313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6" name="!!Tło 18"/>
          <p:cNvSpPr/>
          <p:nvPr/>
        </p:nvSpPr>
        <p:spPr>
          <a:xfrm>
            <a:off x="979170" y="4888230"/>
            <a:ext cx="1603375" cy="2202815"/>
          </a:xfrm>
          <a:custGeom>
            <a:avLst/>
            <a:gdLst/>
            <a:ahLst/>
            <a:cxnLst/>
            <a:rect l="0" t="0" r="r" b="b"/>
            <a:pathLst>
              <a:path w="1603375" h="2202815">
                <a:moveTo>
                  <a:pt x="0" y="2202815"/>
                </a:moveTo>
                <a:lnTo>
                  <a:pt x="358775" y="0"/>
                </a:lnTo>
                <a:lnTo>
                  <a:pt x="1603375" y="2158365"/>
                </a:lnTo>
                <a:close/>
              </a:path>
            </a:pathLst>
          </a:custGeom>
          <a:solidFill>
            <a:srgbClr val="CF1723">
              <a:alpha val="2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7" name="!!Tło 19"/>
          <p:cNvSpPr/>
          <p:nvPr/>
        </p:nvSpPr>
        <p:spPr>
          <a:xfrm>
            <a:off x="4709160" y="-875665"/>
            <a:ext cx="2571750" cy="3023870"/>
          </a:xfrm>
          <a:custGeom>
            <a:avLst/>
            <a:gdLst/>
            <a:ahLst/>
            <a:cxnLst/>
            <a:rect l="0" t="0" r="r" b="b"/>
            <a:pathLst>
              <a:path w="2571750" h="3023870">
                <a:moveTo>
                  <a:pt x="0" y="1351280"/>
                </a:moveTo>
                <a:lnTo>
                  <a:pt x="1868805" y="0"/>
                </a:lnTo>
                <a:lnTo>
                  <a:pt x="2571750" y="3023870"/>
                </a:lnTo>
                <a:close/>
              </a:path>
            </a:pathLst>
          </a:custGeom>
          <a:solidFill>
            <a:srgbClr val="14141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8" name="!!Tło 20"/>
          <p:cNvSpPr/>
          <p:nvPr/>
        </p:nvSpPr>
        <p:spPr>
          <a:xfrm>
            <a:off x="4709160" y="-875665"/>
            <a:ext cx="2571750" cy="3023870"/>
          </a:xfrm>
          <a:custGeom>
            <a:avLst/>
            <a:gdLst/>
            <a:ahLst/>
            <a:cxnLst/>
            <a:rect l="0" t="0" r="r" b="b"/>
            <a:pathLst>
              <a:path w="2571750" h="3023870">
                <a:moveTo>
                  <a:pt x="0" y="1351280"/>
                </a:moveTo>
                <a:lnTo>
                  <a:pt x="1868805" y="0"/>
                </a:lnTo>
                <a:lnTo>
                  <a:pt x="2571750" y="3023870"/>
                </a:lnTo>
                <a:close/>
              </a:path>
            </a:pathLst>
          </a:custGeom>
          <a:solidFill>
            <a:srgbClr val="95161D">
              <a:alpha val="2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9" name="!!Tło 21"/>
          <p:cNvSpPr/>
          <p:nvPr/>
        </p:nvSpPr>
        <p:spPr>
          <a:xfrm>
            <a:off x="9114790" y="-36195"/>
            <a:ext cx="3592195" cy="3613150"/>
          </a:xfrm>
          <a:custGeom>
            <a:avLst/>
            <a:gdLst/>
            <a:ahLst/>
            <a:cxnLst/>
            <a:rect l="0" t="0" r="r" b="b"/>
            <a:pathLst>
              <a:path w="3592195" h="3613150">
                <a:moveTo>
                  <a:pt x="0" y="1466215"/>
                </a:moveTo>
                <a:lnTo>
                  <a:pt x="3592195" y="0"/>
                </a:lnTo>
                <a:lnTo>
                  <a:pt x="2491105" y="3613150"/>
                </a:lnTo>
                <a:close/>
              </a:path>
            </a:pathLst>
          </a:custGeom>
          <a:solidFill>
            <a:srgbClr val="161616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0" name="!!Tło 23"/>
          <p:cNvSpPr/>
          <p:nvPr/>
        </p:nvSpPr>
        <p:spPr>
          <a:xfrm>
            <a:off x="5821045" y="2726690"/>
            <a:ext cx="4717415" cy="4845050"/>
          </a:xfrm>
          <a:custGeom>
            <a:avLst/>
            <a:gdLst/>
            <a:ahLst/>
            <a:cxnLst/>
            <a:rect l="0" t="0" r="r" b="b"/>
            <a:pathLst>
              <a:path w="4717415" h="4845050">
                <a:moveTo>
                  <a:pt x="4717415" y="4845050"/>
                </a:moveTo>
                <a:lnTo>
                  <a:pt x="0" y="2976880"/>
                </a:lnTo>
                <a:lnTo>
                  <a:pt x="2771140" y="0"/>
                </a:lnTo>
                <a:close/>
              </a:path>
            </a:pathLst>
          </a:custGeom>
          <a:solidFill>
            <a:srgbClr val="17171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1" name="!!Tło 24"/>
          <p:cNvSpPr/>
          <p:nvPr/>
        </p:nvSpPr>
        <p:spPr>
          <a:xfrm>
            <a:off x="5821045" y="2726690"/>
            <a:ext cx="4717415" cy="4845050"/>
          </a:xfrm>
          <a:custGeom>
            <a:avLst/>
            <a:gdLst/>
            <a:ahLst/>
            <a:cxnLst/>
            <a:rect l="0" t="0" r="r" b="b"/>
            <a:pathLst>
              <a:path w="4717415" h="4845050">
                <a:moveTo>
                  <a:pt x="4717415" y="4845050"/>
                </a:moveTo>
                <a:lnTo>
                  <a:pt x="0" y="2976880"/>
                </a:lnTo>
                <a:lnTo>
                  <a:pt x="2771140" y="0"/>
                </a:lnTo>
                <a:close/>
              </a:path>
            </a:pathLst>
          </a:custGeom>
          <a:solidFill>
            <a:srgbClr val="CF1723">
              <a:alpha val="2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2" name="!!Tło 25"/>
          <p:cNvSpPr/>
          <p:nvPr/>
        </p:nvSpPr>
        <p:spPr>
          <a:xfrm>
            <a:off x="4133850" y="2793365"/>
            <a:ext cx="3596640" cy="3698875"/>
          </a:xfrm>
          <a:custGeom>
            <a:avLst/>
            <a:gdLst/>
            <a:ahLst/>
            <a:cxnLst/>
            <a:rect l="0" t="0" r="r" b="b"/>
            <a:pathLst>
              <a:path w="3596640" h="3698875">
                <a:moveTo>
                  <a:pt x="3345815" y="249555"/>
                </a:moveTo>
                <a:lnTo>
                  <a:pt x="3596640" y="3698875"/>
                </a:lnTo>
                <a:lnTo>
                  <a:pt x="0" y="0"/>
                </a:lnTo>
                <a:close/>
              </a:path>
            </a:pathLst>
          </a:custGeom>
          <a:solidFill>
            <a:srgbClr val="131313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3" name="!!Tło 26"/>
          <p:cNvSpPr/>
          <p:nvPr/>
        </p:nvSpPr>
        <p:spPr>
          <a:xfrm>
            <a:off x="4133850" y="2793365"/>
            <a:ext cx="3596640" cy="3698875"/>
          </a:xfrm>
          <a:custGeom>
            <a:avLst/>
            <a:gdLst/>
            <a:ahLst/>
            <a:cxnLst/>
            <a:rect l="0" t="0" r="r" b="b"/>
            <a:pathLst>
              <a:path w="3596640" h="3698875">
                <a:moveTo>
                  <a:pt x="3345815" y="249555"/>
                </a:moveTo>
                <a:lnTo>
                  <a:pt x="3596640" y="3698875"/>
                </a:lnTo>
                <a:lnTo>
                  <a:pt x="0" y="0"/>
                </a:lnTo>
                <a:close/>
              </a:path>
            </a:pathLst>
          </a:custGeom>
          <a:solidFill>
            <a:srgbClr val="95161D">
              <a:alpha val="2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4" name="!!Spinner – pierścień"/>
          <p:cNvSpPr/>
          <p:nvPr/>
        </p:nvSpPr>
        <p:spPr>
          <a:xfrm>
            <a:off x="5873750" y="2043410"/>
            <a:ext cx="444500" cy="444500"/>
          </a:xfrm>
          <a:prstGeom prst="ellipse">
            <a:avLst/>
          </a:prstGeom>
          <a:noFill/>
          <a:ln w="25400">
            <a:solidFill>
              <a:srgbClr val="353535"/>
            </a:solidFill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5" name="!!Spinner – łuk"/>
          <p:cNvSpPr/>
          <p:nvPr/>
        </p:nvSpPr>
        <p:spPr>
          <a:xfrm>
            <a:off x="5873750" y="2043410"/>
            <a:ext cx="444500" cy="444500"/>
          </a:xfrm>
          <a:prstGeom prst="arc">
            <a:avLst>
              <a:gd name="adj1" fmla="val 13500000"/>
              <a:gd name="adj2" fmla="val 18900000"/>
            </a:avLst>
          </a:prstGeom>
          <a:noFill/>
          <a:ln w="25400">
            <a:solidFill>
              <a:srgbClr val="EE312F"/>
            </a:solidFill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6" name="!!Proszę czekać"/>
          <p:cNvSpPr txBox="1"/>
          <p:nvPr/>
        </p:nvSpPr>
        <p:spPr>
          <a:xfrm>
            <a:off x="4365625" y="2910815"/>
            <a:ext cx="4301847" cy="6565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4700" kern="100" spc="-164" dirty="0">
                <a:solidFill>
                  <a:srgbClr val="FFFFFF"/>
                </a:solidFill>
                <a:latin typeface="Lato Black"/>
                <a:cs typeface="Lato Black"/>
              </a:rPr>
              <a:t>Proszę czekać</a:t>
            </a:r>
            <a:endParaRPr lang="pl-PL" sz="4700" kern="100" spc="-164" dirty="0">
              <a:solidFill>
                <a:srgbClr val="FFFFFF"/>
              </a:solidFill>
              <a:latin typeface="Lato Black"/>
              <a:cs typeface="Lato Black"/>
            </a:endParaRPr>
          </a:p>
        </p:txBody>
      </p:sp>
      <p:sp>
        <p:nvSpPr>
          <p:cNvPr id="27" name="Tekst: Prezentacja zacznie się za chwilę"/>
          <p:cNvSpPr txBox="1"/>
          <p:nvPr/>
        </p:nvSpPr>
        <p:spPr>
          <a:xfrm>
            <a:off x="4286250" y="3709640"/>
            <a:ext cx="4497348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2000" kern="100" dirty="0">
                <a:solidFill>
                  <a:srgbClr val="999999"/>
                </a:solidFill>
                <a:latin typeface="Lato"/>
                <a:cs typeface="Lato"/>
              </a:rPr>
              <a:t>Prezentacja zacznie się za chwilę</a:t>
            </a:r>
            <a:endParaRPr lang="pl-PL" sz="2000" kern="100" dirty="0">
              <a:solidFill>
                <a:srgbClr val="999999"/>
              </a:solidFill>
              <a:latin typeface="Lato"/>
              <a:cs typeface="Lato"/>
            </a:endParaRPr>
          </a:p>
        </p:txBody>
      </p:sp>
      <p:sp>
        <p:nvSpPr>
          <p:cNvPr id="28" name="!!Loader – tor"/>
          <p:cNvSpPr/>
          <p:nvPr/>
        </p:nvSpPr>
        <p:spPr>
          <a:xfrm>
            <a:off x="3873500" y="4439890"/>
            <a:ext cx="4445000" cy="31750"/>
          </a:xfrm>
          <a:prstGeom prst="roundRect">
            <a:avLst>
              <a:gd name="adj" fmla="val 50000"/>
            </a:avLst>
          </a:prstGeom>
          <a:solidFill>
            <a:srgbClr val="35353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9" name="!!Loader – pasek"/>
          <p:cNvSpPr/>
          <p:nvPr/>
        </p:nvSpPr>
        <p:spPr>
          <a:xfrm>
            <a:off x="3873500" y="4439890"/>
            <a:ext cx="4400550" cy="31750"/>
          </a:xfrm>
          <a:prstGeom prst="rect">
            <a:avLst/>
          </a:prstGeom>
          <a:solidFill>
            <a:srgbClr val="EE3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0" name="!!Loader – procent"/>
          <p:cNvSpPr txBox="1"/>
          <p:nvPr/>
        </p:nvSpPr>
        <p:spPr>
          <a:xfrm>
            <a:off x="5908675" y="4624040"/>
            <a:ext cx="604957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500" b="1" kern="100" dirty="0">
                <a:solidFill>
                  <a:srgbClr val="888888"/>
                </a:solidFill>
                <a:latin typeface="Lato"/>
                <a:cs typeface="Lato"/>
              </a:rPr>
              <a:t>99%</a:t>
            </a:r>
            <a:endParaRPr lang="pl-PL" sz="1500" b="1" kern="100" dirty="0">
              <a:solidFill>
                <a:srgbClr val="888888"/>
              </a:solidFill>
              <a:latin typeface="Lato"/>
              <a:cs typeface="Lato"/>
            </a:endParaRPr>
          </a:p>
        </p:txBody>
      </p:sp>
      <p:sp>
        <p:nvSpPr>
          <p:cNvPr id="31" name="!!Postać 1"/>
          <p:cNvSpPr/>
          <p:nvPr/>
        </p:nvSpPr>
        <p:spPr>
          <a:xfrm>
            <a:off x="8161201" y="3035252"/>
            <a:ext cx="516956" cy="539069"/>
          </a:xfrm>
          <a:custGeom>
            <a:avLst/>
            <a:gdLst/>
            <a:ahLst/>
            <a:cxnLst/>
            <a:rect l="0" t="0" r="r" b="b"/>
            <a:pathLst>
              <a:path w="516956" h="539069">
                <a:moveTo>
                  <a:pt x="3570" y="0"/>
                </a:moveTo>
                <a:lnTo>
                  <a:pt x="516956" y="26905"/>
                </a:lnTo>
                <a:lnTo>
                  <a:pt x="466715" y="539069"/>
                </a:lnTo>
                <a:lnTo>
                  <a:pt x="0" y="514609"/>
                </a:lnTo>
                <a:close/>
              </a:path>
            </a:pathLst>
          </a:custGeom>
          <a:solidFill>
            <a:srgbClr val="5D331C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2" name="!!Postać 2"/>
          <p:cNvSpPr/>
          <p:nvPr/>
        </p:nvSpPr>
        <p:spPr>
          <a:xfrm>
            <a:off x="8187396" y="2558654"/>
            <a:ext cx="259751" cy="144956"/>
          </a:xfrm>
          <a:custGeom>
            <a:avLst/>
            <a:gdLst/>
            <a:ahLst/>
            <a:cxnLst/>
            <a:rect l="0" t="0" r="r" b="b"/>
            <a:pathLst>
              <a:path w="259751" h="144956">
                <a:moveTo>
                  <a:pt x="259751" y="0"/>
                </a:moveTo>
                <a:lnTo>
                  <a:pt x="0" y="44887"/>
                </a:lnTo>
                <a:lnTo>
                  <a:pt x="123455" y="144956"/>
                </a:lnTo>
                <a:close/>
              </a:path>
            </a:pathLst>
          </a:custGeom>
          <a:solidFill>
            <a:srgbClr val="C07C4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3" name="!!Postać 3"/>
          <p:cNvSpPr/>
          <p:nvPr/>
        </p:nvSpPr>
        <p:spPr>
          <a:xfrm>
            <a:off x="8053876" y="2603540"/>
            <a:ext cx="256974" cy="203601"/>
          </a:xfrm>
          <a:custGeom>
            <a:avLst/>
            <a:gdLst/>
            <a:ahLst/>
            <a:cxnLst/>
            <a:rect l="0" t="0" r="r" b="b"/>
            <a:pathLst>
              <a:path w="256974" h="203601">
                <a:moveTo>
                  <a:pt x="133519" y="0"/>
                </a:moveTo>
                <a:lnTo>
                  <a:pt x="0" y="203601"/>
                </a:lnTo>
                <a:lnTo>
                  <a:pt x="256974" y="100069"/>
                </a:lnTo>
                <a:close/>
              </a:path>
            </a:pathLst>
          </a:custGeom>
          <a:solidFill>
            <a:srgbClr val="9C603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4" name="!!Postać 4"/>
          <p:cNvSpPr/>
          <p:nvPr/>
        </p:nvSpPr>
        <p:spPr>
          <a:xfrm>
            <a:off x="8053876" y="2703610"/>
            <a:ext cx="256974" cy="284665"/>
          </a:xfrm>
          <a:custGeom>
            <a:avLst/>
            <a:gdLst/>
            <a:ahLst/>
            <a:cxnLst/>
            <a:rect l="0" t="0" r="r" b="b"/>
            <a:pathLst>
              <a:path w="256974" h="284665">
                <a:moveTo>
                  <a:pt x="0" y="103532"/>
                </a:moveTo>
                <a:lnTo>
                  <a:pt x="107506" y="284665"/>
                </a:lnTo>
                <a:lnTo>
                  <a:pt x="256974" y="0"/>
                </a:lnTo>
                <a:close/>
              </a:path>
            </a:pathLst>
          </a:custGeom>
          <a:solidFill>
            <a:srgbClr val="C07C4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5" name="!!Postać 5"/>
          <p:cNvSpPr/>
          <p:nvPr/>
        </p:nvSpPr>
        <p:spPr>
          <a:xfrm>
            <a:off x="8003586" y="2807142"/>
            <a:ext cx="157797" cy="289862"/>
          </a:xfrm>
          <a:custGeom>
            <a:avLst/>
            <a:gdLst/>
            <a:ahLst/>
            <a:cxnLst/>
            <a:rect l="0" t="0" r="r" b="b"/>
            <a:pathLst>
              <a:path w="157797" h="289862">
                <a:moveTo>
                  <a:pt x="50291" y="0"/>
                </a:moveTo>
                <a:lnTo>
                  <a:pt x="0" y="289862"/>
                </a:lnTo>
                <a:lnTo>
                  <a:pt x="157797" y="181133"/>
                </a:lnTo>
                <a:close/>
              </a:path>
            </a:pathLst>
          </a:custGeom>
          <a:solidFill>
            <a:srgbClr val="9C603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6" name="!!Postać 6"/>
          <p:cNvSpPr/>
          <p:nvPr/>
        </p:nvSpPr>
        <p:spPr>
          <a:xfrm>
            <a:off x="8003586" y="2988274"/>
            <a:ext cx="157797" cy="257305"/>
          </a:xfrm>
          <a:custGeom>
            <a:avLst/>
            <a:gdLst/>
            <a:ahLst/>
            <a:cxnLst/>
            <a:rect l="0" t="0" r="r" b="b"/>
            <a:pathLst>
              <a:path w="157797" h="257305">
                <a:moveTo>
                  <a:pt x="0" y="108729"/>
                </a:moveTo>
                <a:lnTo>
                  <a:pt x="156012" y="257305"/>
                </a:lnTo>
                <a:lnTo>
                  <a:pt x="157797" y="0"/>
                </a:lnTo>
                <a:close/>
              </a:path>
            </a:pathLst>
          </a:custGeom>
          <a:solidFill>
            <a:srgbClr val="7A462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7" name="!!Postać 7"/>
          <p:cNvSpPr/>
          <p:nvPr/>
        </p:nvSpPr>
        <p:spPr>
          <a:xfrm>
            <a:off x="8003586" y="3097004"/>
            <a:ext cx="156012" cy="245943"/>
          </a:xfrm>
          <a:custGeom>
            <a:avLst/>
            <a:gdLst/>
            <a:ahLst/>
            <a:cxnLst/>
            <a:rect l="0" t="0" r="r" b="b"/>
            <a:pathLst>
              <a:path w="156012" h="245943">
                <a:moveTo>
                  <a:pt x="0" y="0"/>
                </a:moveTo>
                <a:lnTo>
                  <a:pt x="4661" y="245943"/>
                </a:lnTo>
                <a:lnTo>
                  <a:pt x="156012" y="148575"/>
                </a:lnTo>
                <a:close/>
              </a:path>
            </a:pathLst>
          </a:custGeom>
          <a:solidFill>
            <a:srgbClr val="9C603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8" name="!!Postać 8"/>
          <p:cNvSpPr/>
          <p:nvPr/>
        </p:nvSpPr>
        <p:spPr>
          <a:xfrm>
            <a:off x="8008246" y="3245579"/>
            <a:ext cx="187959" cy="306116"/>
          </a:xfrm>
          <a:custGeom>
            <a:avLst/>
            <a:gdLst/>
            <a:ahLst/>
            <a:cxnLst/>
            <a:rect l="0" t="0" r="r" b="b"/>
            <a:pathLst>
              <a:path w="187959" h="306116">
                <a:moveTo>
                  <a:pt x="0" y="97367"/>
                </a:moveTo>
                <a:lnTo>
                  <a:pt x="187959" y="306116"/>
                </a:lnTo>
                <a:lnTo>
                  <a:pt x="151352" y="0"/>
                </a:lnTo>
                <a:close/>
              </a:path>
            </a:pathLst>
          </a:custGeom>
          <a:solidFill>
            <a:srgbClr val="7A462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9" name="!!Postać 9"/>
          <p:cNvSpPr/>
          <p:nvPr/>
        </p:nvSpPr>
        <p:spPr>
          <a:xfrm>
            <a:off x="8008246" y="3342946"/>
            <a:ext cx="97392" cy="262502"/>
          </a:xfrm>
          <a:custGeom>
            <a:avLst/>
            <a:gdLst/>
            <a:ahLst/>
            <a:cxnLst/>
            <a:rect l="0" t="0" r="r" b="b"/>
            <a:pathLst>
              <a:path w="97392" h="262502">
                <a:moveTo>
                  <a:pt x="0" y="0"/>
                </a:moveTo>
                <a:lnTo>
                  <a:pt x="36276" y="200800"/>
                </a:lnTo>
                <a:lnTo>
                  <a:pt x="97392" y="262502"/>
                </a:lnTo>
                <a:close/>
              </a:path>
            </a:pathLst>
          </a:custGeom>
          <a:solidFill>
            <a:srgbClr val="9C603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0" name="!!Postać 10"/>
          <p:cNvSpPr/>
          <p:nvPr/>
        </p:nvSpPr>
        <p:spPr>
          <a:xfrm>
            <a:off x="8008246" y="3342946"/>
            <a:ext cx="187959" cy="262502"/>
          </a:xfrm>
          <a:custGeom>
            <a:avLst/>
            <a:gdLst/>
            <a:ahLst/>
            <a:cxnLst/>
            <a:rect l="0" t="0" r="r" b="b"/>
            <a:pathLst>
              <a:path w="187959" h="262502">
                <a:moveTo>
                  <a:pt x="0" y="0"/>
                </a:moveTo>
                <a:lnTo>
                  <a:pt x="97392" y="262502"/>
                </a:lnTo>
                <a:lnTo>
                  <a:pt x="187959" y="208749"/>
                </a:lnTo>
                <a:close/>
              </a:path>
            </a:pathLst>
          </a:custGeom>
          <a:solidFill>
            <a:srgbClr val="7A462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1" name="!!Postać 11"/>
          <p:cNvSpPr/>
          <p:nvPr/>
        </p:nvSpPr>
        <p:spPr>
          <a:xfrm>
            <a:off x="8447146" y="2558654"/>
            <a:ext cx="253636" cy="158409"/>
          </a:xfrm>
          <a:custGeom>
            <a:avLst/>
            <a:gdLst/>
            <a:ahLst/>
            <a:cxnLst/>
            <a:rect l="0" t="0" r="r" b="b"/>
            <a:pathLst>
              <a:path w="253636" h="158409">
                <a:moveTo>
                  <a:pt x="0" y="0"/>
                </a:moveTo>
                <a:lnTo>
                  <a:pt x="253636" y="71792"/>
                </a:lnTo>
                <a:lnTo>
                  <a:pt x="120397" y="158409"/>
                </a:lnTo>
                <a:close/>
              </a:path>
            </a:pathLst>
          </a:custGeom>
          <a:solidFill>
            <a:srgbClr val="9C603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2" name="!!Postać 12"/>
          <p:cNvSpPr/>
          <p:nvPr/>
        </p:nvSpPr>
        <p:spPr>
          <a:xfrm>
            <a:off x="8567544" y="2630446"/>
            <a:ext cx="244744" cy="216442"/>
          </a:xfrm>
          <a:custGeom>
            <a:avLst/>
            <a:gdLst/>
            <a:ahLst/>
            <a:cxnLst/>
            <a:rect l="0" t="0" r="r" b="b"/>
            <a:pathLst>
              <a:path w="244744" h="216442">
                <a:moveTo>
                  <a:pt x="133238" y="0"/>
                </a:moveTo>
                <a:lnTo>
                  <a:pt x="244744" y="216442"/>
                </a:lnTo>
                <a:lnTo>
                  <a:pt x="0" y="86617"/>
                </a:lnTo>
                <a:close/>
              </a:path>
            </a:pathLst>
          </a:custGeom>
          <a:solidFill>
            <a:srgbClr val="7A462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3" name="!!Postać 13"/>
          <p:cNvSpPr/>
          <p:nvPr/>
        </p:nvSpPr>
        <p:spPr>
          <a:xfrm>
            <a:off x="8567544" y="2717063"/>
            <a:ext cx="244744" cy="298729"/>
          </a:xfrm>
          <a:custGeom>
            <a:avLst/>
            <a:gdLst/>
            <a:ahLst/>
            <a:cxnLst/>
            <a:rect l="0" t="0" r="r" b="b"/>
            <a:pathLst>
              <a:path w="244744" h="298729">
                <a:moveTo>
                  <a:pt x="244744" y="129826"/>
                </a:moveTo>
                <a:lnTo>
                  <a:pt x="118893" y="298729"/>
                </a:lnTo>
                <a:lnTo>
                  <a:pt x="0" y="0"/>
                </a:lnTo>
                <a:close/>
              </a:path>
            </a:pathLst>
          </a:custGeom>
          <a:solidFill>
            <a:srgbClr val="9C603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4" name="!!Postać 14"/>
          <p:cNvSpPr/>
          <p:nvPr/>
        </p:nvSpPr>
        <p:spPr>
          <a:xfrm>
            <a:off x="8686437" y="2846888"/>
            <a:ext cx="145567" cy="293531"/>
          </a:xfrm>
          <a:custGeom>
            <a:avLst/>
            <a:gdLst/>
            <a:ahLst/>
            <a:cxnLst/>
            <a:rect l="0" t="0" r="r" b="b"/>
            <a:pathLst>
              <a:path w="145567" h="293531">
                <a:moveTo>
                  <a:pt x="125851" y="0"/>
                </a:moveTo>
                <a:lnTo>
                  <a:pt x="145567" y="293531"/>
                </a:lnTo>
                <a:lnTo>
                  <a:pt x="0" y="168903"/>
                </a:lnTo>
                <a:close/>
              </a:path>
            </a:pathLst>
          </a:custGeom>
          <a:solidFill>
            <a:srgbClr val="7A462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5" name="!!Postać 15"/>
          <p:cNvSpPr/>
          <p:nvPr/>
        </p:nvSpPr>
        <p:spPr>
          <a:xfrm>
            <a:off x="8661316" y="3015791"/>
            <a:ext cx="170688" cy="256082"/>
          </a:xfrm>
          <a:custGeom>
            <a:avLst/>
            <a:gdLst/>
            <a:ahLst/>
            <a:cxnLst/>
            <a:rect l="0" t="0" r="r" b="b"/>
            <a:pathLst>
              <a:path w="170688" h="256082">
                <a:moveTo>
                  <a:pt x="170688" y="124628"/>
                </a:moveTo>
                <a:lnTo>
                  <a:pt x="0" y="256082"/>
                </a:lnTo>
                <a:lnTo>
                  <a:pt x="25121" y="0"/>
                </a:lnTo>
                <a:close/>
              </a:path>
            </a:pathLst>
          </a:custGeom>
          <a:solidFill>
            <a:srgbClr val="5D331C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6" name="!!Postać 16"/>
          <p:cNvSpPr/>
          <p:nvPr/>
        </p:nvSpPr>
        <p:spPr>
          <a:xfrm>
            <a:off x="8661316" y="3140419"/>
            <a:ext cx="170688" cy="244108"/>
          </a:xfrm>
          <a:custGeom>
            <a:avLst/>
            <a:gdLst/>
            <a:ahLst/>
            <a:cxnLst/>
            <a:rect l="0" t="0" r="r" b="b"/>
            <a:pathLst>
              <a:path w="170688" h="244108">
                <a:moveTo>
                  <a:pt x="170688" y="0"/>
                </a:moveTo>
                <a:lnTo>
                  <a:pt x="140345" y="244108"/>
                </a:lnTo>
                <a:lnTo>
                  <a:pt x="0" y="131454"/>
                </a:lnTo>
                <a:close/>
              </a:path>
            </a:pathLst>
          </a:custGeom>
          <a:solidFill>
            <a:srgbClr val="7A462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7" name="!!Postać 17"/>
          <p:cNvSpPr/>
          <p:nvPr/>
        </p:nvSpPr>
        <p:spPr>
          <a:xfrm>
            <a:off x="8592912" y="3271873"/>
            <a:ext cx="208749" cy="300613"/>
          </a:xfrm>
          <a:custGeom>
            <a:avLst/>
            <a:gdLst/>
            <a:ahLst/>
            <a:cxnLst/>
            <a:rect l="0" t="0" r="r" b="b"/>
            <a:pathLst>
              <a:path w="208749" h="300613">
                <a:moveTo>
                  <a:pt x="208749" y="112654"/>
                </a:moveTo>
                <a:lnTo>
                  <a:pt x="0" y="300613"/>
                </a:lnTo>
                <a:lnTo>
                  <a:pt x="68404" y="0"/>
                </a:lnTo>
                <a:close/>
              </a:path>
            </a:pathLst>
          </a:custGeom>
          <a:solidFill>
            <a:srgbClr val="5D331C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8" name="!!Postać 18"/>
          <p:cNvSpPr/>
          <p:nvPr/>
        </p:nvSpPr>
        <p:spPr>
          <a:xfrm>
            <a:off x="8677364" y="3384527"/>
            <a:ext cx="124297" cy="250884"/>
          </a:xfrm>
          <a:custGeom>
            <a:avLst/>
            <a:gdLst/>
            <a:ahLst/>
            <a:cxnLst/>
            <a:rect l="0" t="0" r="r" b="b"/>
            <a:pathLst>
              <a:path w="124297" h="250884">
                <a:moveTo>
                  <a:pt x="124297" y="0"/>
                </a:moveTo>
                <a:lnTo>
                  <a:pt x="67231" y="195908"/>
                </a:lnTo>
                <a:lnTo>
                  <a:pt x="0" y="250884"/>
                </a:lnTo>
                <a:close/>
              </a:path>
            </a:pathLst>
          </a:custGeom>
          <a:solidFill>
            <a:srgbClr val="7A462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9" name="!!Postać 19"/>
          <p:cNvSpPr/>
          <p:nvPr/>
        </p:nvSpPr>
        <p:spPr>
          <a:xfrm>
            <a:off x="8592912" y="3384527"/>
            <a:ext cx="208749" cy="250884"/>
          </a:xfrm>
          <a:custGeom>
            <a:avLst/>
            <a:gdLst/>
            <a:ahLst/>
            <a:cxnLst/>
            <a:rect l="0" t="0" r="r" b="b"/>
            <a:pathLst>
              <a:path w="208749" h="250884">
                <a:moveTo>
                  <a:pt x="208749" y="0"/>
                </a:moveTo>
                <a:lnTo>
                  <a:pt x="84452" y="250884"/>
                </a:lnTo>
                <a:lnTo>
                  <a:pt x="0" y="187959"/>
                </a:lnTo>
                <a:close/>
              </a:path>
            </a:pathLst>
          </a:custGeom>
          <a:solidFill>
            <a:srgbClr val="5D331C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0" name="!!Postać 20"/>
          <p:cNvSpPr/>
          <p:nvPr/>
        </p:nvSpPr>
        <p:spPr>
          <a:xfrm>
            <a:off x="8310850" y="2558654"/>
            <a:ext cx="256693" cy="158409"/>
          </a:xfrm>
          <a:custGeom>
            <a:avLst/>
            <a:gdLst/>
            <a:ahLst/>
            <a:cxnLst/>
            <a:rect l="0" t="0" r="r" b="b"/>
            <a:pathLst>
              <a:path w="256693" h="158409">
                <a:moveTo>
                  <a:pt x="136296" y="0"/>
                </a:moveTo>
                <a:lnTo>
                  <a:pt x="0" y="144956"/>
                </a:lnTo>
                <a:lnTo>
                  <a:pt x="256693" y="158409"/>
                </a:lnTo>
                <a:close/>
              </a:path>
            </a:pathLst>
          </a:custGeom>
          <a:solidFill>
            <a:srgbClr val="9C603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1" name="!!Postać 21"/>
          <p:cNvSpPr/>
          <p:nvPr/>
        </p:nvSpPr>
        <p:spPr>
          <a:xfrm>
            <a:off x="8302245" y="4029782"/>
            <a:ext cx="87629" cy="327149"/>
          </a:xfrm>
          <a:custGeom>
            <a:avLst/>
            <a:gdLst/>
            <a:ahLst/>
            <a:cxnLst/>
            <a:rect l="0" t="0" r="r" b="b"/>
            <a:pathLst>
              <a:path w="87629" h="327149">
                <a:moveTo>
                  <a:pt x="0" y="0"/>
                </a:moveTo>
                <a:lnTo>
                  <a:pt x="87629" y="0"/>
                </a:lnTo>
                <a:lnTo>
                  <a:pt x="17526" y="327149"/>
                </a:lnTo>
                <a:close/>
              </a:path>
            </a:pathLst>
          </a:custGeom>
          <a:solidFill>
            <a:srgbClr val="E2E2E2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2" name="!!Postać 22"/>
          <p:cNvSpPr/>
          <p:nvPr/>
        </p:nvSpPr>
        <p:spPr>
          <a:xfrm>
            <a:off x="8319771" y="4029782"/>
            <a:ext cx="70103" cy="327149"/>
          </a:xfrm>
          <a:custGeom>
            <a:avLst/>
            <a:gdLst/>
            <a:ahLst/>
            <a:cxnLst/>
            <a:rect l="0" t="0" r="r" b="b"/>
            <a:pathLst>
              <a:path w="70103" h="327149">
                <a:moveTo>
                  <a:pt x="70103" y="0"/>
                </a:moveTo>
                <a:lnTo>
                  <a:pt x="58419" y="327149"/>
                </a:lnTo>
                <a:lnTo>
                  <a:pt x="0" y="327149"/>
                </a:lnTo>
                <a:close/>
              </a:path>
            </a:pathLst>
          </a:custGeom>
          <a:solidFill>
            <a:srgbClr val="CDCDCD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3" name="!!Postać 23"/>
          <p:cNvSpPr/>
          <p:nvPr/>
        </p:nvSpPr>
        <p:spPr>
          <a:xfrm>
            <a:off x="8185406" y="4345247"/>
            <a:ext cx="221994" cy="70103"/>
          </a:xfrm>
          <a:custGeom>
            <a:avLst/>
            <a:gdLst/>
            <a:ahLst/>
            <a:cxnLst/>
            <a:rect l="0" t="0" r="r" b="b"/>
            <a:pathLst>
              <a:path w="221994" h="70103">
                <a:moveTo>
                  <a:pt x="70103" y="0"/>
                </a:moveTo>
                <a:lnTo>
                  <a:pt x="210310" y="0"/>
                </a:lnTo>
                <a:lnTo>
                  <a:pt x="221994" y="70103"/>
                </a:lnTo>
                <a:lnTo>
                  <a:pt x="0" y="58419"/>
                </a:lnTo>
                <a:close/>
              </a:path>
            </a:pathLst>
          </a:custGeom>
          <a:solidFill>
            <a:srgbClr val="F2F2F2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4" name="!!Postać 24"/>
          <p:cNvSpPr/>
          <p:nvPr/>
        </p:nvSpPr>
        <p:spPr>
          <a:xfrm>
            <a:off x="8173722" y="4403667"/>
            <a:ext cx="233678" cy="58419"/>
          </a:xfrm>
          <a:custGeom>
            <a:avLst/>
            <a:gdLst/>
            <a:ahLst/>
            <a:cxnLst/>
            <a:rect l="0" t="0" r="r" b="b"/>
            <a:pathLst>
              <a:path w="233678" h="58419">
                <a:moveTo>
                  <a:pt x="11684" y="0"/>
                </a:moveTo>
                <a:lnTo>
                  <a:pt x="233678" y="11684"/>
                </a:lnTo>
                <a:lnTo>
                  <a:pt x="221994" y="58419"/>
                </a:lnTo>
                <a:lnTo>
                  <a:pt x="0" y="58419"/>
                </a:lnTo>
                <a:close/>
              </a:path>
            </a:pathLst>
          </a:custGeom>
          <a:solidFill>
            <a:srgbClr val="EE3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5" name="!!Postać 25"/>
          <p:cNvSpPr/>
          <p:nvPr/>
        </p:nvSpPr>
        <p:spPr>
          <a:xfrm>
            <a:off x="8424925" y="4029782"/>
            <a:ext cx="70103" cy="327149"/>
          </a:xfrm>
          <a:custGeom>
            <a:avLst/>
            <a:gdLst/>
            <a:ahLst/>
            <a:cxnLst/>
            <a:rect l="0" t="0" r="r" b="b"/>
            <a:pathLst>
              <a:path w="70103" h="327149">
                <a:moveTo>
                  <a:pt x="0" y="0"/>
                </a:moveTo>
                <a:lnTo>
                  <a:pt x="70103" y="327149"/>
                </a:lnTo>
                <a:lnTo>
                  <a:pt x="11684" y="327149"/>
                </a:lnTo>
                <a:close/>
              </a:path>
            </a:pathLst>
          </a:custGeom>
          <a:solidFill>
            <a:srgbClr val="D2D2D2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6" name="!!Postać 26"/>
          <p:cNvSpPr/>
          <p:nvPr/>
        </p:nvSpPr>
        <p:spPr>
          <a:xfrm>
            <a:off x="8424925" y="4029782"/>
            <a:ext cx="87629" cy="327149"/>
          </a:xfrm>
          <a:custGeom>
            <a:avLst/>
            <a:gdLst/>
            <a:ahLst/>
            <a:cxnLst/>
            <a:rect l="0" t="0" r="r" b="b"/>
            <a:pathLst>
              <a:path w="87629" h="327149">
                <a:moveTo>
                  <a:pt x="0" y="0"/>
                </a:moveTo>
                <a:lnTo>
                  <a:pt x="87629" y="0"/>
                </a:lnTo>
                <a:lnTo>
                  <a:pt x="70103" y="327149"/>
                </a:lnTo>
                <a:close/>
              </a:path>
            </a:pathLst>
          </a:custGeom>
          <a:solidFill>
            <a:srgbClr val="BABAB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7" name="!!Postać 27"/>
          <p:cNvSpPr/>
          <p:nvPr/>
        </p:nvSpPr>
        <p:spPr>
          <a:xfrm>
            <a:off x="8407400" y="4345247"/>
            <a:ext cx="221994" cy="70103"/>
          </a:xfrm>
          <a:custGeom>
            <a:avLst/>
            <a:gdLst/>
            <a:ahLst/>
            <a:cxnLst/>
            <a:rect l="0" t="0" r="r" b="b"/>
            <a:pathLst>
              <a:path w="221994" h="70103">
                <a:moveTo>
                  <a:pt x="11684" y="0"/>
                </a:moveTo>
                <a:lnTo>
                  <a:pt x="151890" y="0"/>
                </a:lnTo>
                <a:lnTo>
                  <a:pt x="221994" y="58419"/>
                </a:lnTo>
                <a:lnTo>
                  <a:pt x="0" y="70103"/>
                </a:lnTo>
                <a:close/>
              </a:path>
            </a:pathLst>
          </a:custGeom>
          <a:solidFill>
            <a:srgbClr val="DCDCDC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8" name="!!Postać 28"/>
          <p:cNvSpPr/>
          <p:nvPr/>
        </p:nvSpPr>
        <p:spPr>
          <a:xfrm>
            <a:off x="8407400" y="4403667"/>
            <a:ext cx="233678" cy="58419"/>
          </a:xfrm>
          <a:custGeom>
            <a:avLst/>
            <a:gdLst/>
            <a:ahLst/>
            <a:cxnLst/>
            <a:rect l="0" t="0" r="r" b="b"/>
            <a:pathLst>
              <a:path w="233678" h="58419">
                <a:moveTo>
                  <a:pt x="0" y="11684"/>
                </a:moveTo>
                <a:lnTo>
                  <a:pt x="221994" y="0"/>
                </a:lnTo>
                <a:lnTo>
                  <a:pt x="233678" y="58419"/>
                </a:lnTo>
                <a:lnTo>
                  <a:pt x="11684" y="58419"/>
                </a:lnTo>
                <a:close/>
              </a:path>
            </a:pathLst>
          </a:custGeom>
          <a:solidFill>
            <a:srgbClr val="CF1723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9" name="!!Postać 29"/>
          <p:cNvSpPr/>
          <p:nvPr/>
        </p:nvSpPr>
        <p:spPr>
          <a:xfrm>
            <a:off x="8360664" y="3282014"/>
            <a:ext cx="93471" cy="105155"/>
          </a:xfrm>
          <a:custGeom>
            <a:avLst/>
            <a:gdLst/>
            <a:ahLst/>
            <a:cxnLst/>
            <a:rect l="0" t="0" r="r" b="b"/>
            <a:pathLst>
              <a:path w="93471" h="105155">
                <a:moveTo>
                  <a:pt x="0" y="0"/>
                </a:moveTo>
                <a:lnTo>
                  <a:pt x="93471" y="0"/>
                </a:lnTo>
                <a:lnTo>
                  <a:pt x="93471" y="105155"/>
                </a:lnTo>
                <a:lnTo>
                  <a:pt x="0" y="105155"/>
                </a:lnTo>
                <a:close/>
              </a:path>
            </a:pathLst>
          </a:custGeom>
          <a:solidFill>
            <a:srgbClr val="C4C4C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0" name="!!Postać 30"/>
          <p:cNvSpPr/>
          <p:nvPr/>
        </p:nvSpPr>
        <p:spPr>
          <a:xfrm>
            <a:off x="8185406" y="3352117"/>
            <a:ext cx="221994" cy="268729"/>
          </a:xfrm>
          <a:custGeom>
            <a:avLst/>
            <a:gdLst/>
            <a:ahLst/>
            <a:cxnLst/>
            <a:rect l="0" t="0" r="r" b="b"/>
            <a:pathLst>
              <a:path w="221994" h="268729">
                <a:moveTo>
                  <a:pt x="0" y="58419"/>
                </a:moveTo>
                <a:lnTo>
                  <a:pt x="221994" y="0"/>
                </a:lnTo>
                <a:lnTo>
                  <a:pt x="221994" y="268729"/>
                </a:lnTo>
                <a:close/>
              </a:path>
            </a:pathLst>
          </a:custGeom>
          <a:solidFill>
            <a:srgbClr val="EE3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1" name="!!Postać 31"/>
          <p:cNvSpPr/>
          <p:nvPr/>
        </p:nvSpPr>
        <p:spPr>
          <a:xfrm>
            <a:off x="8407400" y="3352117"/>
            <a:ext cx="221994" cy="268729"/>
          </a:xfrm>
          <a:custGeom>
            <a:avLst/>
            <a:gdLst/>
            <a:ahLst/>
            <a:cxnLst/>
            <a:rect l="0" t="0" r="r" b="b"/>
            <a:pathLst>
              <a:path w="221994" h="268729">
                <a:moveTo>
                  <a:pt x="0" y="0"/>
                </a:moveTo>
                <a:lnTo>
                  <a:pt x="221994" y="58419"/>
                </a:lnTo>
                <a:lnTo>
                  <a:pt x="0" y="268729"/>
                </a:lnTo>
                <a:close/>
              </a:path>
            </a:pathLst>
          </a:custGeom>
          <a:solidFill>
            <a:srgbClr val="CF1723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2" name="!!Postać 32"/>
          <p:cNvSpPr/>
          <p:nvPr/>
        </p:nvSpPr>
        <p:spPr>
          <a:xfrm>
            <a:off x="8185406" y="3410536"/>
            <a:ext cx="221994" cy="280413"/>
          </a:xfrm>
          <a:custGeom>
            <a:avLst/>
            <a:gdLst/>
            <a:ahLst/>
            <a:cxnLst/>
            <a:rect l="0" t="0" r="r" b="b"/>
            <a:pathLst>
              <a:path w="221994" h="280413">
                <a:moveTo>
                  <a:pt x="0" y="0"/>
                </a:moveTo>
                <a:lnTo>
                  <a:pt x="221994" y="210310"/>
                </a:lnTo>
                <a:lnTo>
                  <a:pt x="221994" y="280413"/>
                </a:lnTo>
                <a:lnTo>
                  <a:pt x="58419" y="280413"/>
                </a:lnTo>
                <a:close/>
              </a:path>
            </a:pathLst>
          </a:custGeom>
          <a:solidFill>
            <a:srgbClr val="CF1723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3" name="!!Postać 33"/>
          <p:cNvSpPr/>
          <p:nvPr/>
        </p:nvSpPr>
        <p:spPr>
          <a:xfrm>
            <a:off x="8407400" y="3410536"/>
            <a:ext cx="221994" cy="280413"/>
          </a:xfrm>
          <a:custGeom>
            <a:avLst/>
            <a:gdLst/>
            <a:ahLst/>
            <a:cxnLst/>
            <a:rect l="0" t="0" r="r" b="b"/>
            <a:pathLst>
              <a:path w="221994" h="280413">
                <a:moveTo>
                  <a:pt x="221994" y="0"/>
                </a:moveTo>
                <a:lnTo>
                  <a:pt x="163574" y="280413"/>
                </a:lnTo>
                <a:lnTo>
                  <a:pt x="0" y="280413"/>
                </a:lnTo>
                <a:lnTo>
                  <a:pt x="0" y="210310"/>
                </a:lnTo>
                <a:close/>
              </a:path>
            </a:pathLst>
          </a:custGeom>
          <a:solidFill>
            <a:srgbClr val="95161D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4" name="!!Postać 34"/>
          <p:cNvSpPr/>
          <p:nvPr/>
        </p:nvSpPr>
        <p:spPr>
          <a:xfrm>
            <a:off x="8243825" y="3679266"/>
            <a:ext cx="163574" cy="385568"/>
          </a:xfrm>
          <a:custGeom>
            <a:avLst/>
            <a:gdLst/>
            <a:ahLst/>
            <a:cxnLst/>
            <a:rect l="0" t="0" r="r" b="b"/>
            <a:pathLst>
              <a:path w="163574" h="385568">
                <a:moveTo>
                  <a:pt x="0" y="0"/>
                </a:moveTo>
                <a:lnTo>
                  <a:pt x="163574" y="0"/>
                </a:lnTo>
                <a:lnTo>
                  <a:pt x="23368" y="385568"/>
                </a:lnTo>
                <a:close/>
              </a:path>
            </a:pathLst>
          </a:custGeom>
          <a:solidFill>
            <a:srgbClr val="EE3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5" name="!!Postać 35"/>
          <p:cNvSpPr/>
          <p:nvPr/>
        </p:nvSpPr>
        <p:spPr>
          <a:xfrm>
            <a:off x="8091935" y="3679266"/>
            <a:ext cx="175258" cy="385568"/>
          </a:xfrm>
          <a:custGeom>
            <a:avLst/>
            <a:gdLst/>
            <a:ahLst/>
            <a:cxnLst/>
            <a:rect l="0" t="0" r="r" b="b"/>
            <a:pathLst>
              <a:path w="175258" h="385568">
                <a:moveTo>
                  <a:pt x="151890" y="0"/>
                </a:moveTo>
                <a:lnTo>
                  <a:pt x="175258" y="385568"/>
                </a:lnTo>
                <a:lnTo>
                  <a:pt x="0" y="385568"/>
                </a:lnTo>
                <a:close/>
              </a:path>
            </a:pathLst>
          </a:custGeom>
          <a:solidFill>
            <a:srgbClr val="CF1723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6" name="!!Postać 36"/>
          <p:cNvSpPr/>
          <p:nvPr/>
        </p:nvSpPr>
        <p:spPr>
          <a:xfrm>
            <a:off x="8267193" y="3679266"/>
            <a:ext cx="140207" cy="385568"/>
          </a:xfrm>
          <a:custGeom>
            <a:avLst/>
            <a:gdLst/>
            <a:ahLst/>
            <a:cxnLst/>
            <a:rect l="0" t="0" r="r" b="b"/>
            <a:pathLst>
              <a:path w="140207" h="385568">
                <a:moveTo>
                  <a:pt x="140207" y="0"/>
                </a:moveTo>
                <a:lnTo>
                  <a:pt x="140207" y="385568"/>
                </a:lnTo>
                <a:lnTo>
                  <a:pt x="0" y="385568"/>
                </a:lnTo>
                <a:close/>
              </a:path>
            </a:pathLst>
          </a:custGeom>
          <a:solidFill>
            <a:srgbClr val="CF1723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7" name="!!Postać 37"/>
          <p:cNvSpPr/>
          <p:nvPr/>
        </p:nvSpPr>
        <p:spPr>
          <a:xfrm>
            <a:off x="8407400" y="3679266"/>
            <a:ext cx="140207" cy="385568"/>
          </a:xfrm>
          <a:custGeom>
            <a:avLst/>
            <a:gdLst/>
            <a:ahLst/>
            <a:cxnLst/>
            <a:rect l="0" t="0" r="r" b="b"/>
            <a:pathLst>
              <a:path w="140207" h="385568">
                <a:moveTo>
                  <a:pt x="0" y="0"/>
                </a:moveTo>
                <a:lnTo>
                  <a:pt x="140207" y="385568"/>
                </a:lnTo>
                <a:lnTo>
                  <a:pt x="0" y="385568"/>
                </a:lnTo>
                <a:close/>
              </a:path>
            </a:pathLst>
          </a:custGeom>
          <a:solidFill>
            <a:srgbClr val="95161D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8" name="!!Postać 38"/>
          <p:cNvSpPr/>
          <p:nvPr/>
        </p:nvSpPr>
        <p:spPr>
          <a:xfrm>
            <a:off x="8407400" y="3679266"/>
            <a:ext cx="163574" cy="385568"/>
          </a:xfrm>
          <a:custGeom>
            <a:avLst/>
            <a:gdLst/>
            <a:ahLst/>
            <a:cxnLst/>
            <a:rect l="0" t="0" r="r" b="b"/>
            <a:pathLst>
              <a:path w="163574" h="385568">
                <a:moveTo>
                  <a:pt x="0" y="0"/>
                </a:moveTo>
                <a:lnTo>
                  <a:pt x="163574" y="0"/>
                </a:lnTo>
                <a:lnTo>
                  <a:pt x="140207" y="385568"/>
                </a:lnTo>
                <a:close/>
              </a:path>
            </a:pathLst>
          </a:custGeom>
          <a:solidFill>
            <a:srgbClr val="CF1723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9" name="!!Postać 39"/>
          <p:cNvSpPr/>
          <p:nvPr/>
        </p:nvSpPr>
        <p:spPr>
          <a:xfrm>
            <a:off x="8547606" y="3679266"/>
            <a:ext cx="175258" cy="385568"/>
          </a:xfrm>
          <a:custGeom>
            <a:avLst/>
            <a:gdLst/>
            <a:ahLst/>
            <a:cxnLst/>
            <a:rect l="0" t="0" r="r" b="b"/>
            <a:pathLst>
              <a:path w="175258" h="385568">
                <a:moveTo>
                  <a:pt x="23368" y="0"/>
                </a:moveTo>
                <a:lnTo>
                  <a:pt x="175258" y="385568"/>
                </a:lnTo>
                <a:lnTo>
                  <a:pt x="0" y="385568"/>
                </a:lnTo>
                <a:close/>
              </a:path>
            </a:pathLst>
          </a:custGeom>
          <a:solidFill>
            <a:srgbClr val="95161D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0" name="!!Postać 40"/>
          <p:cNvSpPr/>
          <p:nvPr/>
        </p:nvSpPr>
        <p:spPr>
          <a:xfrm>
            <a:off x="8391352" y="2651997"/>
            <a:ext cx="335873" cy="301530"/>
          </a:xfrm>
          <a:custGeom>
            <a:avLst/>
            <a:gdLst/>
            <a:ahLst/>
            <a:cxnLst/>
            <a:rect l="0" t="0" r="r" b="b"/>
            <a:pathLst>
              <a:path w="335873" h="301530">
                <a:moveTo>
                  <a:pt x="50902" y="0"/>
                </a:moveTo>
                <a:lnTo>
                  <a:pt x="335873" y="143634"/>
                </a:lnTo>
                <a:lnTo>
                  <a:pt x="0" y="301530"/>
                </a:lnTo>
                <a:close/>
              </a:path>
            </a:pathLst>
          </a:custGeom>
          <a:solidFill>
            <a:srgbClr val="ECECEC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1" name="!!Postać 41"/>
          <p:cNvSpPr/>
          <p:nvPr/>
        </p:nvSpPr>
        <p:spPr>
          <a:xfrm>
            <a:off x="8391352" y="2795631"/>
            <a:ext cx="335873" cy="373983"/>
          </a:xfrm>
          <a:custGeom>
            <a:avLst/>
            <a:gdLst/>
            <a:ahLst/>
            <a:cxnLst/>
            <a:rect l="0" t="0" r="r" b="b"/>
            <a:pathLst>
              <a:path w="335873" h="373983">
                <a:moveTo>
                  <a:pt x="335873" y="0"/>
                </a:moveTo>
                <a:lnTo>
                  <a:pt x="327973" y="373983"/>
                </a:lnTo>
                <a:lnTo>
                  <a:pt x="0" y="157896"/>
                </a:lnTo>
                <a:close/>
              </a:path>
            </a:pathLst>
          </a:custGeom>
          <a:solidFill>
            <a:srgbClr val="DADAD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2" name="!!Postać 42"/>
          <p:cNvSpPr/>
          <p:nvPr/>
        </p:nvSpPr>
        <p:spPr>
          <a:xfrm>
            <a:off x="8391352" y="2953527"/>
            <a:ext cx="327973" cy="363538"/>
          </a:xfrm>
          <a:custGeom>
            <a:avLst/>
            <a:gdLst/>
            <a:ahLst/>
            <a:cxnLst/>
            <a:rect l="0" t="0" r="r" b="b"/>
            <a:pathLst>
              <a:path w="327973" h="363538">
                <a:moveTo>
                  <a:pt x="327973" y="216087"/>
                </a:moveTo>
                <a:lnTo>
                  <a:pt x="16048" y="363538"/>
                </a:lnTo>
                <a:lnTo>
                  <a:pt x="0" y="0"/>
                </a:lnTo>
                <a:close/>
              </a:path>
            </a:pathLst>
          </a:custGeom>
          <a:solidFill>
            <a:srgbClr val="CECEC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3" name="!!Postać 43"/>
          <p:cNvSpPr/>
          <p:nvPr/>
        </p:nvSpPr>
        <p:spPr>
          <a:xfrm>
            <a:off x="8112596" y="2953527"/>
            <a:ext cx="294804" cy="363538"/>
          </a:xfrm>
          <a:custGeom>
            <a:avLst/>
            <a:gdLst/>
            <a:ahLst/>
            <a:cxnLst/>
            <a:rect l="0" t="0" r="r" b="b"/>
            <a:pathLst>
              <a:path w="294804" h="363538">
                <a:moveTo>
                  <a:pt x="294804" y="363538"/>
                </a:moveTo>
                <a:lnTo>
                  <a:pt x="0" y="184290"/>
                </a:lnTo>
                <a:lnTo>
                  <a:pt x="278756" y="0"/>
                </a:lnTo>
                <a:close/>
              </a:path>
            </a:pathLst>
          </a:custGeom>
          <a:solidFill>
            <a:srgbClr val="E2E2E2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4" name="!!Postać 44"/>
          <p:cNvSpPr/>
          <p:nvPr/>
        </p:nvSpPr>
        <p:spPr>
          <a:xfrm>
            <a:off x="8112596" y="2765056"/>
            <a:ext cx="278756" cy="372760"/>
          </a:xfrm>
          <a:custGeom>
            <a:avLst/>
            <a:gdLst/>
            <a:ahLst/>
            <a:cxnLst/>
            <a:rect l="0" t="0" r="r" b="b"/>
            <a:pathLst>
              <a:path w="278756" h="372760">
                <a:moveTo>
                  <a:pt x="0" y="372760"/>
                </a:moveTo>
                <a:lnTo>
                  <a:pt x="31235" y="0"/>
                </a:lnTo>
                <a:lnTo>
                  <a:pt x="278756" y="188471"/>
                </a:lnTo>
                <a:close/>
              </a:path>
            </a:pathLst>
          </a:custGeom>
          <a:solidFill>
            <a:srgbClr val="F3F3F3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5" name="!!Postać 45"/>
          <p:cNvSpPr/>
          <p:nvPr/>
        </p:nvSpPr>
        <p:spPr>
          <a:xfrm>
            <a:off x="8143831" y="2651997"/>
            <a:ext cx="298423" cy="301530"/>
          </a:xfrm>
          <a:custGeom>
            <a:avLst/>
            <a:gdLst/>
            <a:ahLst/>
            <a:cxnLst/>
            <a:rect l="0" t="0" r="r" b="b"/>
            <a:pathLst>
              <a:path w="298423" h="301530">
                <a:moveTo>
                  <a:pt x="0" y="113059"/>
                </a:moveTo>
                <a:lnTo>
                  <a:pt x="298423" y="0"/>
                </a:lnTo>
                <a:lnTo>
                  <a:pt x="247521" y="301530"/>
                </a:lnTo>
                <a:close/>
              </a:path>
            </a:pathLst>
          </a:custGeom>
          <a:solidFill>
            <a:srgbClr val="FBFBFB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6" name="!!Postać 46"/>
          <p:cNvSpPr/>
          <p:nvPr/>
        </p:nvSpPr>
        <p:spPr>
          <a:xfrm>
            <a:off x="8112596" y="2651997"/>
            <a:ext cx="614629" cy="665069"/>
          </a:xfrm>
          <a:custGeom>
            <a:avLst/>
            <a:gdLst/>
            <a:ahLst/>
            <a:cxnLst/>
            <a:rect l="0" t="0" r="r" b="b"/>
            <a:pathLst>
              <a:path w="614629" h="665069">
                <a:moveTo>
                  <a:pt x="329659" y="0"/>
                </a:moveTo>
                <a:lnTo>
                  <a:pt x="614629" y="143634"/>
                </a:lnTo>
                <a:lnTo>
                  <a:pt x="606729" y="517617"/>
                </a:lnTo>
                <a:lnTo>
                  <a:pt x="294804" y="665069"/>
                </a:lnTo>
                <a:lnTo>
                  <a:pt x="0" y="485820"/>
                </a:lnTo>
                <a:lnTo>
                  <a:pt x="31235" y="113059"/>
                </a:lnTo>
                <a:close/>
              </a:path>
            </a:pathLst>
          </a:custGeom>
          <a:solidFill>
            <a:srgbClr val="EE312F">
              <a:alpha val="4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7" name="!!Postać 47"/>
          <p:cNvSpPr/>
          <p:nvPr/>
        </p:nvSpPr>
        <p:spPr>
          <a:xfrm>
            <a:off x="8118661" y="2605325"/>
            <a:ext cx="326039" cy="235241"/>
          </a:xfrm>
          <a:custGeom>
            <a:avLst/>
            <a:gdLst/>
            <a:ahLst/>
            <a:cxnLst/>
            <a:rect l="0" t="0" r="r" b="b"/>
            <a:pathLst>
              <a:path w="326039" h="235241">
                <a:moveTo>
                  <a:pt x="0" y="193512"/>
                </a:moveTo>
                <a:lnTo>
                  <a:pt x="326039" y="0"/>
                </a:lnTo>
                <a:lnTo>
                  <a:pt x="126512" y="235241"/>
                </a:lnTo>
                <a:close/>
              </a:path>
            </a:pathLst>
          </a:custGeom>
          <a:solidFill>
            <a:srgbClr val="9C603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8" name="!!Postać 48"/>
          <p:cNvSpPr/>
          <p:nvPr/>
        </p:nvSpPr>
        <p:spPr>
          <a:xfrm>
            <a:off x="8245173" y="2605325"/>
            <a:ext cx="200800" cy="235241"/>
          </a:xfrm>
          <a:custGeom>
            <a:avLst/>
            <a:gdLst/>
            <a:ahLst/>
            <a:cxnLst/>
            <a:rect l="0" t="0" r="r" b="b"/>
            <a:pathLst>
              <a:path w="200800" h="235241">
                <a:moveTo>
                  <a:pt x="0" y="235241"/>
                </a:moveTo>
                <a:lnTo>
                  <a:pt x="199527" y="0"/>
                </a:lnTo>
                <a:lnTo>
                  <a:pt x="200800" y="198965"/>
                </a:lnTo>
                <a:close/>
              </a:path>
            </a:pathLst>
          </a:custGeom>
          <a:solidFill>
            <a:srgbClr val="C07C4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9" name="!!Postać 49"/>
          <p:cNvSpPr/>
          <p:nvPr/>
        </p:nvSpPr>
        <p:spPr>
          <a:xfrm>
            <a:off x="8444700" y="2605325"/>
            <a:ext cx="185513" cy="255421"/>
          </a:xfrm>
          <a:custGeom>
            <a:avLst/>
            <a:gdLst/>
            <a:ahLst/>
            <a:cxnLst/>
            <a:rect l="0" t="0" r="r" b="b"/>
            <a:pathLst>
              <a:path w="185513" h="255421">
                <a:moveTo>
                  <a:pt x="1273" y="198965"/>
                </a:moveTo>
                <a:lnTo>
                  <a:pt x="0" y="0"/>
                </a:lnTo>
                <a:lnTo>
                  <a:pt x="185513" y="255421"/>
                </a:lnTo>
                <a:close/>
              </a:path>
            </a:pathLst>
          </a:custGeom>
          <a:solidFill>
            <a:srgbClr val="9C603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0" name="!!Postać 50"/>
          <p:cNvSpPr/>
          <p:nvPr/>
        </p:nvSpPr>
        <p:spPr>
          <a:xfrm>
            <a:off x="8444700" y="2605325"/>
            <a:ext cx="316305" cy="255421"/>
          </a:xfrm>
          <a:custGeom>
            <a:avLst/>
            <a:gdLst/>
            <a:ahLst/>
            <a:cxnLst/>
            <a:rect l="0" t="0" r="r" b="b"/>
            <a:pathLst>
              <a:path w="316305" h="255421">
                <a:moveTo>
                  <a:pt x="185513" y="255421"/>
                </a:moveTo>
                <a:lnTo>
                  <a:pt x="0" y="0"/>
                </a:lnTo>
                <a:lnTo>
                  <a:pt x="316305" y="215475"/>
                </a:lnTo>
                <a:close/>
              </a:path>
            </a:pathLst>
          </a:custGeom>
          <a:solidFill>
            <a:srgbClr val="7A462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1" name="!!Postać 51"/>
          <p:cNvSpPr/>
          <p:nvPr/>
        </p:nvSpPr>
        <p:spPr>
          <a:xfrm>
            <a:off x="8059198" y="2774584"/>
            <a:ext cx="139304" cy="489133"/>
          </a:xfrm>
          <a:custGeom>
            <a:avLst/>
            <a:gdLst/>
            <a:ahLst/>
            <a:cxnLst/>
            <a:rect l="0" t="0" r="r" b="b"/>
            <a:pathLst>
              <a:path w="139304" h="489133">
                <a:moveTo>
                  <a:pt x="43184" y="0"/>
                </a:moveTo>
                <a:lnTo>
                  <a:pt x="139304" y="63537"/>
                </a:lnTo>
                <a:lnTo>
                  <a:pt x="85956" y="411739"/>
                </a:lnTo>
                <a:lnTo>
                  <a:pt x="0" y="489133"/>
                </a:lnTo>
                <a:close/>
              </a:path>
            </a:pathLst>
          </a:custGeom>
          <a:solidFill>
            <a:srgbClr val="C07C4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2" name="!!Postać 52"/>
          <p:cNvSpPr/>
          <p:nvPr/>
        </p:nvSpPr>
        <p:spPr>
          <a:xfrm>
            <a:off x="8665217" y="2809439"/>
            <a:ext cx="102234" cy="490968"/>
          </a:xfrm>
          <a:custGeom>
            <a:avLst/>
            <a:gdLst/>
            <a:ahLst/>
            <a:cxnLst/>
            <a:rect l="0" t="0" r="r" b="b"/>
            <a:pathLst>
              <a:path w="102234" h="490968">
                <a:moveTo>
                  <a:pt x="102234" y="0"/>
                </a:moveTo>
                <a:lnTo>
                  <a:pt x="0" y="53142"/>
                </a:lnTo>
                <a:lnTo>
                  <a:pt x="16659" y="405012"/>
                </a:lnTo>
                <a:lnTo>
                  <a:pt x="94054" y="490968"/>
                </a:lnTo>
                <a:close/>
              </a:path>
            </a:pathLst>
          </a:custGeom>
          <a:solidFill>
            <a:srgbClr val="7A462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3" name="!!Postać oko L"/>
          <p:cNvSpPr/>
          <p:nvPr/>
        </p:nvSpPr>
        <p:spPr>
          <a:xfrm>
            <a:off x="8246727" y="2922548"/>
            <a:ext cx="90591" cy="98235"/>
          </a:xfrm>
          <a:custGeom>
            <a:avLst/>
            <a:gdLst/>
            <a:ahLst/>
            <a:cxnLst/>
            <a:rect l="0" t="0" r="r" b="b"/>
            <a:pathLst>
              <a:path w="90591" h="98235">
                <a:moveTo>
                  <a:pt x="33781" y="25170"/>
                </a:moveTo>
                <a:lnTo>
                  <a:pt x="62186" y="41284"/>
                </a:lnTo>
                <a:lnTo>
                  <a:pt x="90591" y="57397"/>
                </a:lnTo>
                <a:lnTo>
                  <a:pt x="88451" y="98235"/>
                </a:lnTo>
                <a:lnTo>
                  <a:pt x="59281" y="96706"/>
                </a:lnTo>
                <a:lnTo>
                  <a:pt x="30112" y="95177"/>
                </a:lnTo>
                <a:lnTo>
                  <a:pt x="32863" y="42672"/>
                </a:lnTo>
                <a:lnTo>
                  <a:pt x="0" y="0"/>
                </a:lnTo>
                <a:close/>
              </a:path>
            </a:pathLst>
          </a:custGeom>
          <a:solidFill>
            <a:srgbClr val="15151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4" name="!!Postać oko P"/>
          <p:cNvSpPr/>
          <p:nvPr/>
        </p:nvSpPr>
        <p:spPr>
          <a:xfrm>
            <a:off x="8510196" y="2941504"/>
            <a:ext cx="98235" cy="91509"/>
          </a:xfrm>
          <a:custGeom>
            <a:avLst/>
            <a:gdLst/>
            <a:ahLst/>
            <a:cxnLst/>
            <a:rect l="0" t="0" r="r" b="b"/>
            <a:pathLst>
              <a:path w="98235" h="91509">
                <a:moveTo>
                  <a:pt x="62008" y="21501"/>
                </a:moveTo>
                <a:lnTo>
                  <a:pt x="32074" y="34557"/>
                </a:lnTo>
                <a:lnTo>
                  <a:pt x="2140" y="47614"/>
                </a:lnTo>
                <a:lnTo>
                  <a:pt x="0" y="88451"/>
                </a:lnTo>
                <a:lnTo>
                  <a:pt x="29170" y="89980"/>
                </a:lnTo>
                <a:lnTo>
                  <a:pt x="58339" y="91509"/>
                </a:lnTo>
                <a:lnTo>
                  <a:pt x="61091" y="39003"/>
                </a:lnTo>
                <a:lnTo>
                  <a:pt x="98235" y="0"/>
                </a:lnTo>
                <a:close/>
              </a:path>
            </a:pathLst>
          </a:custGeom>
          <a:solidFill>
            <a:srgbClr val="15151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5" name="!!Postać brew L"/>
          <p:cNvSpPr/>
          <p:nvPr/>
        </p:nvSpPr>
        <p:spPr>
          <a:xfrm>
            <a:off x="8251007" y="2811703"/>
            <a:ext cx="138180" cy="100681"/>
          </a:xfrm>
          <a:custGeom>
            <a:avLst/>
            <a:gdLst/>
            <a:ahLst/>
            <a:cxnLst/>
            <a:rect l="0" t="0" r="r" b="b"/>
            <a:pathLst>
              <a:path w="138180" h="100681">
                <a:moveTo>
                  <a:pt x="1529" y="0"/>
                </a:moveTo>
                <a:lnTo>
                  <a:pt x="138180" y="71511"/>
                </a:lnTo>
                <a:lnTo>
                  <a:pt x="136651" y="100681"/>
                </a:lnTo>
                <a:lnTo>
                  <a:pt x="0" y="29170"/>
                </a:lnTo>
                <a:close/>
              </a:path>
            </a:pathLst>
          </a:custGeom>
          <a:solidFill>
            <a:srgbClr val="15151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6" name="!!Postać brew P"/>
          <p:cNvSpPr/>
          <p:nvPr/>
        </p:nvSpPr>
        <p:spPr>
          <a:xfrm>
            <a:off x="8469334" y="2830659"/>
            <a:ext cx="144906" cy="86005"/>
          </a:xfrm>
          <a:custGeom>
            <a:avLst/>
            <a:gdLst/>
            <a:ahLst/>
            <a:cxnLst/>
            <a:rect l="0" t="0" r="r" b="b"/>
            <a:pathLst>
              <a:path w="144906" h="86005">
                <a:moveTo>
                  <a:pt x="144906" y="0"/>
                </a:moveTo>
                <a:lnTo>
                  <a:pt x="1529" y="56835"/>
                </a:lnTo>
                <a:lnTo>
                  <a:pt x="0" y="86005"/>
                </a:lnTo>
                <a:lnTo>
                  <a:pt x="143378" y="29170"/>
                </a:lnTo>
                <a:close/>
              </a:path>
            </a:pathLst>
          </a:custGeom>
          <a:solidFill>
            <a:srgbClr val="15151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7" name="!!Postać usta"/>
          <p:cNvSpPr/>
          <p:nvPr/>
        </p:nvSpPr>
        <p:spPr>
          <a:xfrm>
            <a:off x="8340731" y="3130380"/>
            <a:ext cx="151682" cy="122513"/>
          </a:xfrm>
          <a:custGeom>
            <a:avLst/>
            <a:gdLst/>
            <a:ahLst/>
            <a:cxnLst/>
            <a:rect l="0" t="0" r="r" b="b"/>
            <a:pathLst>
              <a:path w="151682" h="122513">
                <a:moveTo>
                  <a:pt x="0" y="7693"/>
                </a:moveTo>
                <a:lnTo>
                  <a:pt x="76453" y="0"/>
                </a:lnTo>
                <a:lnTo>
                  <a:pt x="151682" y="15643"/>
                </a:lnTo>
                <a:lnTo>
                  <a:pt x="123455" y="107763"/>
                </a:lnTo>
                <a:lnTo>
                  <a:pt x="70032" y="122513"/>
                </a:lnTo>
                <a:lnTo>
                  <a:pt x="18444" y="102259"/>
                </a:lnTo>
                <a:close/>
              </a:path>
            </a:pathLst>
          </a:custGeom>
          <a:solidFill>
            <a:srgbClr val="8E121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8" name="!!Postać 58"/>
          <p:cNvSpPr/>
          <p:nvPr/>
        </p:nvSpPr>
        <p:spPr>
          <a:xfrm>
            <a:off x="8134613" y="3384529"/>
            <a:ext cx="151063" cy="190860"/>
          </a:xfrm>
          <a:custGeom>
            <a:avLst/>
            <a:gdLst/>
            <a:ahLst/>
            <a:cxnLst/>
            <a:rect l="0" t="0" r="r" b="b"/>
            <a:pathLst>
              <a:path w="151063" h="190860">
                <a:moveTo>
                  <a:pt x="0" y="30240"/>
                </a:moveTo>
                <a:lnTo>
                  <a:pt x="112858" y="0"/>
                </a:lnTo>
                <a:lnTo>
                  <a:pt x="151063" y="165156"/>
                </a:lnTo>
                <a:lnTo>
                  <a:pt x="55134" y="190860"/>
                </a:lnTo>
                <a:close/>
              </a:path>
            </a:pathLst>
          </a:custGeom>
          <a:solidFill>
            <a:srgbClr val="EE3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9" name="!!Postać 59"/>
          <p:cNvSpPr/>
          <p:nvPr/>
        </p:nvSpPr>
        <p:spPr>
          <a:xfrm>
            <a:off x="8193878" y="3545554"/>
            <a:ext cx="115288" cy="156597"/>
          </a:xfrm>
          <a:custGeom>
            <a:avLst/>
            <a:gdLst/>
            <a:ahLst/>
            <a:cxnLst/>
            <a:rect l="0" t="0" r="r" b="b"/>
            <a:pathLst>
              <a:path w="115288" h="156597">
                <a:moveTo>
                  <a:pt x="0" y="22680"/>
                </a:moveTo>
                <a:lnTo>
                  <a:pt x="84643" y="0"/>
                </a:lnTo>
                <a:lnTo>
                  <a:pt x="115288" y="136941"/>
                </a:lnTo>
                <a:lnTo>
                  <a:pt x="41931" y="156597"/>
                </a:lnTo>
                <a:close/>
              </a:path>
            </a:pathLst>
          </a:custGeom>
          <a:solidFill>
            <a:srgbClr val="E8E8E8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0" name="!!Postać 60"/>
          <p:cNvSpPr/>
          <p:nvPr/>
        </p:nvSpPr>
        <p:spPr>
          <a:xfrm>
            <a:off x="8262312" y="3646542"/>
            <a:ext cx="227836" cy="75945"/>
          </a:xfrm>
          <a:custGeom>
            <a:avLst/>
            <a:gdLst/>
            <a:ahLst/>
            <a:cxnLst/>
            <a:rect l="0" t="0" r="r" b="b"/>
            <a:pathLst>
              <a:path w="227836" h="75945">
                <a:moveTo>
                  <a:pt x="0" y="75945"/>
                </a:moveTo>
                <a:lnTo>
                  <a:pt x="0" y="0"/>
                </a:lnTo>
                <a:lnTo>
                  <a:pt x="227836" y="5842"/>
                </a:lnTo>
                <a:lnTo>
                  <a:pt x="227836" y="70103"/>
                </a:lnTo>
                <a:close/>
              </a:path>
            </a:pathLst>
          </a:custGeom>
          <a:solidFill>
            <a:srgbClr val="F4F4F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1" name="!!Postać 61"/>
          <p:cNvSpPr/>
          <p:nvPr/>
        </p:nvSpPr>
        <p:spPr>
          <a:xfrm>
            <a:off x="8408361" y="3640700"/>
            <a:ext cx="58419" cy="87629"/>
          </a:xfrm>
          <a:custGeom>
            <a:avLst/>
            <a:gdLst/>
            <a:ahLst/>
            <a:cxnLst/>
            <a:rect l="0" t="0" r="r" b="b"/>
            <a:pathLst>
              <a:path w="58419" h="87629">
                <a:moveTo>
                  <a:pt x="0" y="87629"/>
                </a:moveTo>
                <a:lnTo>
                  <a:pt x="0" y="0"/>
                </a:lnTo>
                <a:lnTo>
                  <a:pt x="58419" y="0"/>
                </a:lnTo>
                <a:lnTo>
                  <a:pt x="58419" y="87629"/>
                </a:lnTo>
                <a:close/>
              </a:path>
            </a:pathLst>
          </a:custGeom>
          <a:solidFill>
            <a:srgbClr val="15151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2" name="!!Postać 62"/>
          <p:cNvSpPr/>
          <p:nvPr/>
        </p:nvSpPr>
        <p:spPr>
          <a:xfrm>
            <a:off x="8420045" y="3664068"/>
            <a:ext cx="35052" cy="40894"/>
          </a:xfrm>
          <a:custGeom>
            <a:avLst/>
            <a:gdLst/>
            <a:ahLst/>
            <a:cxnLst/>
            <a:rect l="0" t="0" r="r" b="b"/>
            <a:pathLst>
              <a:path w="35052" h="40894">
                <a:moveTo>
                  <a:pt x="0" y="40894"/>
                </a:moveTo>
                <a:lnTo>
                  <a:pt x="0" y="0"/>
                </a:lnTo>
                <a:lnTo>
                  <a:pt x="35052" y="0"/>
                </a:lnTo>
                <a:lnTo>
                  <a:pt x="35052" y="40894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3" name="!!Postać 63"/>
          <p:cNvSpPr/>
          <p:nvPr/>
        </p:nvSpPr>
        <p:spPr>
          <a:xfrm>
            <a:off x="8478464" y="3629016"/>
            <a:ext cx="122681" cy="110997"/>
          </a:xfrm>
          <a:custGeom>
            <a:avLst/>
            <a:gdLst/>
            <a:ahLst/>
            <a:cxnLst/>
            <a:rect l="0" t="0" r="r" b="b"/>
            <a:pathLst>
              <a:path w="122681" h="110997">
                <a:moveTo>
                  <a:pt x="0" y="105155"/>
                </a:moveTo>
                <a:lnTo>
                  <a:pt x="0" y="5842"/>
                </a:lnTo>
                <a:lnTo>
                  <a:pt x="70103" y="0"/>
                </a:lnTo>
                <a:lnTo>
                  <a:pt x="122681" y="29210"/>
                </a:lnTo>
                <a:lnTo>
                  <a:pt x="122681" y="81787"/>
                </a:lnTo>
                <a:lnTo>
                  <a:pt x="70103" y="110997"/>
                </a:lnTo>
                <a:close/>
              </a:path>
            </a:pathLst>
          </a:custGeom>
          <a:solidFill>
            <a:srgbClr val="FAFAF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4" name="!!Postać 64"/>
          <p:cNvSpPr/>
          <p:nvPr/>
        </p:nvSpPr>
        <p:spPr>
          <a:xfrm>
            <a:off x="8529123" y="3384529"/>
            <a:ext cx="151063" cy="190860"/>
          </a:xfrm>
          <a:custGeom>
            <a:avLst/>
            <a:gdLst/>
            <a:ahLst/>
            <a:cxnLst/>
            <a:rect l="0" t="0" r="r" b="b"/>
            <a:pathLst>
              <a:path w="151063" h="190860">
                <a:moveTo>
                  <a:pt x="151063" y="30240"/>
                </a:moveTo>
                <a:lnTo>
                  <a:pt x="38205" y="0"/>
                </a:lnTo>
                <a:lnTo>
                  <a:pt x="0" y="165156"/>
                </a:lnTo>
                <a:lnTo>
                  <a:pt x="95929" y="190860"/>
                </a:lnTo>
                <a:close/>
              </a:path>
            </a:pathLst>
          </a:custGeom>
          <a:solidFill>
            <a:srgbClr val="CF1723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5" name="!!Postać 65"/>
          <p:cNvSpPr/>
          <p:nvPr/>
        </p:nvSpPr>
        <p:spPr>
          <a:xfrm>
            <a:off x="8505633" y="3545554"/>
            <a:ext cx="115288" cy="156597"/>
          </a:xfrm>
          <a:custGeom>
            <a:avLst/>
            <a:gdLst/>
            <a:ahLst/>
            <a:cxnLst/>
            <a:rect l="0" t="0" r="r" b="b"/>
            <a:pathLst>
              <a:path w="115288" h="156597">
                <a:moveTo>
                  <a:pt x="115288" y="22680"/>
                </a:moveTo>
                <a:lnTo>
                  <a:pt x="30645" y="0"/>
                </a:lnTo>
                <a:lnTo>
                  <a:pt x="0" y="136941"/>
                </a:lnTo>
                <a:lnTo>
                  <a:pt x="73357" y="156597"/>
                </a:lnTo>
                <a:close/>
              </a:path>
            </a:pathLst>
          </a:custGeom>
          <a:solidFill>
            <a:srgbClr val="D2D2D2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6" name="!!Postać 66"/>
          <p:cNvSpPr/>
          <p:nvPr/>
        </p:nvSpPr>
        <p:spPr>
          <a:xfrm>
            <a:off x="8322441" y="3646189"/>
            <a:ext cx="233079" cy="89694"/>
          </a:xfrm>
          <a:custGeom>
            <a:avLst/>
            <a:gdLst/>
            <a:ahLst/>
            <a:cxnLst/>
            <a:rect l="0" t="0" r="r" b="b"/>
            <a:pathLst>
              <a:path w="233079" h="89694">
                <a:moveTo>
                  <a:pt x="233079" y="75656"/>
                </a:moveTo>
                <a:lnTo>
                  <a:pt x="226460" y="0"/>
                </a:lnTo>
                <a:lnTo>
                  <a:pt x="0" y="25677"/>
                </a:lnTo>
                <a:lnTo>
                  <a:pt x="5601" y="89694"/>
                </a:lnTo>
                <a:close/>
              </a:path>
            </a:pathLst>
          </a:custGeom>
          <a:solidFill>
            <a:srgbClr val="DEDED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7" name="!!Postać 67"/>
          <p:cNvSpPr/>
          <p:nvPr/>
        </p:nvSpPr>
        <p:spPr>
          <a:xfrm>
            <a:off x="8212376" y="3653388"/>
            <a:ext cx="128833" cy="110865"/>
          </a:xfrm>
          <a:custGeom>
            <a:avLst/>
            <a:gdLst/>
            <a:ahLst/>
            <a:cxnLst/>
            <a:rect l="0" t="0" r="r" b="b"/>
            <a:pathLst>
              <a:path w="128833" h="110865">
                <a:moveTo>
                  <a:pt x="128833" y="98935"/>
                </a:moveTo>
                <a:lnTo>
                  <a:pt x="120177" y="0"/>
                </a:lnTo>
                <a:lnTo>
                  <a:pt x="49832" y="290"/>
                </a:lnTo>
                <a:lnTo>
                  <a:pt x="0" y="33971"/>
                </a:lnTo>
                <a:lnTo>
                  <a:pt x="4582" y="86349"/>
                </a:lnTo>
                <a:lnTo>
                  <a:pt x="59506" y="110865"/>
                </a:lnTo>
                <a:close/>
              </a:path>
            </a:pathLst>
          </a:custGeom>
          <a:solidFill>
            <a:srgbClr val="E4E4E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 name="Właśnie weszliście w tryb Homo Urgens">
    <p:bg>
      <p:bgPr>
        <a:solidFill>
          <a:srgbClr val="EE31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rbita – ćwiartka"/>
          <p:cNvSpPr/>
          <p:nvPr/>
        </p:nvSpPr>
        <p:spPr>
          <a:xfrm>
            <a:off x="8394700" y="2203450"/>
            <a:ext cx="2895600" cy="2895600"/>
          </a:xfrm>
          <a:prstGeom prst="arc">
            <a:avLst>
              <a:gd name="adj1" fmla="val 16200000"/>
              <a:gd name="adj2" fmla="val 0"/>
            </a:avLst>
          </a:prstGeom>
          <a:noFill/>
          <a:ln w="152400">
            <a:solidFill>
              <a:srgbClr val="FFFFFF">
                <a:alpha val="13000"/>
              </a:srgbClr>
            </a:solidFill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" name="Orbita – ćwiartka 2"/>
          <p:cNvSpPr/>
          <p:nvPr/>
        </p:nvSpPr>
        <p:spPr>
          <a:xfrm rot="5400000">
            <a:off x="7727950" y="2362200"/>
            <a:ext cx="2895600" cy="2895600"/>
          </a:xfrm>
          <a:prstGeom prst="arc">
            <a:avLst>
              <a:gd name="adj1" fmla="val 16200000"/>
              <a:gd name="adj2" fmla="val 0"/>
            </a:avLst>
          </a:prstGeom>
          <a:noFill/>
          <a:ln w="152400">
            <a:solidFill>
              <a:srgbClr val="FFFFFF">
                <a:alpha val="13000"/>
              </a:srgbClr>
            </a:solidFill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" name="Orbita – ćwiartka 3"/>
          <p:cNvSpPr/>
          <p:nvPr/>
        </p:nvSpPr>
        <p:spPr>
          <a:xfrm rot="10800000">
            <a:off x="7569200" y="1377950"/>
            <a:ext cx="2895600" cy="2895600"/>
          </a:xfrm>
          <a:prstGeom prst="arc">
            <a:avLst>
              <a:gd name="adj1" fmla="val 16200000"/>
              <a:gd name="adj2" fmla="val 0"/>
            </a:avLst>
          </a:prstGeom>
          <a:noFill/>
          <a:ln w="152400">
            <a:solidFill>
              <a:srgbClr val="FFFFFF">
                <a:alpha val="13000"/>
              </a:srgbClr>
            </a:solidFill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" name="Orbita – ćwiartka 4"/>
          <p:cNvSpPr/>
          <p:nvPr/>
        </p:nvSpPr>
        <p:spPr>
          <a:xfrm rot="16200000">
            <a:off x="8870950" y="1219200"/>
            <a:ext cx="2895600" cy="2895600"/>
          </a:xfrm>
          <a:prstGeom prst="arc">
            <a:avLst>
              <a:gd name="adj1" fmla="val 16200000"/>
              <a:gd name="adj2" fmla="val 0"/>
            </a:avLst>
          </a:prstGeom>
          <a:noFill/>
          <a:ln w="152400">
            <a:solidFill>
              <a:srgbClr val="FFFFFF">
                <a:alpha val="13000"/>
              </a:srgbClr>
            </a:solidFill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" name="Tekst: Właśnie weszliście w tryb"/>
          <p:cNvSpPr txBox="1"/>
          <p:nvPr/>
        </p:nvSpPr>
        <p:spPr>
          <a:xfrm>
            <a:off x="825500" y="1173162"/>
            <a:ext cx="5905500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700" b="1" kern="100" dirty="0">
                <a:solidFill>
                  <a:srgbClr val="FFFFFF"/>
                </a:solidFill>
                <a:latin typeface="Lato"/>
                <a:cs typeface="Lato"/>
              </a:rPr>
              <a:t>Właśnie weszliście w tryb</a:t>
            </a:r>
            <a:endParaRPr lang="pl-PL" sz="1700" b="1" kern="100" dirty="0">
              <a:solidFill>
                <a:srgbClr val="FFFFFF"/>
              </a:solidFill>
              <a:latin typeface="Lato"/>
              <a:cs typeface="Lato"/>
            </a:endParaRPr>
          </a:p>
        </p:txBody>
      </p:sp>
      <p:sp>
        <p:nvSpPr>
          <p:cNvPr id="7" name="Tekst: H O M O U R G E N S · 1"/>
          <p:cNvSpPr txBox="1"/>
          <p:nvPr/>
        </p:nvSpPr>
        <p:spPr>
          <a:xfrm>
            <a:off x="825500" y="1729716"/>
            <a:ext cx="5905500" cy="11948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9600" kern="100" spc="-432" dirty="0">
                <a:solidFill>
                  <a:srgbClr val="FFFFFF"/>
                </a:solidFill>
                <a:latin typeface="Lato Black"/>
                <a:cs typeface="Lato Black"/>
              </a:rPr>
              <a:t>HOMO</a:t>
            </a:r>
            <a:endParaRPr lang="pl-PL" sz="9600" kern="100" spc="-432" dirty="0">
              <a:solidFill>
                <a:srgbClr val="FFFFFF"/>
              </a:solidFill>
              <a:latin typeface="Lato Black"/>
              <a:cs typeface="Lato Black"/>
            </a:endParaRPr>
          </a:p>
        </p:txBody>
      </p:sp>
      <p:sp>
        <p:nvSpPr>
          <p:cNvPr id="8" name="Tekst: H O M O U R G E N S · 2"/>
          <p:cNvSpPr txBox="1"/>
          <p:nvPr/>
        </p:nvSpPr>
        <p:spPr>
          <a:xfrm>
            <a:off x="825500" y="2924532"/>
            <a:ext cx="5905500" cy="11948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9600" kern="100" spc="-432" dirty="0">
                <a:solidFill>
                  <a:srgbClr val="FFFFFF"/>
                </a:solidFill>
                <a:latin typeface="Lato Black"/>
                <a:cs typeface="Lato Black"/>
              </a:rPr>
              <a:t>URGENS</a:t>
            </a:r>
            <a:endParaRPr lang="pl-PL" sz="9600" kern="100" spc="-432" dirty="0">
              <a:solidFill>
                <a:srgbClr val="FFFFFF"/>
              </a:solidFill>
              <a:latin typeface="Lato Black"/>
              <a:cs typeface="Lato Black"/>
            </a:endParaRPr>
          </a:p>
        </p:txBody>
      </p:sp>
      <p:sp>
        <p:nvSpPr>
          <p:cNvPr id="9" name="Linia"/>
          <p:cNvSpPr/>
          <p:nvPr/>
        </p:nvSpPr>
        <p:spPr>
          <a:xfrm>
            <a:off x="825500" y="4278709"/>
            <a:ext cx="5905500" cy="19050"/>
          </a:xfrm>
          <a:prstGeom prst="rect">
            <a:avLst/>
          </a:prstGeom>
          <a:solidFill>
            <a:srgbClr val="FFFFFF">
              <a:alpha val="4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" name="Tekst: TERAZ"/>
          <p:cNvSpPr txBox="1"/>
          <p:nvPr/>
        </p:nvSpPr>
        <p:spPr>
          <a:xfrm>
            <a:off x="825500" y="4539059"/>
            <a:ext cx="5905500" cy="889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7000" kern="100" spc="-350" dirty="0">
                <a:solidFill>
                  <a:srgbClr val="FFFFFF"/>
                </a:solidFill>
                <a:latin typeface="Lato Black"/>
                <a:cs typeface="Lato Black"/>
              </a:rPr>
              <a:t>TERAZ</a:t>
            </a:r>
            <a:endParaRPr lang="pl-PL" sz="7000" kern="100" spc="-350" dirty="0">
              <a:solidFill>
                <a:srgbClr val="FFFFFF"/>
              </a:solidFill>
              <a:latin typeface="Lato Black"/>
              <a:cs typeface="Lato Black"/>
            </a:endParaRPr>
          </a:p>
        </p:txBody>
      </p:sp>
      <p:sp>
        <p:nvSpPr>
          <p:cNvPr id="11" name="!!Numer slajdu"/>
          <p:cNvSpPr txBox="1"/>
          <p:nvPr/>
        </p:nvSpPr>
        <p:spPr>
          <a:xfrm>
            <a:off x="10850587" y="6428437"/>
            <a:ext cx="773370" cy="1885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100" kern="100" spc="66" dirty="0">
                <a:solidFill>
                  <a:srgbClr val="FFFFFF">
                    <a:alpha val="66700"/>
                  </a:srgbClr>
                </a:solidFill>
                <a:latin typeface="Lato"/>
                <a:cs typeface="Lato"/>
              </a:rPr>
              <a:t>05 / 24</a:t>
            </a:r>
            <a:endParaRPr lang="pl-PL" sz="1100" kern="100" spc="66" dirty="0">
              <a:solidFill>
                <a:srgbClr val="FFFFFF">
                  <a:alpha val="66700"/>
                </a:srgbClr>
              </a:solidFill>
              <a:latin typeface="Lato"/>
              <a:cs typeface="Lato"/>
            </a:endParaRPr>
          </a:p>
        </p:txBody>
      </p:sp>
      <p:sp>
        <p:nvSpPr>
          <p:cNvPr id="12" name="!!Postęp"/>
          <p:cNvSpPr/>
          <p:nvPr/>
        </p:nvSpPr>
        <p:spPr>
          <a:xfrm>
            <a:off x="0" y="6826250"/>
            <a:ext cx="2540000" cy="317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 name="Kiedyś jeden sklep. Teraz aplikacja szybkich dostaw.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ształt"/>
          <p:cNvSpPr/>
          <p:nvPr/>
        </p:nvSpPr>
        <p:spPr>
          <a:xfrm>
            <a:off x="6089650" y="1206500"/>
            <a:ext cx="12700" cy="4445000"/>
          </a:xfrm>
          <a:prstGeom prst="rect">
            <a:avLst/>
          </a:prstGeom>
          <a:solidFill>
            <a:srgbClr val="E3E3E3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" name="Tekst: Kiedyś"/>
          <p:cNvSpPr txBox="1"/>
          <p:nvPr/>
        </p:nvSpPr>
        <p:spPr>
          <a:xfrm>
            <a:off x="825500" y="1109662"/>
            <a:ext cx="4826000" cy="205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350" b="1" kern="100" cap="all" spc="189" dirty="0">
                <a:solidFill>
                  <a:srgbClr val="EE312F"/>
                </a:solidFill>
                <a:latin typeface="Lato"/>
                <a:cs typeface="Lato"/>
              </a:rPr>
              <a:t>Kiedyś</a:t>
            </a:r>
            <a:endParaRPr lang="pl-PL" sz="1350" b="1" kern="100" cap="all" spc="189" dirty="0">
              <a:solidFill>
                <a:srgbClr val="EE312F"/>
              </a:solidFill>
              <a:latin typeface="Lato"/>
              <a:cs typeface="Lato"/>
            </a:endParaRPr>
          </a:p>
        </p:txBody>
      </p:sp>
      <p:sp>
        <p:nvSpPr>
          <p:cNvPr id="4" name="Tekst: Jeden sklep w okolicy. · 1"/>
          <p:cNvSpPr txBox="1"/>
          <p:nvPr/>
        </p:nvSpPr>
        <p:spPr>
          <a:xfrm>
            <a:off x="825500" y="1472517"/>
            <a:ext cx="4826000" cy="4846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3600" kern="100" spc="-126" dirty="0">
                <a:solidFill>
                  <a:srgbClr val="151515"/>
                </a:solidFill>
                <a:latin typeface="Lato Black"/>
                <a:cs typeface="Lato Black"/>
              </a:rPr>
              <a:t>Jeden sklep</a:t>
            </a:r>
            <a:endParaRPr lang="pl-PL" sz="3600" kern="100" spc="-126" dirty="0">
              <a:solidFill>
                <a:srgbClr val="151515"/>
              </a:solidFill>
              <a:latin typeface="Lato Black"/>
              <a:cs typeface="Lato Black"/>
            </a:endParaRPr>
          </a:p>
        </p:txBody>
      </p:sp>
      <p:sp>
        <p:nvSpPr>
          <p:cNvPr id="5" name="Tekst: Jeden sklep w okolicy. · 2"/>
          <p:cNvSpPr txBox="1"/>
          <p:nvPr/>
        </p:nvSpPr>
        <p:spPr>
          <a:xfrm>
            <a:off x="825500" y="1957149"/>
            <a:ext cx="4826000" cy="4846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3600" kern="100" spc="-126" dirty="0">
                <a:solidFill>
                  <a:srgbClr val="151515"/>
                </a:solidFill>
                <a:latin typeface="Lato Black"/>
                <a:cs typeface="Lato Black"/>
              </a:rPr>
              <a:t>w okolicy.</a:t>
            </a:r>
            <a:endParaRPr lang="pl-PL" sz="3600" kern="100" spc="-126" dirty="0">
              <a:solidFill>
                <a:srgbClr val="151515"/>
              </a:solidFill>
              <a:latin typeface="Lato Black"/>
              <a:cs typeface="Lato Black"/>
            </a:endParaRPr>
          </a:p>
        </p:txBody>
      </p:sp>
      <p:sp>
        <p:nvSpPr>
          <p:cNvPr id="6" name="Tekst: W promieniu kilku kilometrów. Otwarty w  · 1"/>
          <p:cNvSpPr txBox="1"/>
          <p:nvPr/>
        </p:nvSpPr>
        <p:spPr>
          <a:xfrm>
            <a:off x="825500" y="2524919"/>
            <a:ext cx="4826000" cy="2571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500" kern="100" dirty="0">
                <a:solidFill>
                  <a:srgbClr val="555555"/>
                </a:solidFill>
                <a:latin typeface="Lato"/>
                <a:cs typeface="Lato"/>
              </a:rPr>
              <a:t>W promieniu kilku kilometrów.</a:t>
            </a:r>
            <a:endParaRPr lang="pl-PL" sz="1500" kern="100" dirty="0">
              <a:solidFill>
                <a:srgbClr val="555555"/>
              </a:solidFill>
              <a:latin typeface="Lato"/>
              <a:cs typeface="Lato"/>
            </a:endParaRPr>
          </a:p>
        </p:txBody>
      </p:sp>
      <p:sp>
        <p:nvSpPr>
          <p:cNvPr id="7" name="Tekst: W promieniu kilku kilometrów. Otwarty w  · 2"/>
          <p:cNvSpPr txBox="1"/>
          <p:nvPr/>
        </p:nvSpPr>
        <p:spPr>
          <a:xfrm>
            <a:off x="825500" y="2782094"/>
            <a:ext cx="4826000" cy="2571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500" kern="100" dirty="0">
                <a:solidFill>
                  <a:srgbClr val="555555"/>
                </a:solidFill>
                <a:latin typeface="Lato"/>
                <a:cs typeface="Lato"/>
              </a:rPr>
              <a:t>Otwarty w swoich godzinach.</a:t>
            </a:r>
            <a:endParaRPr lang="pl-PL" sz="1500" kern="100" dirty="0">
              <a:solidFill>
                <a:srgbClr val="555555"/>
              </a:solidFill>
              <a:latin typeface="Lato"/>
              <a:cs typeface="Lato"/>
            </a:endParaRPr>
          </a:p>
        </p:txBody>
      </p:sp>
      <p:sp>
        <p:nvSpPr>
          <p:cNvPr id="8" name="Kształt 2"/>
          <p:cNvSpPr/>
          <p:nvPr/>
        </p:nvSpPr>
        <p:spPr>
          <a:xfrm>
            <a:off x="825500" y="3365500"/>
            <a:ext cx="4826000" cy="2095500"/>
          </a:xfrm>
          <a:prstGeom prst="roundRect">
            <a:avLst>
              <a:gd name="adj" fmla="val 6667"/>
            </a:avLst>
          </a:prstGeom>
          <a:solidFill>
            <a:srgbClr val="F2EEE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" name="Kształt 3"/>
          <p:cNvSpPr/>
          <p:nvPr/>
        </p:nvSpPr>
        <p:spPr>
          <a:xfrm>
            <a:off x="825500" y="3810000"/>
            <a:ext cx="4826000" cy="10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" name="Kształt 4"/>
          <p:cNvSpPr/>
          <p:nvPr/>
        </p:nvSpPr>
        <p:spPr>
          <a:xfrm>
            <a:off x="825500" y="4445000"/>
            <a:ext cx="4826000" cy="10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1" name="Kształt 5"/>
          <p:cNvSpPr/>
          <p:nvPr/>
        </p:nvSpPr>
        <p:spPr>
          <a:xfrm>
            <a:off x="825500" y="5080000"/>
            <a:ext cx="4826000" cy="10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2" name="Kształt 6"/>
          <p:cNvSpPr/>
          <p:nvPr/>
        </p:nvSpPr>
        <p:spPr>
          <a:xfrm>
            <a:off x="1524000" y="3365500"/>
            <a:ext cx="101600" cy="2095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3" name="Kształt 7"/>
          <p:cNvSpPr/>
          <p:nvPr/>
        </p:nvSpPr>
        <p:spPr>
          <a:xfrm>
            <a:off x="2730500" y="3365500"/>
            <a:ext cx="101600" cy="2095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4" name="Kształt 8"/>
          <p:cNvSpPr/>
          <p:nvPr/>
        </p:nvSpPr>
        <p:spPr>
          <a:xfrm>
            <a:off x="3810000" y="3365500"/>
            <a:ext cx="101600" cy="2095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5" name="Kształt 9"/>
          <p:cNvSpPr/>
          <p:nvPr/>
        </p:nvSpPr>
        <p:spPr>
          <a:xfrm>
            <a:off x="4889500" y="3365500"/>
            <a:ext cx="101600" cy="2095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6" name="Kształt 10"/>
          <p:cNvSpPr/>
          <p:nvPr/>
        </p:nvSpPr>
        <p:spPr>
          <a:xfrm>
            <a:off x="1965325" y="3679825"/>
            <a:ext cx="1631950" cy="1631950"/>
          </a:xfrm>
          <a:prstGeom prst="ellipse">
            <a:avLst/>
          </a:prstGeom>
          <a:solidFill>
            <a:srgbClr val="EE312F">
              <a:alpha val="7000"/>
            </a:srgbClr>
          </a:solidFill>
          <a:ln w="19050">
            <a:solidFill>
              <a:srgbClr val="EE312F">
                <a:alpha val="50000"/>
              </a:srgbClr>
            </a:solidFill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7" name="Kształt 11"/>
          <p:cNvSpPr/>
          <p:nvPr/>
        </p:nvSpPr>
        <p:spPr>
          <a:xfrm>
            <a:off x="2755900" y="4495800"/>
            <a:ext cx="50800" cy="660400"/>
          </a:xfrm>
          <a:prstGeom prst="roundRect">
            <a:avLst>
              <a:gd name="adj" fmla="val 50000"/>
            </a:avLst>
          </a:prstGeom>
          <a:solidFill>
            <a:srgbClr val="EE3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8" name="Kształt 12"/>
          <p:cNvSpPr/>
          <p:nvPr/>
        </p:nvSpPr>
        <p:spPr>
          <a:xfrm>
            <a:off x="2755900" y="5105400"/>
            <a:ext cx="635000" cy="50800"/>
          </a:xfrm>
          <a:prstGeom prst="roundRect">
            <a:avLst>
              <a:gd name="adj" fmla="val 50000"/>
            </a:avLst>
          </a:prstGeom>
          <a:solidFill>
            <a:srgbClr val="EE3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9" name="Kształt 13"/>
          <p:cNvSpPr/>
          <p:nvPr/>
        </p:nvSpPr>
        <p:spPr>
          <a:xfrm>
            <a:off x="2622550" y="4292600"/>
            <a:ext cx="317500" cy="304800"/>
          </a:xfrm>
          <a:custGeom>
            <a:avLst/>
            <a:gdLst/>
            <a:ahLst/>
            <a:cxnLst/>
            <a:rect l="0" t="0" r="r" b="b"/>
            <a:pathLst>
              <a:path w="317500" h="304800">
                <a:moveTo>
                  <a:pt x="158750" y="0"/>
                </a:moveTo>
                <a:lnTo>
                  <a:pt x="317500" y="133350"/>
                </a:lnTo>
                <a:lnTo>
                  <a:pt x="273050" y="133350"/>
                </a:lnTo>
                <a:lnTo>
                  <a:pt x="273050" y="304800"/>
                </a:lnTo>
                <a:lnTo>
                  <a:pt x="44450" y="304800"/>
                </a:lnTo>
                <a:lnTo>
                  <a:pt x="44450" y="133350"/>
                </a:lnTo>
                <a:lnTo>
                  <a:pt x="0" y="133350"/>
                </a:lnTo>
                <a:close/>
              </a:path>
            </a:pathLst>
          </a:custGeom>
          <a:solidFill>
            <a:srgbClr val="15151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0" name="Kształt 14"/>
          <p:cNvSpPr/>
          <p:nvPr/>
        </p:nvSpPr>
        <p:spPr>
          <a:xfrm>
            <a:off x="2749550" y="4495800"/>
            <a:ext cx="63500" cy="101600"/>
          </a:xfrm>
          <a:custGeom>
            <a:avLst/>
            <a:gdLst/>
            <a:ahLst/>
            <a:cxnLst/>
            <a:rect l="0" t="0" r="r" b="b"/>
            <a:pathLst>
              <a:path w="63500" h="101600">
                <a:moveTo>
                  <a:pt x="0" y="0"/>
                </a:moveTo>
                <a:lnTo>
                  <a:pt x="63500" y="0"/>
                </a:lnTo>
                <a:lnTo>
                  <a:pt x="63500" y="101600"/>
                </a:lnTo>
                <a:lnTo>
                  <a:pt x="0" y="1016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1" name="Kształt 15"/>
          <p:cNvSpPr/>
          <p:nvPr/>
        </p:nvSpPr>
        <p:spPr>
          <a:xfrm>
            <a:off x="3225800" y="5041900"/>
            <a:ext cx="304800" cy="215900"/>
          </a:xfrm>
          <a:custGeom>
            <a:avLst/>
            <a:gdLst/>
            <a:ahLst/>
            <a:cxnLst/>
            <a:rect l="0" t="0" r="r" b="b"/>
            <a:pathLst>
              <a:path w="304800" h="215900">
                <a:moveTo>
                  <a:pt x="0" y="0"/>
                </a:moveTo>
                <a:lnTo>
                  <a:pt x="304800" y="0"/>
                </a:lnTo>
                <a:lnTo>
                  <a:pt x="304800" y="215900"/>
                </a:lnTo>
                <a:lnTo>
                  <a:pt x="0" y="21590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51515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2" name="Kształt 16"/>
          <p:cNvSpPr/>
          <p:nvPr/>
        </p:nvSpPr>
        <p:spPr>
          <a:xfrm>
            <a:off x="3200400" y="4940300"/>
            <a:ext cx="88900" cy="101600"/>
          </a:xfrm>
          <a:custGeom>
            <a:avLst/>
            <a:gdLst/>
            <a:ahLst/>
            <a:cxnLst/>
            <a:rect l="0" t="0" r="r" b="b"/>
            <a:pathLst>
              <a:path w="88900" h="101600">
                <a:moveTo>
                  <a:pt x="0" y="0"/>
                </a:moveTo>
                <a:lnTo>
                  <a:pt x="88900" y="0"/>
                </a:lnTo>
                <a:lnTo>
                  <a:pt x="88900" y="101600"/>
                </a:lnTo>
                <a:lnTo>
                  <a:pt x="0" y="101600"/>
                </a:lnTo>
                <a:close/>
              </a:path>
            </a:pathLst>
          </a:custGeom>
          <a:solidFill>
            <a:srgbClr val="EE312F"/>
          </a:solidFill>
          <a:ln w="12700">
            <a:solidFill>
              <a:srgbClr val="151515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3" name="Kształt 17"/>
          <p:cNvSpPr/>
          <p:nvPr/>
        </p:nvSpPr>
        <p:spPr>
          <a:xfrm>
            <a:off x="3289300" y="4940300"/>
            <a:ext cx="88900" cy="101600"/>
          </a:xfrm>
          <a:custGeom>
            <a:avLst/>
            <a:gdLst/>
            <a:ahLst/>
            <a:cxnLst/>
            <a:rect l="0" t="0" r="r" b="b"/>
            <a:pathLst>
              <a:path w="88900" h="101600">
                <a:moveTo>
                  <a:pt x="0" y="0"/>
                </a:moveTo>
                <a:lnTo>
                  <a:pt x="88900" y="0"/>
                </a:lnTo>
                <a:lnTo>
                  <a:pt x="88900" y="101600"/>
                </a:lnTo>
                <a:lnTo>
                  <a:pt x="0" y="101600"/>
                </a:lnTo>
                <a:close/>
              </a:path>
            </a:pathLst>
          </a:custGeom>
          <a:solidFill>
            <a:srgbClr val="FFFFFF"/>
          </a:solidFill>
          <a:ln w="12700">
            <a:solidFill>
              <a:srgbClr val="151515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4" name="Kształt 18"/>
          <p:cNvSpPr/>
          <p:nvPr/>
        </p:nvSpPr>
        <p:spPr>
          <a:xfrm>
            <a:off x="3378200" y="4940300"/>
            <a:ext cx="88900" cy="101600"/>
          </a:xfrm>
          <a:custGeom>
            <a:avLst/>
            <a:gdLst/>
            <a:ahLst/>
            <a:cxnLst/>
            <a:rect l="0" t="0" r="r" b="b"/>
            <a:pathLst>
              <a:path w="88900" h="101600">
                <a:moveTo>
                  <a:pt x="0" y="0"/>
                </a:moveTo>
                <a:lnTo>
                  <a:pt x="88900" y="0"/>
                </a:lnTo>
                <a:lnTo>
                  <a:pt x="88900" y="101600"/>
                </a:lnTo>
                <a:lnTo>
                  <a:pt x="0" y="101600"/>
                </a:lnTo>
                <a:close/>
              </a:path>
            </a:pathLst>
          </a:custGeom>
          <a:solidFill>
            <a:srgbClr val="EE312F"/>
          </a:solidFill>
          <a:ln w="12700">
            <a:solidFill>
              <a:srgbClr val="151515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5" name="Kształt 19"/>
          <p:cNvSpPr/>
          <p:nvPr/>
        </p:nvSpPr>
        <p:spPr>
          <a:xfrm>
            <a:off x="3467100" y="4940300"/>
            <a:ext cx="88900" cy="101600"/>
          </a:xfrm>
          <a:custGeom>
            <a:avLst/>
            <a:gdLst/>
            <a:ahLst/>
            <a:cxnLst/>
            <a:rect l="0" t="0" r="r" b="b"/>
            <a:pathLst>
              <a:path w="88900" h="101600">
                <a:moveTo>
                  <a:pt x="0" y="0"/>
                </a:moveTo>
                <a:lnTo>
                  <a:pt x="88900" y="0"/>
                </a:lnTo>
                <a:lnTo>
                  <a:pt x="88900" y="101600"/>
                </a:lnTo>
                <a:lnTo>
                  <a:pt x="0" y="101600"/>
                </a:lnTo>
                <a:close/>
              </a:path>
            </a:pathLst>
          </a:custGeom>
          <a:solidFill>
            <a:srgbClr val="FFFFFF"/>
          </a:solidFill>
          <a:ln w="12700">
            <a:solidFill>
              <a:srgbClr val="151515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6" name="Kształt 20"/>
          <p:cNvSpPr/>
          <p:nvPr/>
        </p:nvSpPr>
        <p:spPr>
          <a:xfrm>
            <a:off x="3340100" y="5130800"/>
            <a:ext cx="76200" cy="127000"/>
          </a:xfrm>
          <a:custGeom>
            <a:avLst/>
            <a:gdLst/>
            <a:ahLst/>
            <a:cxnLst/>
            <a:rect l="0" t="0" r="r" b="b"/>
            <a:pathLst>
              <a:path w="76200" h="127000">
                <a:moveTo>
                  <a:pt x="0" y="0"/>
                </a:moveTo>
                <a:lnTo>
                  <a:pt x="76200" y="0"/>
                </a:lnTo>
                <a:lnTo>
                  <a:pt x="76200" y="127000"/>
                </a:lnTo>
                <a:lnTo>
                  <a:pt x="0" y="127000"/>
                </a:lnTo>
                <a:close/>
              </a:path>
            </a:pathLst>
          </a:custGeom>
          <a:solidFill>
            <a:srgbClr val="15151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7" name="Kształt 21"/>
          <p:cNvSpPr/>
          <p:nvPr/>
        </p:nvSpPr>
        <p:spPr>
          <a:xfrm>
            <a:off x="2093987" y="3949700"/>
            <a:ext cx="457200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algn="ctr" rotWithShape="0">
              <a:srgbClr val="000000">
                <a:alpha val="6700"/>
              </a:srgbClr>
            </a:outerShdw>
          </a:effectLst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8" name="Tekst: Dom"/>
          <p:cNvSpPr txBox="1"/>
          <p:nvPr/>
        </p:nvSpPr>
        <p:spPr>
          <a:xfrm>
            <a:off x="2182887" y="3987800"/>
            <a:ext cx="484049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000" kern="100" dirty="0">
                <a:solidFill>
                  <a:srgbClr val="151515"/>
                </a:solidFill>
                <a:latin typeface="Lato Black"/>
                <a:cs typeface="Lato Black"/>
              </a:rPr>
              <a:t>Dom</a:t>
            </a:r>
            <a:endParaRPr lang="pl-PL" sz="1000" kern="100" dirty="0">
              <a:solidFill>
                <a:srgbClr val="151515"/>
              </a:solidFill>
              <a:latin typeface="Lato Black"/>
              <a:cs typeface="Lato Black"/>
            </a:endParaRPr>
          </a:p>
        </p:txBody>
      </p:sp>
      <p:sp>
        <p:nvSpPr>
          <p:cNvPr id="29" name="Kształt 22"/>
          <p:cNvSpPr/>
          <p:nvPr/>
        </p:nvSpPr>
        <p:spPr>
          <a:xfrm>
            <a:off x="3657674" y="4864100"/>
            <a:ext cx="488950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algn="ctr" rotWithShape="0">
              <a:srgbClr val="000000">
                <a:alpha val="6700"/>
              </a:srgbClr>
            </a:outerShdw>
          </a:effectLst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0" name="Tekst: Sklep"/>
          <p:cNvSpPr txBox="1"/>
          <p:nvPr/>
        </p:nvSpPr>
        <p:spPr>
          <a:xfrm>
            <a:off x="3746574" y="4902200"/>
            <a:ext cx="525958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000" kern="100" dirty="0">
                <a:solidFill>
                  <a:srgbClr val="151515"/>
                </a:solidFill>
                <a:latin typeface="Lato Black"/>
                <a:cs typeface="Lato Black"/>
              </a:rPr>
              <a:t>Sklep</a:t>
            </a:r>
            <a:endParaRPr lang="pl-PL" sz="1000" kern="100" dirty="0">
              <a:solidFill>
                <a:srgbClr val="151515"/>
              </a:solidFill>
              <a:latin typeface="Lato Black"/>
              <a:cs typeface="Lato Black"/>
            </a:endParaRPr>
          </a:p>
        </p:txBody>
      </p:sp>
      <p:sp>
        <p:nvSpPr>
          <p:cNvPr id="31" name="Tekst: Teraz"/>
          <p:cNvSpPr txBox="1"/>
          <p:nvPr/>
        </p:nvSpPr>
        <p:spPr>
          <a:xfrm>
            <a:off x="6540499" y="1109662"/>
            <a:ext cx="4826000" cy="205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350" b="1" kern="100" cap="all" spc="189" dirty="0">
                <a:solidFill>
                  <a:srgbClr val="EE312F"/>
                </a:solidFill>
                <a:latin typeface="Lato"/>
                <a:cs typeface="Lato"/>
              </a:rPr>
              <a:t>Teraz</a:t>
            </a:r>
            <a:endParaRPr lang="pl-PL" sz="1350" b="1" kern="100" cap="all" spc="189" dirty="0">
              <a:solidFill>
                <a:srgbClr val="EE312F"/>
              </a:solidFill>
              <a:latin typeface="Lato"/>
              <a:cs typeface="Lato"/>
            </a:endParaRPr>
          </a:p>
        </p:txBody>
      </p:sp>
      <p:sp>
        <p:nvSpPr>
          <p:cNvPr id="32" name="Tekst: Aplikacja szybkich dostaw. · 1"/>
          <p:cNvSpPr txBox="1"/>
          <p:nvPr/>
        </p:nvSpPr>
        <p:spPr>
          <a:xfrm>
            <a:off x="6540499" y="1472517"/>
            <a:ext cx="4826000" cy="4846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3600" kern="100" spc="-126" dirty="0">
                <a:solidFill>
                  <a:srgbClr val="151515"/>
                </a:solidFill>
                <a:latin typeface="Lato Black"/>
                <a:cs typeface="Lato Black"/>
              </a:rPr>
              <a:t>Aplikacja</a:t>
            </a:r>
            <a:endParaRPr lang="pl-PL" sz="3600" kern="100" spc="-126" dirty="0">
              <a:solidFill>
                <a:srgbClr val="151515"/>
              </a:solidFill>
              <a:latin typeface="Lato Black"/>
              <a:cs typeface="Lato Black"/>
            </a:endParaRPr>
          </a:p>
        </p:txBody>
      </p:sp>
      <p:sp>
        <p:nvSpPr>
          <p:cNvPr id="33" name="Tekst: Aplikacja szybkich dostaw. · 2"/>
          <p:cNvSpPr txBox="1"/>
          <p:nvPr/>
        </p:nvSpPr>
        <p:spPr>
          <a:xfrm>
            <a:off x="6540499" y="1957149"/>
            <a:ext cx="4826000" cy="4846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3600" kern="100" spc="-126" dirty="0">
                <a:solidFill>
                  <a:srgbClr val="151515"/>
                </a:solidFill>
                <a:latin typeface="Lato Black"/>
                <a:cs typeface="Lato Black"/>
              </a:rPr>
              <a:t>szybkich dostaw.</a:t>
            </a:r>
            <a:endParaRPr lang="pl-PL" sz="3600" kern="100" spc="-126" dirty="0">
              <a:solidFill>
                <a:srgbClr val="151515"/>
              </a:solidFill>
              <a:latin typeface="Lato Black"/>
              <a:cs typeface="Lato Black"/>
            </a:endParaRPr>
          </a:p>
        </p:txBody>
      </p:sp>
      <p:sp>
        <p:nvSpPr>
          <p:cNvPr id="34" name="Tekst: Wiele sklepów w jednym telefonie. Zakupy · 1"/>
          <p:cNvSpPr txBox="1"/>
          <p:nvPr/>
        </p:nvSpPr>
        <p:spPr>
          <a:xfrm>
            <a:off x="6540499" y="2524919"/>
            <a:ext cx="4826000" cy="2571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500" kern="100" dirty="0">
                <a:solidFill>
                  <a:srgbClr val="555555"/>
                </a:solidFill>
                <a:latin typeface="Lato"/>
                <a:cs typeface="Lato"/>
              </a:rPr>
              <a:t>Wiele sklepów w jednym telefonie.</a:t>
            </a:r>
            <a:endParaRPr lang="pl-PL" sz="1500" kern="100" dirty="0">
              <a:solidFill>
                <a:srgbClr val="555555"/>
              </a:solidFill>
              <a:latin typeface="Lato"/>
              <a:cs typeface="Lato"/>
            </a:endParaRPr>
          </a:p>
        </p:txBody>
      </p:sp>
      <p:sp>
        <p:nvSpPr>
          <p:cNvPr id="35" name="Tekst: Wiele sklepów w jednym telefonie. Zakupy · 2"/>
          <p:cNvSpPr txBox="1"/>
          <p:nvPr/>
        </p:nvSpPr>
        <p:spPr>
          <a:xfrm>
            <a:off x="6540499" y="2782094"/>
            <a:ext cx="4826000" cy="2571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500" kern="100" dirty="0">
                <a:solidFill>
                  <a:srgbClr val="555555"/>
                </a:solidFill>
                <a:latin typeface="Lato"/>
                <a:cs typeface="Lato"/>
              </a:rPr>
              <a:t>Zakupy wtedy, kiedy pojawia się potrzeba.</a:t>
            </a:r>
            <a:endParaRPr lang="pl-PL" sz="1500" kern="100" dirty="0">
              <a:solidFill>
                <a:srgbClr val="555555"/>
              </a:solidFill>
              <a:latin typeface="Lato"/>
              <a:cs typeface="Lato"/>
            </a:endParaRPr>
          </a:p>
        </p:txBody>
      </p:sp>
      <p:sp>
        <p:nvSpPr>
          <p:cNvPr id="36" name="Kształt 23"/>
          <p:cNvSpPr/>
          <p:nvPr/>
        </p:nvSpPr>
        <p:spPr>
          <a:xfrm>
            <a:off x="6546849" y="3371850"/>
            <a:ext cx="4813300" cy="2082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3E3E3"/>
            </a:solidFill>
          </a:ln>
          <a:effectLst>
            <a:outerShdw blurRad="317500" dist="114300" dir="5400000" algn="ctr" rotWithShape="0">
              <a:srgbClr val="000000">
                <a:alpha val="6000"/>
              </a:srgbClr>
            </a:outerShdw>
          </a:effectLst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7" name="Linia"/>
          <p:cNvSpPr/>
          <p:nvPr/>
        </p:nvSpPr>
        <p:spPr>
          <a:xfrm>
            <a:off x="6553199" y="3771900"/>
            <a:ext cx="4800600" cy="12700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8" name="Tekst: Aplikacja szybkich dostaw"/>
          <p:cNvSpPr txBox="1"/>
          <p:nvPr/>
        </p:nvSpPr>
        <p:spPr>
          <a:xfrm>
            <a:off x="6719540" y="3482975"/>
            <a:ext cx="229659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200" kern="100" dirty="0">
                <a:solidFill>
                  <a:srgbClr val="151515"/>
                </a:solidFill>
                <a:latin typeface="Lato Black"/>
                <a:cs typeface="Lato Black"/>
              </a:rPr>
              <a:t>Aplikacja szybkich dostaw</a:t>
            </a:r>
            <a:endParaRPr lang="pl-PL" sz="1200" kern="100" dirty="0">
              <a:solidFill>
                <a:srgbClr val="151515"/>
              </a:solidFill>
              <a:latin typeface="Lato Black"/>
              <a:cs typeface="Lato Black"/>
            </a:endParaRPr>
          </a:p>
        </p:txBody>
      </p:sp>
      <p:sp>
        <p:nvSpPr>
          <p:cNvPr id="39" name="!!Telefon – koszyk (tekst)"/>
          <p:cNvSpPr txBox="1"/>
          <p:nvPr/>
        </p:nvSpPr>
        <p:spPr>
          <a:xfrm>
            <a:off x="11023748" y="3451225"/>
            <a:ext cx="35016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500" kern="100" dirty="0">
                <a:solidFill>
                  <a:srgbClr val="151515"/>
                </a:solidFill>
                <a:latin typeface="Segoe UI Symbol"/>
                <a:cs typeface="Segoe UI Symbol"/>
              </a:rPr>
              <a:t>▣</a:t>
            </a:r>
            <a:endParaRPr lang="pl-PL" sz="1500" kern="100" dirty="0">
              <a:solidFill>
                <a:srgbClr val="151515"/>
              </a:solidFill>
              <a:latin typeface="Segoe UI Symbol"/>
              <a:cs typeface="Segoe UI Symbol"/>
            </a:endParaRPr>
          </a:p>
        </p:txBody>
      </p:sp>
      <p:sp>
        <p:nvSpPr>
          <p:cNvPr id="40" name="Kształt 24"/>
          <p:cNvSpPr/>
          <p:nvPr/>
        </p:nvSpPr>
        <p:spPr>
          <a:xfrm>
            <a:off x="6708775" y="3914775"/>
            <a:ext cx="1060450" cy="323850"/>
          </a:xfrm>
          <a:prstGeom prst="roundRect">
            <a:avLst>
              <a:gd name="adj" fmla="val 50000"/>
            </a:avLst>
          </a:prstGeom>
          <a:solidFill>
            <a:srgbClr val="FAFAFA"/>
          </a:solidFill>
          <a:ln w="6350">
            <a:solidFill>
              <a:srgbClr val="E5E5E5"/>
            </a:solidFill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1" name="Kształt 25"/>
          <p:cNvSpPr/>
          <p:nvPr/>
        </p:nvSpPr>
        <p:spPr>
          <a:xfrm>
            <a:off x="6769100" y="3968750"/>
            <a:ext cx="215900" cy="215900"/>
          </a:xfrm>
          <a:prstGeom prst="ellipse">
            <a:avLst/>
          </a:prstGeom>
          <a:solidFill>
            <a:srgbClr val="EE3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2" name="Kształt 26"/>
          <p:cNvSpPr/>
          <p:nvPr/>
        </p:nvSpPr>
        <p:spPr>
          <a:xfrm>
            <a:off x="6838188" y="4032440"/>
            <a:ext cx="77724" cy="38862"/>
          </a:xfrm>
          <a:custGeom>
            <a:avLst/>
            <a:gdLst/>
            <a:ahLst/>
            <a:cxnLst/>
            <a:rect l="0" t="0" r="r" b="b"/>
            <a:pathLst>
              <a:path w="77724" h="38862">
                <a:moveTo>
                  <a:pt x="0" y="38862"/>
                </a:moveTo>
                <a:lnTo>
                  <a:pt x="1079" y="30226"/>
                </a:lnTo>
                <a:lnTo>
                  <a:pt x="3778" y="22130"/>
                </a:lnTo>
                <a:lnTo>
                  <a:pt x="8636" y="14573"/>
                </a:lnTo>
                <a:lnTo>
                  <a:pt x="14573" y="8636"/>
                </a:lnTo>
                <a:lnTo>
                  <a:pt x="22130" y="3778"/>
                </a:lnTo>
                <a:lnTo>
                  <a:pt x="30226" y="1079"/>
                </a:lnTo>
                <a:lnTo>
                  <a:pt x="38862" y="0"/>
                </a:lnTo>
                <a:lnTo>
                  <a:pt x="47498" y="1079"/>
                </a:lnTo>
                <a:lnTo>
                  <a:pt x="55594" y="3778"/>
                </a:lnTo>
                <a:lnTo>
                  <a:pt x="63151" y="8636"/>
                </a:lnTo>
                <a:lnTo>
                  <a:pt x="69088" y="14573"/>
                </a:lnTo>
                <a:lnTo>
                  <a:pt x="73946" y="22130"/>
                </a:lnTo>
                <a:lnTo>
                  <a:pt x="76644" y="30226"/>
                </a:lnTo>
                <a:lnTo>
                  <a:pt x="77724" y="38862"/>
                </a:lnTo>
                <a:lnTo>
                  <a:pt x="66929" y="38862"/>
                </a:lnTo>
                <a:lnTo>
                  <a:pt x="66389" y="32385"/>
                </a:lnTo>
                <a:lnTo>
                  <a:pt x="64230" y="26448"/>
                </a:lnTo>
                <a:lnTo>
                  <a:pt x="60992" y="21590"/>
                </a:lnTo>
                <a:lnTo>
                  <a:pt x="56134" y="16732"/>
                </a:lnTo>
                <a:lnTo>
                  <a:pt x="51276" y="13494"/>
                </a:lnTo>
                <a:lnTo>
                  <a:pt x="45339" y="11335"/>
                </a:lnTo>
                <a:lnTo>
                  <a:pt x="38862" y="10795"/>
                </a:lnTo>
                <a:lnTo>
                  <a:pt x="32385" y="11335"/>
                </a:lnTo>
                <a:lnTo>
                  <a:pt x="26448" y="13494"/>
                </a:lnTo>
                <a:lnTo>
                  <a:pt x="21590" y="16732"/>
                </a:lnTo>
                <a:lnTo>
                  <a:pt x="16732" y="21590"/>
                </a:lnTo>
                <a:lnTo>
                  <a:pt x="13494" y="26448"/>
                </a:lnTo>
                <a:lnTo>
                  <a:pt x="11335" y="32385"/>
                </a:lnTo>
                <a:lnTo>
                  <a:pt x="10795" y="38862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3" name="Kształt 27"/>
          <p:cNvSpPr/>
          <p:nvPr/>
        </p:nvSpPr>
        <p:spPr>
          <a:xfrm>
            <a:off x="6817677" y="4063206"/>
            <a:ext cx="118745" cy="18891"/>
          </a:xfrm>
          <a:custGeom>
            <a:avLst/>
            <a:gdLst/>
            <a:ahLst/>
            <a:cxnLst/>
            <a:rect l="0" t="0" r="r" b="b"/>
            <a:pathLst>
              <a:path w="118745" h="18891">
                <a:moveTo>
                  <a:pt x="110649" y="0"/>
                </a:moveTo>
                <a:lnTo>
                  <a:pt x="113887" y="540"/>
                </a:lnTo>
                <a:lnTo>
                  <a:pt x="116586" y="2159"/>
                </a:lnTo>
                <a:lnTo>
                  <a:pt x="118205" y="4858"/>
                </a:lnTo>
                <a:lnTo>
                  <a:pt x="118745" y="8096"/>
                </a:lnTo>
                <a:lnTo>
                  <a:pt x="118745" y="10795"/>
                </a:lnTo>
                <a:lnTo>
                  <a:pt x="118205" y="14033"/>
                </a:lnTo>
                <a:lnTo>
                  <a:pt x="116586" y="16732"/>
                </a:lnTo>
                <a:lnTo>
                  <a:pt x="113887" y="18351"/>
                </a:lnTo>
                <a:lnTo>
                  <a:pt x="110649" y="18891"/>
                </a:lnTo>
                <a:lnTo>
                  <a:pt x="8096" y="18891"/>
                </a:lnTo>
                <a:lnTo>
                  <a:pt x="4858" y="18351"/>
                </a:lnTo>
                <a:lnTo>
                  <a:pt x="2159" y="16732"/>
                </a:lnTo>
                <a:lnTo>
                  <a:pt x="540" y="14033"/>
                </a:lnTo>
                <a:lnTo>
                  <a:pt x="0" y="10795"/>
                </a:lnTo>
                <a:lnTo>
                  <a:pt x="0" y="8096"/>
                </a:lnTo>
                <a:lnTo>
                  <a:pt x="540" y="4858"/>
                </a:lnTo>
                <a:lnTo>
                  <a:pt x="2159" y="2159"/>
                </a:lnTo>
                <a:lnTo>
                  <a:pt x="4858" y="540"/>
                </a:lnTo>
                <a:lnTo>
                  <a:pt x="8096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4" name="Kształt 28"/>
          <p:cNvSpPr/>
          <p:nvPr/>
        </p:nvSpPr>
        <p:spPr>
          <a:xfrm>
            <a:off x="6828472" y="4087495"/>
            <a:ext cx="97155" cy="45879"/>
          </a:xfrm>
          <a:custGeom>
            <a:avLst/>
            <a:gdLst/>
            <a:ahLst/>
            <a:cxnLst/>
            <a:rect l="0" t="0" r="r" b="b"/>
            <a:pathLst>
              <a:path w="97155" h="45879">
                <a:moveTo>
                  <a:pt x="0" y="0"/>
                </a:moveTo>
                <a:lnTo>
                  <a:pt x="97155" y="0"/>
                </a:lnTo>
                <a:lnTo>
                  <a:pt x="86360" y="45879"/>
                </a:lnTo>
                <a:lnTo>
                  <a:pt x="10795" y="45879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5" name="Kształt 29"/>
          <p:cNvSpPr/>
          <p:nvPr/>
        </p:nvSpPr>
        <p:spPr>
          <a:xfrm>
            <a:off x="6848443" y="4098290"/>
            <a:ext cx="9715" cy="24289"/>
          </a:xfrm>
          <a:custGeom>
            <a:avLst/>
            <a:gdLst/>
            <a:ahLst/>
            <a:cxnLst/>
            <a:rect l="0" t="0" r="r" b="b"/>
            <a:pathLst>
              <a:path w="9715" h="24289">
                <a:moveTo>
                  <a:pt x="4858" y="0"/>
                </a:moveTo>
                <a:lnTo>
                  <a:pt x="6477" y="540"/>
                </a:lnTo>
                <a:lnTo>
                  <a:pt x="8096" y="1619"/>
                </a:lnTo>
                <a:lnTo>
                  <a:pt x="9176" y="3238"/>
                </a:lnTo>
                <a:lnTo>
                  <a:pt x="9715" y="4858"/>
                </a:lnTo>
                <a:lnTo>
                  <a:pt x="9715" y="19431"/>
                </a:lnTo>
                <a:lnTo>
                  <a:pt x="9176" y="21050"/>
                </a:lnTo>
                <a:lnTo>
                  <a:pt x="8096" y="22669"/>
                </a:lnTo>
                <a:lnTo>
                  <a:pt x="6477" y="23749"/>
                </a:lnTo>
                <a:lnTo>
                  <a:pt x="4858" y="24289"/>
                </a:lnTo>
                <a:lnTo>
                  <a:pt x="4858" y="24289"/>
                </a:lnTo>
                <a:lnTo>
                  <a:pt x="3238" y="23749"/>
                </a:lnTo>
                <a:lnTo>
                  <a:pt x="1619" y="22669"/>
                </a:lnTo>
                <a:lnTo>
                  <a:pt x="540" y="21050"/>
                </a:lnTo>
                <a:lnTo>
                  <a:pt x="0" y="19431"/>
                </a:lnTo>
                <a:lnTo>
                  <a:pt x="0" y="4858"/>
                </a:lnTo>
                <a:lnTo>
                  <a:pt x="540" y="3238"/>
                </a:lnTo>
                <a:lnTo>
                  <a:pt x="1619" y="1619"/>
                </a:lnTo>
                <a:lnTo>
                  <a:pt x="3238" y="540"/>
                </a:lnTo>
                <a:lnTo>
                  <a:pt x="4858" y="0"/>
                </a:lnTo>
                <a:close/>
              </a:path>
            </a:pathLst>
          </a:custGeom>
          <a:solidFill>
            <a:srgbClr val="EE3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6" name="Kształt 30"/>
          <p:cNvSpPr/>
          <p:nvPr/>
        </p:nvSpPr>
        <p:spPr>
          <a:xfrm>
            <a:off x="6872192" y="4098290"/>
            <a:ext cx="9715" cy="24289"/>
          </a:xfrm>
          <a:custGeom>
            <a:avLst/>
            <a:gdLst/>
            <a:ahLst/>
            <a:cxnLst/>
            <a:rect l="0" t="0" r="r" b="b"/>
            <a:pathLst>
              <a:path w="9715" h="24289">
                <a:moveTo>
                  <a:pt x="4858" y="0"/>
                </a:moveTo>
                <a:lnTo>
                  <a:pt x="6477" y="540"/>
                </a:lnTo>
                <a:lnTo>
                  <a:pt x="8096" y="1619"/>
                </a:lnTo>
                <a:lnTo>
                  <a:pt x="9176" y="3238"/>
                </a:lnTo>
                <a:lnTo>
                  <a:pt x="9715" y="4858"/>
                </a:lnTo>
                <a:lnTo>
                  <a:pt x="9715" y="19431"/>
                </a:lnTo>
                <a:lnTo>
                  <a:pt x="9176" y="21050"/>
                </a:lnTo>
                <a:lnTo>
                  <a:pt x="8096" y="22669"/>
                </a:lnTo>
                <a:lnTo>
                  <a:pt x="6477" y="23749"/>
                </a:lnTo>
                <a:lnTo>
                  <a:pt x="4858" y="24289"/>
                </a:lnTo>
                <a:lnTo>
                  <a:pt x="4858" y="24289"/>
                </a:lnTo>
                <a:lnTo>
                  <a:pt x="3238" y="23749"/>
                </a:lnTo>
                <a:lnTo>
                  <a:pt x="1619" y="22669"/>
                </a:lnTo>
                <a:lnTo>
                  <a:pt x="540" y="21050"/>
                </a:lnTo>
                <a:lnTo>
                  <a:pt x="0" y="19431"/>
                </a:lnTo>
                <a:lnTo>
                  <a:pt x="0" y="4858"/>
                </a:lnTo>
                <a:lnTo>
                  <a:pt x="540" y="3238"/>
                </a:lnTo>
                <a:lnTo>
                  <a:pt x="1619" y="1619"/>
                </a:lnTo>
                <a:lnTo>
                  <a:pt x="3238" y="540"/>
                </a:lnTo>
                <a:lnTo>
                  <a:pt x="4858" y="0"/>
                </a:lnTo>
                <a:close/>
              </a:path>
            </a:pathLst>
          </a:custGeom>
          <a:solidFill>
            <a:srgbClr val="EE3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7" name="Kształt 31"/>
          <p:cNvSpPr/>
          <p:nvPr/>
        </p:nvSpPr>
        <p:spPr>
          <a:xfrm>
            <a:off x="6895941" y="4098290"/>
            <a:ext cx="9715" cy="24289"/>
          </a:xfrm>
          <a:custGeom>
            <a:avLst/>
            <a:gdLst/>
            <a:ahLst/>
            <a:cxnLst/>
            <a:rect l="0" t="0" r="r" b="b"/>
            <a:pathLst>
              <a:path w="9715" h="24289">
                <a:moveTo>
                  <a:pt x="4858" y="0"/>
                </a:moveTo>
                <a:lnTo>
                  <a:pt x="6477" y="540"/>
                </a:lnTo>
                <a:lnTo>
                  <a:pt x="8096" y="1619"/>
                </a:lnTo>
                <a:lnTo>
                  <a:pt x="9176" y="3238"/>
                </a:lnTo>
                <a:lnTo>
                  <a:pt x="9715" y="4858"/>
                </a:lnTo>
                <a:lnTo>
                  <a:pt x="9715" y="19431"/>
                </a:lnTo>
                <a:lnTo>
                  <a:pt x="9176" y="21050"/>
                </a:lnTo>
                <a:lnTo>
                  <a:pt x="8096" y="22669"/>
                </a:lnTo>
                <a:lnTo>
                  <a:pt x="6477" y="23749"/>
                </a:lnTo>
                <a:lnTo>
                  <a:pt x="4858" y="24289"/>
                </a:lnTo>
                <a:lnTo>
                  <a:pt x="4858" y="24289"/>
                </a:lnTo>
                <a:lnTo>
                  <a:pt x="3238" y="23749"/>
                </a:lnTo>
                <a:lnTo>
                  <a:pt x="1619" y="22669"/>
                </a:lnTo>
                <a:lnTo>
                  <a:pt x="540" y="21050"/>
                </a:lnTo>
                <a:lnTo>
                  <a:pt x="0" y="19431"/>
                </a:lnTo>
                <a:lnTo>
                  <a:pt x="0" y="4858"/>
                </a:lnTo>
                <a:lnTo>
                  <a:pt x="540" y="3238"/>
                </a:lnTo>
                <a:lnTo>
                  <a:pt x="1619" y="1619"/>
                </a:lnTo>
                <a:lnTo>
                  <a:pt x="3238" y="540"/>
                </a:lnTo>
                <a:lnTo>
                  <a:pt x="4858" y="0"/>
                </a:lnTo>
                <a:close/>
              </a:path>
            </a:pathLst>
          </a:custGeom>
          <a:solidFill>
            <a:srgbClr val="EE3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8" name="Tekst: Market"/>
          <p:cNvSpPr txBox="1"/>
          <p:nvPr/>
        </p:nvSpPr>
        <p:spPr>
          <a:xfrm>
            <a:off x="7042844" y="4003675"/>
            <a:ext cx="618887" cy="1447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950" b="1" kern="100" dirty="0">
                <a:solidFill>
                  <a:srgbClr val="151515"/>
                </a:solidFill>
                <a:latin typeface="Lato"/>
                <a:cs typeface="Lato"/>
              </a:rPr>
              <a:t>Market</a:t>
            </a:r>
            <a:endParaRPr lang="pl-PL" sz="950" b="1" kern="100" dirty="0">
              <a:solidFill>
                <a:srgbClr val="151515"/>
              </a:solidFill>
              <a:latin typeface="Lato"/>
              <a:cs typeface="Lato"/>
            </a:endParaRPr>
          </a:p>
        </p:txBody>
      </p:sp>
      <p:sp>
        <p:nvSpPr>
          <p:cNvPr id="49" name="Kształt 32"/>
          <p:cNvSpPr/>
          <p:nvPr/>
        </p:nvSpPr>
        <p:spPr>
          <a:xfrm>
            <a:off x="7851775" y="3914775"/>
            <a:ext cx="1060450" cy="323850"/>
          </a:xfrm>
          <a:prstGeom prst="roundRect">
            <a:avLst>
              <a:gd name="adj" fmla="val 50000"/>
            </a:avLst>
          </a:prstGeom>
          <a:solidFill>
            <a:srgbClr val="FAFAFA"/>
          </a:solidFill>
          <a:ln w="6350">
            <a:solidFill>
              <a:srgbClr val="E5E5E5"/>
            </a:solidFill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0" name="Kształt 33"/>
          <p:cNvSpPr/>
          <p:nvPr/>
        </p:nvSpPr>
        <p:spPr>
          <a:xfrm>
            <a:off x="7912100" y="3968750"/>
            <a:ext cx="215900" cy="215900"/>
          </a:xfrm>
          <a:prstGeom prst="ellipse">
            <a:avLst/>
          </a:prstGeom>
          <a:solidFill>
            <a:srgbClr val="2F7D5B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1" name="Kształt 34"/>
          <p:cNvSpPr/>
          <p:nvPr/>
        </p:nvSpPr>
        <p:spPr>
          <a:xfrm>
            <a:off x="8000079" y="4022725"/>
            <a:ext cx="40481" cy="107950"/>
          </a:xfrm>
          <a:custGeom>
            <a:avLst/>
            <a:gdLst/>
            <a:ahLst/>
            <a:cxnLst/>
            <a:rect l="0" t="0" r="r" b="b"/>
            <a:pathLst>
              <a:path w="40481" h="107950">
                <a:moveTo>
                  <a:pt x="29686" y="0"/>
                </a:moveTo>
                <a:lnTo>
                  <a:pt x="33464" y="1079"/>
                </a:lnTo>
                <a:lnTo>
                  <a:pt x="37243" y="3238"/>
                </a:lnTo>
                <a:lnTo>
                  <a:pt x="39402" y="6477"/>
                </a:lnTo>
                <a:lnTo>
                  <a:pt x="40481" y="10795"/>
                </a:lnTo>
                <a:lnTo>
                  <a:pt x="40481" y="97155"/>
                </a:lnTo>
                <a:lnTo>
                  <a:pt x="39402" y="101473"/>
                </a:lnTo>
                <a:lnTo>
                  <a:pt x="37243" y="104711"/>
                </a:lnTo>
                <a:lnTo>
                  <a:pt x="33464" y="106870"/>
                </a:lnTo>
                <a:lnTo>
                  <a:pt x="29686" y="107950"/>
                </a:lnTo>
                <a:lnTo>
                  <a:pt x="10795" y="107950"/>
                </a:lnTo>
                <a:lnTo>
                  <a:pt x="6477" y="106870"/>
                </a:lnTo>
                <a:lnTo>
                  <a:pt x="2699" y="104711"/>
                </a:lnTo>
                <a:lnTo>
                  <a:pt x="540" y="101473"/>
                </a:lnTo>
                <a:lnTo>
                  <a:pt x="0" y="97155"/>
                </a:lnTo>
                <a:lnTo>
                  <a:pt x="0" y="10795"/>
                </a:lnTo>
                <a:lnTo>
                  <a:pt x="540" y="6477"/>
                </a:lnTo>
                <a:lnTo>
                  <a:pt x="2699" y="3238"/>
                </a:lnTo>
                <a:lnTo>
                  <a:pt x="6477" y="1079"/>
                </a:lnTo>
                <a:lnTo>
                  <a:pt x="10795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2" name="Kształt 35"/>
          <p:cNvSpPr/>
          <p:nvPr/>
        </p:nvSpPr>
        <p:spPr>
          <a:xfrm>
            <a:off x="7966075" y="4056729"/>
            <a:ext cx="107950" cy="40481"/>
          </a:xfrm>
          <a:custGeom>
            <a:avLst/>
            <a:gdLst/>
            <a:ahLst/>
            <a:cxnLst/>
            <a:rect l="0" t="0" r="r" b="b"/>
            <a:pathLst>
              <a:path w="107950" h="40481">
                <a:moveTo>
                  <a:pt x="97155" y="0"/>
                </a:moveTo>
                <a:lnTo>
                  <a:pt x="101473" y="540"/>
                </a:lnTo>
                <a:lnTo>
                  <a:pt x="104711" y="2699"/>
                </a:lnTo>
                <a:lnTo>
                  <a:pt x="106870" y="6477"/>
                </a:lnTo>
                <a:lnTo>
                  <a:pt x="107950" y="10795"/>
                </a:lnTo>
                <a:lnTo>
                  <a:pt x="107950" y="29686"/>
                </a:lnTo>
                <a:lnTo>
                  <a:pt x="106870" y="33464"/>
                </a:lnTo>
                <a:lnTo>
                  <a:pt x="104711" y="37243"/>
                </a:lnTo>
                <a:lnTo>
                  <a:pt x="101473" y="39402"/>
                </a:lnTo>
                <a:lnTo>
                  <a:pt x="97155" y="40481"/>
                </a:lnTo>
                <a:lnTo>
                  <a:pt x="10795" y="40481"/>
                </a:lnTo>
                <a:lnTo>
                  <a:pt x="6477" y="39402"/>
                </a:lnTo>
                <a:lnTo>
                  <a:pt x="3238" y="37243"/>
                </a:lnTo>
                <a:lnTo>
                  <a:pt x="1079" y="33464"/>
                </a:lnTo>
                <a:lnTo>
                  <a:pt x="0" y="29686"/>
                </a:lnTo>
                <a:lnTo>
                  <a:pt x="0" y="10795"/>
                </a:lnTo>
                <a:lnTo>
                  <a:pt x="1079" y="6477"/>
                </a:lnTo>
                <a:lnTo>
                  <a:pt x="3238" y="2699"/>
                </a:lnTo>
                <a:lnTo>
                  <a:pt x="6477" y="540"/>
                </a:lnTo>
                <a:lnTo>
                  <a:pt x="10795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3" name="Tekst: Apteka"/>
          <p:cNvSpPr txBox="1"/>
          <p:nvPr/>
        </p:nvSpPr>
        <p:spPr>
          <a:xfrm>
            <a:off x="8184430" y="4003675"/>
            <a:ext cx="615493" cy="1447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950" b="1" kern="100" dirty="0">
                <a:solidFill>
                  <a:srgbClr val="151515"/>
                </a:solidFill>
                <a:latin typeface="Lato"/>
                <a:cs typeface="Lato"/>
              </a:rPr>
              <a:t>Apteka</a:t>
            </a:r>
            <a:endParaRPr lang="pl-PL" sz="950" b="1" kern="100" dirty="0">
              <a:solidFill>
                <a:srgbClr val="151515"/>
              </a:solidFill>
              <a:latin typeface="Lato"/>
              <a:cs typeface="Lato"/>
            </a:endParaRPr>
          </a:p>
        </p:txBody>
      </p:sp>
      <p:sp>
        <p:nvSpPr>
          <p:cNvPr id="54" name="Kształt 36"/>
          <p:cNvSpPr/>
          <p:nvPr/>
        </p:nvSpPr>
        <p:spPr>
          <a:xfrm>
            <a:off x="8994774" y="3914775"/>
            <a:ext cx="1060450" cy="323850"/>
          </a:xfrm>
          <a:prstGeom prst="roundRect">
            <a:avLst>
              <a:gd name="adj" fmla="val 50000"/>
            </a:avLst>
          </a:prstGeom>
          <a:solidFill>
            <a:srgbClr val="FAFAFA"/>
          </a:solidFill>
          <a:ln w="6350">
            <a:solidFill>
              <a:srgbClr val="E5E5E5"/>
            </a:solidFill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5" name="Kształt 37"/>
          <p:cNvSpPr/>
          <p:nvPr/>
        </p:nvSpPr>
        <p:spPr>
          <a:xfrm>
            <a:off x="9055100" y="3968750"/>
            <a:ext cx="215900" cy="215900"/>
          </a:xfrm>
          <a:prstGeom prst="ellipse">
            <a:avLst/>
          </a:prstGeom>
          <a:solidFill>
            <a:srgbClr val="6C72B3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6" name="Kształt 38"/>
          <p:cNvSpPr/>
          <p:nvPr/>
        </p:nvSpPr>
        <p:spPr>
          <a:xfrm>
            <a:off x="9117171" y="4019486"/>
            <a:ext cx="35084" cy="11874"/>
          </a:xfrm>
          <a:custGeom>
            <a:avLst/>
            <a:gdLst/>
            <a:ahLst/>
            <a:cxnLst/>
            <a:rect l="0" t="0" r="r" b="b"/>
            <a:pathLst>
              <a:path w="35084" h="11874">
                <a:moveTo>
                  <a:pt x="29146" y="0"/>
                </a:moveTo>
                <a:lnTo>
                  <a:pt x="31305" y="540"/>
                </a:lnTo>
                <a:lnTo>
                  <a:pt x="33464" y="1619"/>
                </a:lnTo>
                <a:lnTo>
                  <a:pt x="34544" y="3778"/>
                </a:lnTo>
                <a:lnTo>
                  <a:pt x="35084" y="5937"/>
                </a:lnTo>
                <a:lnTo>
                  <a:pt x="35084" y="5937"/>
                </a:lnTo>
                <a:lnTo>
                  <a:pt x="34544" y="8096"/>
                </a:lnTo>
                <a:lnTo>
                  <a:pt x="33464" y="10255"/>
                </a:lnTo>
                <a:lnTo>
                  <a:pt x="31305" y="11335"/>
                </a:lnTo>
                <a:lnTo>
                  <a:pt x="29146" y="11874"/>
                </a:lnTo>
                <a:lnTo>
                  <a:pt x="5937" y="11874"/>
                </a:lnTo>
                <a:lnTo>
                  <a:pt x="3778" y="11335"/>
                </a:lnTo>
                <a:lnTo>
                  <a:pt x="1619" y="10255"/>
                </a:lnTo>
                <a:lnTo>
                  <a:pt x="540" y="8096"/>
                </a:lnTo>
                <a:lnTo>
                  <a:pt x="0" y="5937"/>
                </a:lnTo>
                <a:lnTo>
                  <a:pt x="0" y="5937"/>
                </a:lnTo>
                <a:lnTo>
                  <a:pt x="540" y="3778"/>
                </a:lnTo>
                <a:lnTo>
                  <a:pt x="1619" y="1619"/>
                </a:lnTo>
                <a:lnTo>
                  <a:pt x="3778" y="540"/>
                </a:lnTo>
                <a:lnTo>
                  <a:pt x="5937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7" name="Kształt 39"/>
          <p:cNvSpPr/>
          <p:nvPr/>
        </p:nvSpPr>
        <p:spPr>
          <a:xfrm>
            <a:off x="9144159" y="4017327"/>
            <a:ext cx="37782" cy="20510"/>
          </a:xfrm>
          <a:custGeom>
            <a:avLst/>
            <a:gdLst/>
            <a:ahLst/>
            <a:cxnLst/>
            <a:rect l="0" t="0" r="r" b="b"/>
            <a:pathLst>
              <a:path w="37782" h="20510">
                <a:moveTo>
                  <a:pt x="30766" y="0"/>
                </a:moveTo>
                <a:lnTo>
                  <a:pt x="33464" y="540"/>
                </a:lnTo>
                <a:lnTo>
                  <a:pt x="35623" y="2159"/>
                </a:lnTo>
                <a:lnTo>
                  <a:pt x="37243" y="4318"/>
                </a:lnTo>
                <a:lnTo>
                  <a:pt x="37782" y="7017"/>
                </a:lnTo>
                <a:lnTo>
                  <a:pt x="37782" y="13494"/>
                </a:lnTo>
                <a:lnTo>
                  <a:pt x="37243" y="16192"/>
                </a:lnTo>
                <a:lnTo>
                  <a:pt x="35623" y="18351"/>
                </a:lnTo>
                <a:lnTo>
                  <a:pt x="33464" y="19971"/>
                </a:lnTo>
                <a:lnTo>
                  <a:pt x="30766" y="20510"/>
                </a:lnTo>
                <a:lnTo>
                  <a:pt x="7017" y="20510"/>
                </a:lnTo>
                <a:lnTo>
                  <a:pt x="4318" y="19971"/>
                </a:lnTo>
                <a:lnTo>
                  <a:pt x="2159" y="18351"/>
                </a:lnTo>
                <a:lnTo>
                  <a:pt x="540" y="16192"/>
                </a:lnTo>
                <a:lnTo>
                  <a:pt x="0" y="13494"/>
                </a:lnTo>
                <a:lnTo>
                  <a:pt x="0" y="7017"/>
                </a:lnTo>
                <a:lnTo>
                  <a:pt x="540" y="4318"/>
                </a:lnTo>
                <a:lnTo>
                  <a:pt x="2159" y="2159"/>
                </a:lnTo>
                <a:lnTo>
                  <a:pt x="4318" y="540"/>
                </a:lnTo>
                <a:lnTo>
                  <a:pt x="7017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8" name="Kształt 40"/>
          <p:cNvSpPr/>
          <p:nvPr/>
        </p:nvSpPr>
        <p:spPr>
          <a:xfrm>
            <a:off x="9156573" y="4037838"/>
            <a:ext cx="13494" cy="15113"/>
          </a:xfrm>
          <a:custGeom>
            <a:avLst/>
            <a:gdLst/>
            <a:ahLst/>
            <a:cxnLst/>
            <a:rect l="0" t="0" r="r" b="b"/>
            <a:pathLst>
              <a:path w="13494" h="15113">
                <a:moveTo>
                  <a:pt x="0" y="0"/>
                </a:moveTo>
                <a:lnTo>
                  <a:pt x="13494" y="0"/>
                </a:lnTo>
                <a:lnTo>
                  <a:pt x="13494" y="15113"/>
                </a:lnTo>
                <a:lnTo>
                  <a:pt x="0" y="15113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9" name="Kształt 41"/>
          <p:cNvSpPr/>
          <p:nvPr/>
        </p:nvSpPr>
        <p:spPr>
          <a:xfrm>
            <a:off x="9144159" y="4052951"/>
            <a:ext cx="37782" cy="16192"/>
          </a:xfrm>
          <a:custGeom>
            <a:avLst/>
            <a:gdLst/>
            <a:ahLst/>
            <a:cxnLst/>
            <a:rect l="0" t="0" r="r" b="b"/>
            <a:pathLst>
              <a:path w="37782" h="16192">
                <a:moveTo>
                  <a:pt x="32385" y="0"/>
                </a:moveTo>
                <a:lnTo>
                  <a:pt x="34544" y="540"/>
                </a:lnTo>
                <a:lnTo>
                  <a:pt x="36163" y="1619"/>
                </a:lnTo>
                <a:lnTo>
                  <a:pt x="37243" y="3238"/>
                </a:lnTo>
                <a:lnTo>
                  <a:pt x="37782" y="5397"/>
                </a:lnTo>
                <a:lnTo>
                  <a:pt x="37782" y="10795"/>
                </a:lnTo>
                <a:lnTo>
                  <a:pt x="37243" y="12954"/>
                </a:lnTo>
                <a:lnTo>
                  <a:pt x="36163" y="14573"/>
                </a:lnTo>
                <a:lnTo>
                  <a:pt x="34544" y="15653"/>
                </a:lnTo>
                <a:lnTo>
                  <a:pt x="32385" y="16192"/>
                </a:lnTo>
                <a:lnTo>
                  <a:pt x="5397" y="16192"/>
                </a:lnTo>
                <a:lnTo>
                  <a:pt x="3238" y="15653"/>
                </a:lnTo>
                <a:lnTo>
                  <a:pt x="1619" y="14573"/>
                </a:lnTo>
                <a:lnTo>
                  <a:pt x="540" y="12954"/>
                </a:lnTo>
                <a:lnTo>
                  <a:pt x="0" y="10795"/>
                </a:lnTo>
                <a:lnTo>
                  <a:pt x="0" y="5397"/>
                </a:lnTo>
                <a:lnTo>
                  <a:pt x="540" y="3238"/>
                </a:lnTo>
                <a:lnTo>
                  <a:pt x="1619" y="1619"/>
                </a:lnTo>
                <a:lnTo>
                  <a:pt x="3238" y="540"/>
                </a:lnTo>
                <a:lnTo>
                  <a:pt x="5397" y="0"/>
                </a:lnTo>
                <a:close/>
              </a:path>
            </a:pathLst>
          </a:custGeom>
          <a:solidFill>
            <a:srgbClr val="BDC0DD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0" name="Kształt 42"/>
          <p:cNvSpPr/>
          <p:nvPr/>
        </p:nvSpPr>
        <p:spPr>
          <a:xfrm>
            <a:off x="9127966" y="4069143"/>
            <a:ext cx="70167" cy="66929"/>
          </a:xfrm>
          <a:custGeom>
            <a:avLst/>
            <a:gdLst/>
            <a:ahLst/>
            <a:cxnLst/>
            <a:rect l="0" t="0" r="r" b="b"/>
            <a:pathLst>
              <a:path w="70167" h="66929">
                <a:moveTo>
                  <a:pt x="52895" y="0"/>
                </a:moveTo>
                <a:lnTo>
                  <a:pt x="59372" y="1079"/>
                </a:lnTo>
                <a:lnTo>
                  <a:pt x="65310" y="4858"/>
                </a:lnTo>
                <a:lnTo>
                  <a:pt x="69088" y="10795"/>
                </a:lnTo>
                <a:lnTo>
                  <a:pt x="70167" y="17272"/>
                </a:lnTo>
                <a:lnTo>
                  <a:pt x="70167" y="49657"/>
                </a:lnTo>
                <a:lnTo>
                  <a:pt x="69088" y="56134"/>
                </a:lnTo>
                <a:lnTo>
                  <a:pt x="65310" y="62071"/>
                </a:lnTo>
                <a:lnTo>
                  <a:pt x="59372" y="65849"/>
                </a:lnTo>
                <a:lnTo>
                  <a:pt x="52895" y="66929"/>
                </a:lnTo>
                <a:lnTo>
                  <a:pt x="17272" y="66929"/>
                </a:lnTo>
                <a:lnTo>
                  <a:pt x="10795" y="65849"/>
                </a:lnTo>
                <a:lnTo>
                  <a:pt x="4858" y="62071"/>
                </a:lnTo>
                <a:lnTo>
                  <a:pt x="1079" y="56134"/>
                </a:lnTo>
                <a:lnTo>
                  <a:pt x="0" y="49657"/>
                </a:lnTo>
                <a:lnTo>
                  <a:pt x="0" y="17272"/>
                </a:lnTo>
                <a:lnTo>
                  <a:pt x="1079" y="10795"/>
                </a:lnTo>
                <a:lnTo>
                  <a:pt x="4858" y="4858"/>
                </a:lnTo>
                <a:lnTo>
                  <a:pt x="10795" y="1079"/>
                </a:lnTo>
                <a:lnTo>
                  <a:pt x="17272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1" name="Kształt 43"/>
          <p:cNvSpPr/>
          <p:nvPr/>
        </p:nvSpPr>
        <p:spPr>
          <a:xfrm>
            <a:off x="9144159" y="4087495"/>
            <a:ext cx="37782" cy="32385"/>
          </a:xfrm>
          <a:custGeom>
            <a:avLst/>
            <a:gdLst/>
            <a:ahLst/>
            <a:cxnLst/>
            <a:rect l="0" t="0" r="r" b="b"/>
            <a:pathLst>
              <a:path w="37782" h="32385">
                <a:moveTo>
                  <a:pt x="31305" y="0"/>
                </a:moveTo>
                <a:lnTo>
                  <a:pt x="34004" y="540"/>
                </a:lnTo>
                <a:lnTo>
                  <a:pt x="35623" y="2159"/>
                </a:lnTo>
                <a:lnTo>
                  <a:pt x="37243" y="3778"/>
                </a:lnTo>
                <a:lnTo>
                  <a:pt x="37782" y="6477"/>
                </a:lnTo>
                <a:lnTo>
                  <a:pt x="37782" y="25908"/>
                </a:lnTo>
                <a:lnTo>
                  <a:pt x="37243" y="28607"/>
                </a:lnTo>
                <a:lnTo>
                  <a:pt x="35623" y="30226"/>
                </a:lnTo>
                <a:lnTo>
                  <a:pt x="34004" y="31845"/>
                </a:lnTo>
                <a:lnTo>
                  <a:pt x="31305" y="32385"/>
                </a:lnTo>
                <a:lnTo>
                  <a:pt x="6477" y="32385"/>
                </a:lnTo>
                <a:lnTo>
                  <a:pt x="3778" y="31845"/>
                </a:lnTo>
                <a:lnTo>
                  <a:pt x="2159" y="30226"/>
                </a:lnTo>
                <a:lnTo>
                  <a:pt x="540" y="28607"/>
                </a:lnTo>
                <a:lnTo>
                  <a:pt x="0" y="25908"/>
                </a:lnTo>
                <a:lnTo>
                  <a:pt x="0" y="6477"/>
                </a:lnTo>
                <a:lnTo>
                  <a:pt x="540" y="3778"/>
                </a:lnTo>
                <a:lnTo>
                  <a:pt x="2159" y="2159"/>
                </a:lnTo>
                <a:lnTo>
                  <a:pt x="3778" y="540"/>
                </a:lnTo>
                <a:lnTo>
                  <a:pt x="6477" y="0"/>
                </a:lnTo>
                <a:close/>
              </a:path>
            </a:pathLst>
          </a:custGeom>
          <a:solidFill>
            <a:srgbClr val="BDC0DD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2" name="Kształt 44"/>
          <p:cNvSpPr/>
          <p:nvPr/>
        </p:nvSpPr>
        <p:spPr>
          <a:xfrm>
            <a:off x="9154954" y="4093432"/>
            <a:ext cx="16192" cy="22130"/>
          </a:xfrm>
          <a:custGeom>
            <a:avLst/>
            <a:gdLst/>
            <a:ahLst/>
            <a:cxnLst/>
            <a:rect l="0" t="0" r="r" b="b"/>
            <a:pathLst>
              <a:path w="16192" h="22130">
                <a:moveTo>
                  <a:pt x="8096" y="0"/>
                </a:moveTo>
                <a:lnTo>
                  <a:pt x="14573" y="9176"/>
                </a:lnTo>
                <a:lnTo>
                  <a:pt x="16192" y="12414"/>
                </a:lnTo>
                <a:lnTo>
                  <a:pt x="15653" y="16192"/>
                </a:lnTo>
                <a:lnTo>
                  <a:pt x="14033" y="19431"/>
                </a:lnTo>
                <a:lnTo>
                  <a:pt x="11335" y="21590"/>
                </a:lnTo>
                <a:lnTo>
                  <a:pt x="8096" y="22130"/>
                </a:lnTo>
                <a:lnTo>
                  <a:pt x="4858" y="21590"/>
                </a:lnTo>
                <a:lnTo>
                  <a:pt x="2159" y="19431"/>
                </a:lnTo>
                <a:lnTo>
                  <a:pt x="540" y="16192"/>
                </a:lnTo>
                <a:lnTo>
                  <a:pt x="0" y="12414"/>
                </a:lnTo>
                <a:lnTo>
                  <a:pt x="1619" y="9176"/>
                </a:lnTo>
                <a:close/>
              </a:path>
            </a:pathLst>
          </a:custGeom>
          <a:solidFill>
            <a:srgbClr val="6C72B3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3" name="Tekst: Drogeria"/>
          <p:cNvSpPr txBox="1"/>
          <p:nvPr/>
        </p:nvSpPr>
        <p:spPr>
          <a:xfrm>
            <a:off x="9329712" y="4003675"/>
            <a:ext cx="712410" cy="1447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950" b="1" kern="100" dirty="0">
                <a:solidFill>
                  <a:srgbClr val="151515"/>
                </a:solidFill>
                <a:latin typeface="Lato"/>
                <a:cs typeface="Lato"/>
              </a:rPr>
              <a:t>Drogeria</a:t>
            </a:r>
            <a:endParaRPr lang="pl-PL" sz="950" b="1" kern="100" dirty="0">
              <a:solidFill>
                <a:srgbClr val="151515"/>
              </a:solidFill>
              <a:latin typeface="Lato"/>
              <a:cs typeface="Lato"/>
            </a:endParaRPr>
          </a:p>
        </p:txBody>
      </p:sp>
      <p:sp>
        <p:nvSpPr>
          <p:cNvPr id="64" name="Kształt 45"/>
          <p:cNvSpPr/>
          <p:nvPr/>
        </p:nvSpPr>
        <p:spPr>
          <a:xfrm>
            <a:off x="10137774" y="3914775"/>
            <a:ext cx="1060450" cy="323850"/>
          </a:xfrm>
          <a:prstGeom prst="roundRect">
            <a:avLst>
              <a:gd name="adj" fmla="val 50000"/>
            </a:avLst>
          </a:prstGeom>
          <a:solidFill>
            <a:srgbClr val="FAFAFA"/>
          </a:solidFill>
          <a:ln w="6350">
            <a:solidFill>
              <a:srgbClr val="E5E5E5"/>
            </a:solidFill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5" name="Kształt 46"/>
          <p:cNvSpPr/>
          <p:nvPr/>
        </p:nvSpPr>
        <p:spPr>
          <a:xfrm>
            <a:off x="10198100" y="3968750"/>
            <a:ext cx="215900" cy="215900"/>
          </a:xfrm>
          <a:prstGeom prst="ellipse">
            <a:avLst/>
          </a:prstGeom>
          <a:solidFill>
            <a:srgbClr val="E2932B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6" name="Kształt 47"/>
          <p:cNvSpPr/>
          <p:nvPr/>
        </p:nvSpPr>
        <p:spPr>
          <a:xfrm>
            <a:off x="10249376" y="4033520"/>
            <a:ext cx="113347" cy="91757"/>
          </a:xfrm>
          <a:custGeom>
            <a:avLst/>
            <a:gdLst/>
            <a:ahLst/>
            <a:cxnLst/>
            <a:rect l="0" t="0" r="r" b="b"/>
            <a:pathLst>
              <a:path w="113347" h="91757">
                <a:moveTo>
                  <a:pt x="0" y="48577"/>
                </a:moveTo>
                <a:lnTo>
                  <a:pt x="540" y="41021"/>
                </a:lnTo>
                <a:lnTo>
                  <a:pt x="2699" y="33464"/>
                </a:lnTo>
                <a:lnTo>
                  <a:pt x="5937" y="26448"/>
                </a:lnTo>
                <a:lnTo>
                  <a:pt x="10795" y="19971"/>
                </a:lnTo>
                <a:lnTo>
                  <a:pt x="16732" y="14033"/>
                </a:lnTo>
                <a:lnTo>
                  <a:pt x="23209" y="9176"/>
                </a:lnTo>
                <a:lnTo>
                  <a:pt x="30766" y="5397"/>
                </a:lnTo>
                <a:lnTo>
                  <a:pt x="39402" y="2159"/>
                </a:lnTo>
                <a:lnTo>
                  <a:pt x="48038" y="540"/>
                </a:lnTo>
                <a:lnTo>
                  <a:pt x="56674" y="0"/>
                </a:lnTo>
                <a:lnTo>
                  <a:pt x="65310" y="540"/>
                </a:lnTo>
                <a:lnTo>
                  <a:pt x="73946" y="2159"/>
                </a:lnTo>
                <a:lnTo>
                  <a:pt x="82582" y="5397"/>
                </a:lnTo>
                <a:lnTo>
                  <a:pt x="90138" y="9176"/>
                </a:lnTo>
                <a:lnTo>
                  <a:pt x="96615" y="14033"/>
                </a:lnTo>
                <a:lnTo>
                  <a:pt x="102552" y="19971"/>
                </a:lnTo>
                <a:lnTo>
                  <a:pt x="107410" y="26448"/>
                </a:lnTo>
                <a:lnTo>
                  <a:pt x="110649" y="33464"/>
                </a:lnTo>
                <a:lnTo>
                  <a:pt x="112808" y="41021"/>
                </a:lnTo>
                <a:lnTo>
                  <a:pt x="113347" y="48577"/>
                </a:lnTo>
                <a:lnTo>
                  <a:pt x="113347" y="80962"/>
                </a:lnTo>
                <a:lnTo>
                  <a:pt x="112268" y="85280"/>
                </a:lnTo>
                <a:lnTo>
                  <a:pt x="110109" y="88519"/>
                </a:lnTo>
                <a:lnTo>
                  <a:pt x="106870" y="90678"/>
                </a:lnTo>
                <a:lnTo>
                  <a:pt x="102552" y="91757"/>
                </a:lnTo>
                <a:lnTo>
                  <a:pt x="10795" y="91757"/>
                </a:lnTo>
                <a:lnTo>
                  <a:pt x="6477" y="90678"/>
                </a:lnTo>
                <a:lnTo>
                  <a:pt x="3238" y="88519"/>
                </a:lnTo>
                <a:lnTo>
                  <a:pt x="1079" y="85280"/>
                </a:lnTo>
                <a:lnTo>
                  <a:pt x="0" y="80962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7" name="Kształt 48"/>
          <p:cNvSpPr/>
          <p:nvPr/>
        </p:nvSpPr>
        <p:spPr>
          <a:xfrm>
            <a:off x="10264489" y="4055650"/>
            <a:ext cx="24828" cy="31305"/>
          </a:xfrm>
          <a:custGeom>
            <a:avLst/>
            <a:gdLst/>
            <a:ahLst/>
            <a:cxnLst/>
            <a:rect l="0" t="0" r="r" b="b"/>
            <a:pathLst>
              <a:path w="24828" h="31305">
                <a:moveTo>
                  <a:pt x="23209" y="540"/>
                </a:moveTo>
                <a:lnTo>
                  <a:pt x="24289" y="2159"/>
                </a:lnTo>
                <a:lnTo>
                  <a:pt x="24828" y="3778"/>
                </a:lnTo>
                <a:lnTo>
                  <a:pt x="24828" y="5397"/>
                </a:lnTo>
                <a:lnTo>
                  <a:pt x="24289" y="7556"/>
                </a:lnTo>
                <a:lnTo>
                  <a:pt x="8636" y="29686"/>
                </a:lnTo>
                <a:lnTo>
                  <a:pt x="7017" y="30766"/>
                </a:lnTo>
                <a:lnTo>
                  <a:pt x="5397" y="31305"/>
                </a:lnTo>
                <a:lnTo>
                  <a:pt x="3778" y="31305"/>
                </a:lnTo>
                <a:lnTo>
                  <a:pt x="1619" y="30766"/>
                </a:lnTo>
                <a:lnTo>
                  <a:pt x="1619" y="30766"/>
                </a:lnTo>
                <a:lnTo>
                  <a:pt x="540" y="29146"/>
                </a:lnTo>
                <a:lnTo>
                  <a:pt x="0" y="27527"/>
                </a:lnTo>
                <a:lnTo>
                  <a:pt x="0" y="25908"/>
                </a:lnTo>
                <a:lnTo>
                  <a:pt x="540" y="23749"/>
                </a:lnTo>
                <a:lnTo>
                  <a:pt x="16192" y="1619"/>
                </a:lnTo>
                <a:lnTo>
                  <a:pt x="17812" y="540"/>
                </a:lnTo>
                <a:lnTo>
                  <a:pt x="19431" y="0"/>
                </a:lnTo>
                <a:lnTo>
                  <a:pt x="21050" y="0"/>
                </a:lnTo>
                <a:lnTo>
                  <a:pt x="23209" y="540"/>
                </a:lnTo>
                <a:close/>
              </a:path>
            </a:pathLst>
          </a:custGeom>
          <a:solidFill>
            <a:srgbClr val="E2932B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8" name="Kształt 49"/>
          <p:cNvSpPr/>
          <p:nvPr/>
        </p:nvSpPr>
        <p:spPr>
          <a:xfrm>
            <a:off x="10293636" y="4048093"/>
            <a:ext cx="24828" cy="31305"/>
          </a:xfrm>
          <a:custGeom>
            <a:avLst/>
            <a:gdLst/>
            <a:ahLst/>
            <a:cxnLst/>
            <a:rect l="0" t="0" r="r" b="b"/>
            <a:pathLst>
              <a:path w="24828" h="31305">
                <a:moveTo>
                  <a:pt x="23209" y="540"/>
                </a:moveTo>
                <a:lnTo>
                  <a:pt x="24289" y="2159"/>
                </a:lnTo>
                <a:lnTo>
                  <a:pt x="24828" y="3778"/>
                </a:lnTo>
                <a:lnTo>
                  <a:pt x="24828" y="5397"/>
                </a:lnTo>
                <a:lnTo>
                  <a:pt x="24289" y="7556"/>
                </a:lnTo>
                <a:lnTo>
                  <a:pt x="8636" y="29686"/>
                </a:lnTo>
                <a:lnTo>
                  <a:pt x="7017" y="30766"/>
                </a:lnTo>
                <a:lnTo>
                  <a:pt x="5397" y="31305"/>
                </a:lnTo>
                <a:lnTo>
                  <a:pt x="3778" y="31305"/>
                </a:lnTo>
                <a:lnTo>
                  <a:pt x="1619" y="30766"/>
                </a:lnTo>
                <a:lnTo>
                  <a:pt x="1619" y="30766"/>
                </a:lnTo>
                <a:lnTo>
                  <a:pt x="540" y="29146"/>
                </a:lnTo>
                <a:lnTo>
                  <a:pt x="0" y="27527"/>
                </a:lnTo>
                <a:lnTo>
                  <a:pt x="0" y="25908"/>
                </a:lnTo>
                <a:lnTo>
                  <a:pt x="540" y="23749"/>
                </a:lnTo>
                <a:lnTo>
                  <a:pt x="16192" y="1619"/>
                </a:lnTo>
                <a:lnTo>
                  <a:pt x="17812" y="540"/>
                </a:lnTo>
                <a:lnTo>
                  <a:pt x="19431" y="0"/>
                </a:lnTo>
                <a:lnTo>
                  <a:pt x="21050" y="0"/>
                </a:lnTo>
                <a:lnTo>
                  <a:pt x="23209" y="540"/>
                </a:lnTo>
                <a:close/>
              </a:path>
            </a:pathLst>
          </a:custGeom>
          <a:solidFill>
            <a:srgbClr val="E2932B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9" name="Kształt 50"/>
          <p:cNvSpPr/>
          <p:nvPr/>
        </p:nvSpPr>
        <p:spPr>
          <a:xfrm>
            <a:off x="10322782" y="4055650"/>
            <a:ext cx="24828" cy="31305"/>
          </a:xfrm>
          <a:custGeom>
            <a:avLst/>
            <a:gdLst/>
            <a:ahLst/>
            <a:cxnLst/>
            <a:rect l="0" t="0" r="r" b="b"/>
            <a:pathLst>
              <a:path w="24828" h="31305">
                <a:moveTo>
                  <a:pt x="23209" y="540"/>
                </a:moveTo>
                <a:lnTo>
                  <a:pt x="24289" y="2159"/>
                </a:lnTo>
                <a:lnTo>
                  <a:pt x="24828" y="3778"/>
                </a:lnTo>
                <a:lnTo>
                  <a:pt x="24828" y="5397"/>
                </a:lnTo>
                <a:lnTo>
                  <a:pt x="24289" y="7556"/>
                </a:lnTo>
                <a:lnTo>
                  <a:pt x="8636" y="29686"/>
                </a:lnTo>
                <a:lnTo>
                  <a:pt x="7017" y="30766"/>
                </a:lnTo>
                <a:lnTo>
                  <a:pt x="5397" y="31305"/>
                </a:lnTo>
                <a:lnTo>
                  <a:pt x="3778" y="31305"/>
                </a:lnTo>
                <a:lnTo>
                  <a:pt x="1619" y="30766"/>
                </a:lnTo>
                <a:lnTo>
                  <a:pt x="1619" y="30766"/>
                </a:lnTo>
                <a:lnTo>
                  <a:pt x="540" y="29146"/>
                </a:lnTo>
                <a:lnTo>
                  <a:pt x="0" y="27527"/>
                </a:lnTo>
                <a:lnTo>
                  <a:pt x="0" y="25908"/>
                </a:lnTo>
                <a:lnTo>
                  <a:pt x="540" y="23749"/>
                </a:lnTo>
                <a:lnTo>
                  <a:pt x="16192" y="1619"/>
                </a:lnTo>
                <a:lnTo>
                  <a:pt x="17812" y="540"/>
                </a:lnTo>
                <a:lnTo>
                  <a:pt x="19431" y="0"/>
                </a:lnTo>
                <a:lnTo>
                  <a:pt x="21050" y="0"/>
                </a:lnTo>
                <a:lnTo>
                  <a:pt x="23209" y="540"/>
                </a:lnTo>
                <a:close/>
              </a:path>
            </a:pathLst>
          </a:custGeom>
          <a:solidFill>
            <a:srgbClr val="E2932B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0" name="Tekst: Piekarnia"/>
          <p:cNvSpPr txBox="1"/>
          <p:nvPr/>
        </p:nvSpPr>
        <p:spPr>
          <a:xfrm>
            <a:off x="10470455" y="4003675"/>
            <a:ext cx="752713" cy="1447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950" b="1" kern="100" dirty="0">
                <a:solidFill>
                  <a:srgbClr val="151515"/>
                </a:solidFill>
                <a:latin typeface="Lato"/>
                <a:cs typeface="Lato"/>
              </a:rPr>
              <a:t>Piekarnia</a:t>
            </a:r>
            <a:endParaRPr lang="pl-PL" sz="950" b="1" kern="100" dirty="0">
              <a:solidFill>
                <a:srgbClr val="151515"/>
              </a:solidFill>
              <a:latin typeface="Lato"/>
              <a:cs typeface="Lato"/>
            </a:endParaRPr>
          </a:p>
        </p:txBody>
      </p:sp>
      <p:sp>
        <p:nvSpPr>
          <p:cNvPr id="71" name="Kształt 51"/>
          <p:cNvSpPr/>
          <p:nvPr/>
        </p:nvSpPr>
        <p:spPr>
          <a:xfrm>
            <a:off x="6708775" y="4321175"/>
            <a:ext cx="1060450" cy="323850"/>
          </a:xfrm>
          <a:prstGeom prst="roundRect">
            <a:avLst>
              <a:gd name="adj" fmla="val 50000"/>
            </a:avLst>
          </a:prstGeom>
          <a:solidFill>
            <a:srgbClr val="FAFAFA"/>
          </a:solidFill>
          <a:ln w="6350">
            <a:solidFill>
              <a:srgbClr val="E5E5E5"/>
            </a:solidFill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2" name="Kształt 52"/>
          <p:cNvSpPr/>
          <p:nvPr/>
        </p:nvSpPr>
        <p:spPr>
          <a:xfrm>
            <a:off x="6769100" y="4375150"/>
            <a:ext cx="215900" cy="215900"/>
          </a:xfrm>
          <a:prstGeom prst="ellipse">
            <a:avLst/>
          </a:prstGeom>
          <a:solidFill>
            <a:srgbClr val="D9668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3" name="Kształt 53"/>
          <p:cNvSpPr/>
          <p:nvPr/>
        </p:nvSpPr>
        <p:spPr>
          <a:xfrm>
            <a:off x="6872192" y="4493895"/>
            <a:ext cx="9715" cy="48577"/>
          </a:xfrm>
          <a:custGeom>
            <a:avLst/>
            <a:gdLst/>
            <a:ahLst/>
            <a:cxnLst/>
            <a:rect l="0" t="0" r="r" b="b"/>
            <a:pathLst>
              <a:path w="9715" h="48577">
                <a:moveTo>
                  <a:pt x="0" y="0"/>
                </a:moveTo>
                <a:lnTo>
                  <a:pt x="9715" y="0"/>
                </a:lnTo>
                <a:lnTo>
                  <a:pt x="9715" y="48577"/>
                </a:lnTo>
                <a:lnTo>
                  <a:pt x="0" y="48577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4" name="Kształt 54"/>
          <p:cNvSpPr/>
          <p:nvPr/>
        </p:nvSpPr>
        <p:spPr>
          <a:xfrm>
            <a:off x="6840347" y="4500912"/>
            <a:ext cx="36703" cy="41021"/>
          </a:xfrm>
          <a:custGeom>
            <a:avLst/>
            <a:gdLst/>
            <a:ahLst/>
            <a:cxnLst/>
            <a:rect l="0" t="0" r="r" b="b"/>
            <a:pathLst>
              <a:path w="36703" h="41021">
                <a:moveTo>
                  <a:pt x="26987" y="13494"/>
                </a:moveTo>
                <a:lnTo>
                  <a:pt x="30766" y="18351"/>
                </a:lnTo>
                <a:lnTo>
                  <a:pt x="34004" y="23749"/>
                </a:lnTo>
                <a:lnTo>
                  <a:pt x="35623" y="28607"/>
                </a:lnTo>
                <a:lnTo>
                  <a:pt x="36703" y="33464"/>
                </a:lnTo>
                <a:lnTo>
                  <a:pt x="36163" y="37243"/>
                </a:lnTo>
                <a:lnTo>
                  <a:pt x="34544" y="39402"/>
                </a:lnTo>
                <a:lnTo>
                  <a:pt x="31305" y="41021"/>
                </a:lnTo>
                <a:lnTo>
                  <a:pt x="28067" y="40481"/>
                </a:lnTo>
                <a:lnTo>
                  <a:pt x="23749" y="38862"/>
                </a:lnTo>
                <a:lnTo>
                  <a:pt x="18891" y="36163"/>
                </a:lnTo>
                <a:lnTo>
                  <a:pt x="14033" y="32385"/>
                </a:lnTo>
                <a:lnTo>
                  <a:pt x="9715" y="27527"/>
                </a:lnTo>
                <a:lnTo>
                  <a:pt x="5937" y="22669"/>
                </a:lnTo>
                <a:lnTo>
                  <a:pt x="2699" y="17272"/>
                </a:lnTo>
                <a:lnTo>
                  <a:pt x="1079" y="12414"/>
                </a:lnTo>
                <a:lnTo>
                  <a:pt x="0" y="7556"/>
                </a:lnTo>
                <a:lnTo>
                  <a:pt x="540" y="3778"/>
                </a:lnTo>
                <a:lnTo>
                  <a:pt x="2159" y="1619"/>
                </a:lnTo>
                <a:lnTo>
                  <a:pt x="5397" y="0"/>
                </a:lnTo>
                <a:lnTo>
                  <a:pt x="8636" y="540"/>
                </a:lnTo>
                <a:lnTo>
                  <a:pt x="12954" y="2159"/>
                </a:lnTo>
                <a:lnTo>
                  <a:pt x="17812" y="4858"/>
                </a:lnTo>
                <a:lnTo>
                  <a:pt x="22669" y="863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5" name="Kształt 55"/>
          <p:cNvSpPr/>
          <p:nvPr/>
        </p:nvSpPr>
        <p:spPr>
          <a:xfrm>
            <a:off x="6877050" y="4495514"/>
            <a:ext cx="36703" cy="41021"/>
          </a:xfrm>
          <a:custGeom>
            <a:avLst/>
            <a:gdLst/>
            <a:ahLst/>
            <a:cxnLst/>
            <a:rect l="0" t="0" r="r" b="b"/>
            <a:pathLst>
              <a:path w="36703" h="41021">
                <a:moveTo>
                  <a:pt x="26987" y="27527"/>
                </a:moveTo>
                <a:lnTo>
                  <a:pt x="22669" y="32385"/>
                </a:lnTo>
                <a:lnTo>
                  <a:pt x="17812" y="36163"/>
                </a:lnTo>
                <a:lnTo>
                  <a:pt x="12954" y="38862"/>
                </a:lnTo>
                <a:lnTo>
                  <a:pt x="8636" y="40481"/>
                </a:lnTo>
                <a:lnTo>
                  <a:pt x="5397" y="41021"/>
                </a:lnTo>
                <a:lnTo>
                  <a:pt x="2159" y="39402"/>
                </a:lnTo>
                <a:lnTo>
                  <a:pt x="540" y="37243"/>
                </a:lnTo>
                <a:lnTo>
                  <a:pt x="0" y="33464"/>
                </a:lnTo>
                <a:lnTo>
                  <a:pt x="1079" y="28607"/>
                </a:lnTo>
                <a:lnTo>
                  <a:pt x="2699" y="23749"/>
                </a:lnTo>
                <a:lnTo>
                  <a:pt x="5937" y="18351"/>
                </a:lnTo>
                <a:lnTo>
                  <a:pt x="9715" y="13494"/>
                </a:lnTo>
                <a:lnTo>
                  <a:pt x="14033" y="8636"/>
                </a:lnTo>
                <a:lnTo>
                  <a:pt x="18891" y="4858"/>
                </a:lnTo>
                <a:lnTo>
                  <a:pt x="23749" y="2159"/>
                </a:lnTo>
                <a:lnTo>
                  <a:pt x="28067" y="540"/>
                </a:lnTo>
                <a:lnTo>
                  <a:pt x="31305" y="0"/>
                </a:lnTo>
                <a:lnTo>
                  <a:pt x="34544" y="1619"/>
                </a:lnTo>
                <a:lnTo>
                  <a:pt x="36163" y="3778"/>
                </a:lnTo>
                <a:lnTo>
                  <a:pt x="36703" y="7556"/>
                </a:lnTo>
                <a:lnTo>
                  <a:pt x="35623" y="12414"/>
                </a:lnTo>
                <a:lnTo>
                  <a:pt x="34004" y="17272"/>
                </a:lnTo>
                <a:lnTo>
                  <a:pt x="30766" y="22669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6" name="Kształt 56"/>
          <p:cNvSpPr/>
          <p:nvPr/>
        </p:nvSpPr>
        <p:spPr>
          <a:xfrm>
            <a:off x="6841966" y="4423727"/>
            <a:ext cx="70167" cy="75565"/>
          </a:xfrm>
          <a:custGeom>
            <a:avLst/>
            <a:gdLst/>
            <a:ahLst/>
            <a:cxnLst/>
            <a:rect l="0" t="0" r="r" b="b"/>
            <a:pathLst>
              <a:path w="70167" h="75565">
                <a:moveTo>
                  <a:pt x="0" y="8096"/>
                </a:moveTo>
                <a:lnTo>
                  <a:pt x="17812" y="25908"/>
                </a:lnTo>
                <a:lnTo>
                  <a:pt x="35084" y="0"/>
                </a:lnTo>
                <a:lnTo>
                  <a:pt x="52356" y="25908"/>
                </a:lnTo>
                <a:lnTo>
                  <a:pt x="70167" y="8096"/>
                </a:lnTo>
                <a:lnTo>
                  <a:pt x="70167" y="43180"/>
                </a:lnTo>
                <a:lnTo>
                  <a:pt x="69088" y="51816"/>
                </a:lnTo>
                <a:lnTo>
                  <a:pt x="65310" y="59372"/>
                </a:lnTo>
                <a:lnTo>
                  <a:pt x="59912" y="65849"/>
                </a:lnTo>
                <a:lnTo>
                  <a:pt x="52895" y="71247"/>
                </a:lnTo>
                <a:lnTo>
                  <a:pt x="44259" y="74485"/>
                </a:lnTo>
                <a:lnTo>
                  <a:pt x="35084" y="75565"/>
                </a:lnTo>
                <a:lnTo>
                  <a:pt x="25908" y="74485"/>
                </a:lnTo>
                <a:lnTo>
                  <a:pt x="17812" y="71247"/>
                </a:lnTo>
                <a:lnTo>
                  <a:pt x="10255" y="65849"/>
                </a:lnTo>
                <a:lnTo>
                  <a:pt x="4858" y="59372"/>
                </a:lnTo>
                <a:lnTo>
                  <a:pt x="1079" y="51816"/>
                </a:lnTo>
                <a:lnTo>
                  <a:pt x="0" y="4318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7" name="Kształt 57"/>
          <p:cNvSpPr/>
          <p:nvPr/>
        </p:nvSpPr>
        <p:spPr>
          <a:xfrm>
            <a:off x="6859778" y="4423727"/>
            <a:ext cx="34544" cy="64770"/>
          </a:xfrm>
          <a:custGeom>
            <a:avLst/>
            <a:gdLst/>
            <a:ahLst/>
            <a:cxnLst/>
            <a:rect l="0" t="0" r="r" b="b"/>
            <a:pathLst>
              <a:path w="34544" h="64770">
                <a:moveTo>
                  <a:pt x="0" y="25908"/>
                </a:moveTo>
                <a:lnTo>
                  <a:pt x="17272" y="0"/>
                </a:lnTo>
                <a:lnTo>
                  <a:pt x="34544" y="25908"/>
                </a:lnTo>
                <a:lnTo>
                  <a:pt x="33464" y="45879"/>
                </a:lnTo>
                <a:lnTo>
                  <a:pt x="17272" y="64770"/>
                </a:lnTo>
                <a:lnTo>
                  <a:pt x="1079" y="45879"/>
                </a:lnTo>
                <a:close/>
              </a:path>
            </a:pathLst>
          </a:custGeom>
          <a:solidFill>
            <a:srgbClr val="EEBACD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8" name="Tekst: Kwiaciarnia"/>
          <p:cNvSpPr txBox="1"/>
          <p:nvPr/>
        </p:nvSpPr>
        <p:spPr>
          <a:xfrm>
            <a:off x="7041728" y="4410075"/>
            <a:ext cx="898148" cy="1447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950" b="1" kern="100" dirty="0">
                <a:solidFill>
                  <a:srgbClr val="151515"/>
                </a:solidFill>
                <a:latin typeface="Lato"/>
                <a:cs typeface="Lato"/>
              </a:rPr>
              <a:t>Kwiaciarnia</a:t>
            </a:r>
            <a:endParaRPr lang="pl-PL" sz="950" b="1" kern="100" dirty="0">
              <a:solidFill>
                <a:srgbClr val="151515"/>
              </a:solidFill>
              <a:latin typeface="Lato"/>
              <a:cs typeface="Lato"/>
            </a:endParaRPr>
          </a:p>
        </p:txBody>
      </p:sp>
      <p:sp>
        <p:nvSpPr>
          <p:cNvPr id="79" name="Kształt 58"/>
          <p:cNvSpPr/>
          <p:nvPr/>
        </p:nvSpPr>
        <p:spPr>
          <a:xfrm>
            <a:off x="7851775" y="4321175"/>
            <a:ext cx="1060450" cy="323850"/>
          </a:xfrm>
          <a:prstGeom prst="roundRect">
            <a:avLst>
              <a:gd name="adj" fmla="val 50000"/>
            </a:avLst>
          </a:prstGeom>
          <a:solidFill>
            <a:srgbClr val="FAFAFA"/>
          </a:solidFill>
          <a:ln w="6350">
            <a:solidFill>
              <a:srgbClr val="E5E5E5"/>
            </a:solidFill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0" name="Kształt 59"/>
          <p:cNvSpPr/>
          <p:nvPr/>
        </p:nvSpPr>
        <p:spPr>
          <a:xfrm>
            <a:off x="7912100" y="4375150"/>
            <a:ext cx="215900" cy="215900"/>
          </a:xfrm>
          <a:prstGeom prst="ellipse">
            <a:avLst/>
          </a:prstGeom>
          <a:solidFill>
            <a:srgbClr val="3A8FC2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1" name="Kształt 60"/>
          <p:cNvSpPr/>
          <p:nvPr/>
        </p:nvSpPr>
        <p:spPr>
          <a:xfrm>
            <a:off x="8023288" y="4410773"/>
            <a:ext cx="22669" cy="44259"/>
          </a:xfrm>
          <a:custGeom>
            <a:avLst/>
            <a:gdLst/>
            <a:ahLst/>
            <a:cxnLst/>
            <a:rect l="0" t="0" r="r" b="b"/>
            <a:pathLst>
              <a:path w="22669" h="44259">
                <a:moveTo>
                  <a:pt x="13494" y="0"/>
                </a:moveTo>
                <a:lnTo>
                  <a:pt x="22669" y="3238"/>
                </a:lnTo>
                <a:lnTo>
                  <a:pt x="9715" y="44259"/>
                </a:lnTo>
                <a:lnTo>
                  <a:pt x="0" y="4102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2" name="Kształt 61"/>
          <p:cNvSpPr/>
          <p:nvPr/>
        </p:nvSpPr>
        <p:spPr>
          <a:xfrm>
            <a:off x="7987665" y="4445317"/>
            <a:ext cx="64770" cy="12954"/>
          </a:xfrm>
          <a:custGeom>
            <a:avLst/>
            <a:gdLst/>
            <a:ahLst/>
            <a:cxnLst/>
            <a:rect l="0" t="0" r="r" b="b"/>
            <a:pathLst>
              <a:path w="64770" h="12954">
                <a:moveTo>
                  <a:pt x="0" y="12954"/>
                </a:moveTo>
                <a:lnTo>
                  <a:pt x="8096" y="0"/>
                </a:lnTo>
                <a:lnTo>
                  <a:pt x="56674" y="0"/>
                </a:lnTo>
                <a:lnTo>
                  <a:pt x="64770" y="12954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3" name="Kształt 62"/>
          <p:cNvSpPr/>
          <p:nvPr/>
        </p:nvSpPr>
        <p:spPr>
          <a:xfrm>
            <a:off x="7976870" y="4456112"/>
            <a:ext cx="86360" cy="16192"/>
          </a:xfrm>
          <a:custGeom>
            <a:avLst/>
            <a:gdLst/>
            <a:ahLst/>
            <a:cxnLst/>
            <a:rect l="0" t="0" r="r" b="b"/>
            <a:pathLst>
              <a:path w="86360" h="16192">
                <a:moveTo>
                  <a:pt x="78803" y="0"/>
                </a:moveTo>
                <a:lnTo>
                  <a:pt x="81502" y="540"/>
                </a:lnTo>
                <a:lnTo>
                  <a:pt x="84201" y="2159"/>
                </a:lnTo>
                <a:lnTo>
                  <a:pt x="85820" y="4858"/>
                </a:lnTo>
                <a:lnTo>
                  <a:pt x="86360" y="7556"/>
                </a:lnTo>
                <a:lnTo>
                  <a:pt x="86360" y="8636"/>
                </a:lnTo>
                <a:lnTo>
                  <a:pt x="85820" y="11335"/>
                </a:lnTo>
                <a:lnTo>
                  <a:pt x="84201" y="14033"/>
                </a:lnTo>
                <a:lnTo>
                  <a:pt x="81502" y="15653"/>
                </a:lnTo>
                <a:lnTo>
                  <a:pt x="78803" y="16192"/>
                </a:lnTo>
                <a:lnTo>
                  <a:pt x="7556" y="16192"/>
                </a:lnTo>
                <a:lnTo>
                  <a:pt x="4858" y="15653"/>
                </a:lnTo>
                <a:lnTo>
                  <a:pt x="2159" y="14033"/>
                </a:lnTo>
                <a:lnTo>
                  <a:pt x="540" y="11335"/>
                </a:lnTo>
                <a:lnTo>
                  <a:pt x="0" y="8636"/>
                </a:lnTo>
                <a:lnTo>
                  <a:pt x="0" y="7556"/>
                </a:lnTo>
                <a:lnTo>
                  <a:pt x="540" y="4858"/>
                </a:lnTo>
                <a:lnTo>
                  <a:pt x="2159" y="2159"/>
                </a:lnTo>
                <a:lnTo>
                  <a:pt x="4858" y="540"/>
                </a:lnTo>
                <a:lnTo>
                  <a:pt x="7556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4" name="Kształt 63"/>
          <p:cNvSpPr/>
          <p:nvPr/>
        </p:nvSpPr>
        <p:spPr>
          <a:xfrm>
            <a:off x="7982267" y="4477702"/>
            <a:ext cx="75565" cy="72866"/>
          </a:xfrm>
          <a:custGeom>
            <a:avLst/>
            <a:gdLst/>
            <a:ahLst/>
            <a:cxnLst/>
            <a:rect l="0" t="0" r="r" b="b"/>
            <a:pathLst>
              <a:path w="75565" h="72866">
                <a:moveTo>
                  <a:pt x="0" y="0"/>
                </a:moveTo>
                <a:lnTo>
                  <a:pt x="75565" y="0"/>
                </a:lnTo>
                <a:lnTo>
                  <a:pt x="66389" y="72866"/>
                </a:lnTo>
                <a:lnTo>
                  <a:pt x="9176" y="7286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5" name="Kształt 64"/>
          <p:cNvSpPr/>
          <p:nvPr/>
        </p:nvSpPr>
        <p:spPr>
          <a:xfrm>
            <a:off x="7984966" y="4499292"/>
            <a:ext cx="70167" cy="24289"/>
          </a:xfrm>
          <a:custGeom>
            <a:avLst/>
            <a:gdLst/>
            <a:ahLst/>
            <a:cxnLst/>
            <a:rect l="0" t="0" r="r" b="b"/>
            <a:pathLst>
              <a:path w="70167" h="24289">
                <a:moveTo>
                  <a:pt x="0" y="0"/>
                </a:moveTo>
                <a:lnTo>
                  <a:pt x="70167" y="0"/>
                </a:lnTo>
                <a:lnTo>
                  <a:pt x="66929" y="24289"/>
                </a:lnTo>
                <a:lnTo>
                  <a:pt x="3238" y="24289"/>
                </a:lnTo>
                <a:close/>
              </a:path>
            </a:pathLst>
          </a:custGeom>
          <a:solidFill>
            <a:srgbClr val="A6CDE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6" name="Tekst: Napoje"/>
          <p:cNvSpPr txBox="1"/>
          <p:nvPr/>
        </p:nvSpPr>
        <p:spPr>
          <a:xfrm>
            <a:off x="8184257" y="4410075"/>
            <a:ext cx="615077" cy="1447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950" b="1" kern="100" dirty="0">
                <a:solidFill>
                  <a:srgbClr val="151515"/>
                </a:solidFill>
                <a:latin typeface="Lato"/>
                <a:cs typeface="Lato"/>
              </a:rPr>
              <a:t>Napoje</a:t>
            </a:r>
            <a:endParaRPr lang="pl-PL" sz="950" b="1" kern="100" dirty="0">
              <a:solidFill>
                <a:srgbClr val="151515"/>
              </a:solidFill>
              <a:latin typeface="Lato"/>
              <a:cs typeface="Lato"/>
            </a:endParaRPr>
          </a:p>
        </p:txBody>
      </p:sp>
      <p:sp>
        <p:nvSpPr>
          <p:cNvPr id="87" name="Kształt 65"/>
          <p:cNvSpPr/>
          <p:nvPr/>
        </p:nvSpPr>
        <p:spPr>
          <a:xfrm>
            <a:off x="8994774" y="4321175"/>
            <a:ext cx="1060450" cy="323850"/>
          </a:xfrm>
          <a:prstGeom prst="roundRect">
            <a:avLst>
              <a:gd name="adj" fmla="val 50000"/>
            </a:avLst>
          </a:prstGeom>
          <a:solidFill>
            <a:srgbClr val="FAFAFA"/>
          </a:solidFill>
          <a:ln w="6350">
            <a:solidFill>
              <a:srgbClr val="E5E5E5"/>
            </a:solidFill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8" name="Kształt 66"/>
          <p:cNvSpPr/>
          <p:nvPr/>
        </p:nvSpPr>
        <p:spPr>
          <a:xfrm>
            <a:off x="9055100" y="4375150"/>
            <a:ext cx="215900" cy="215900"/>
          </a:xfrm>
          <a:prstGeom prst="ellipse">
            <a:avLst/>
          </a:prstGeom>
          <a:solidFill>
            <a:srgbClr val="8A6D3B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9" name="Kształt 67"/>
          <p:cNvSpPr/>
          <p:nvPr/>
        </p:nvSpPr>
        <p:spPr>
          <a:xfrm>
            <a:off x="9132824" y="4482560"/>
            <a:ext cx="60452" cy="49657"/>
          </a:xfrm>
          <a:custGeom>
            <a:avLst/>
            <a:gdLst/>
            <a:ahLst/>
            <a:cxnLst/>
            <a:rect l="0" t="0" r="r" b="b"/>
            <a:pathLst>
              <a:path w="60452" h="49657">
                <a:moveTo>
                  <a:pt x="60452" y="24828"/>
                </a:moveTo>
                <a:lnTo>
                  <a:pt x="59912" y="29146"/>
                </a:lnTo>
                <a:lnTo>
                  <a:pt x="58833" y="33464"/>
                </a:lnTo>
                <a:lnTo>
                  <a:pt x="56134" y="37243"/>
                </a:lnTo>
                <a:lnTo>
                  <a:pt x="53435" y="41021"/>
                </a:lnTo>
                <a:lnTo>
                  <a:pt x="49657" y="43720"/>
                </a:lnTo>
                <a:lnTo>
                  <a:pt x="45339" y="46418"/>
                </a:lnTo>
                <a:lnTo>
                  <a:pt x="40481" y="48038"/>
                </a:lnTo>
                <a:lnTo>
                  <a:pt x="35623" y="49117"/>
                </a:lnTo>
                <a:lnTo>
                  <a:pt x="30226" y="49657"/>
                </a:lnTo>
                <a:lnTo>
                  <a:pt x="24828" y="49117"/>
                </a:lnTo>
                <a:lnTo>
                  <a:pt x="19971" y="48038"/>
                </a:lnTo>
                <a:lnTo>
                  <a:pt x="15113" y="46418"/>
                </a:lnTo>
                <a:lnTo>
                  <a:pt x="10795" y="43720"/>
                </a:lnTo>
                <a:lnTo>
                  <a:pt x="7017" y="41021"/>
                </a:lnTo>
                <a:lnTo>
                  <a:pt x="4318" y="37243"/>
                </a:lnTo>
                <a:lnTo>
                  <a:pt x="1619" y="33464"/>
                </a:lnTo>
                <a:lnTo>
                  <a:pt x="540" y="29146"/>
                </a:lnTo>
                <a:lnTo>
                  <a:pt x="0" y="24828"/>
                </a:lnTo>
                <a:lnTo>
                  <a:pt x="540" y="20510"/>
                </a:lnTo>
                <a:lnTo>
                  <a:pt x="1619" y="16192"/>
                </a:lnTo>
                <a:lnTo>
                  <a:pt x="4318" y="12414"/>
                </a:lnTo>
                <a:lnTo>
                  <a:pt x="7017" y="8636"/>
                </a:lnTo>
                <a:lnTo>
                  <a:pt x="10795" y="5937"/>
                </a:lnTo>
                <a:lnTo>
                  <a:pt x="15113" y="3238"/>
                </a:lnTo>
                <a:lnTo>
                  <a:pt x="19971" y="1619"/>
                </a:lnTo>
                <a:lnTo>
                  <a:pt x="24828" y="540"/>
                </a:lnTo>
                <a:lnTo>
                  <a:pt x="30226" y="0"/>
                </a:lnTo>
                <a:lnTo>
                  <a:pt x="35623" y="540"/>
                </a:lnTo>
                <a:lnTo>
                  <a:pt x="40481" y="1619"/>
                </a:lnTo>
                <a:lnTo>
                  <a:pt x="45339" y="3238"/>
                </a:lnTo>
                <a:lnTo>
                  <a:pt x="49657" y="5937"/>
                </a:lnTo>
                <a:lnTo>
                  <a:pt x="53435" y="8636"/>
                </a:lnTo>
                <a:lnTo>
                  <a:pt x="56134" y="12414"/>
                </a:lnTo>
                <a:lnTo>
                  <a:pt x="58833" y="16192"/>
                </a:lnTo>
                <a:lnTo>
                  <a:pt x="59912" y="2051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0" name="Kształt 68"/>
          <p:cNvSpPr/>
          <p:nvPr/>
        </p:nvSpPr>
        <p:spPr>
          <a:xfrm>
            <a:off x="9126347" y="4503071"/>
            <a:ext cx="36703" cy="33464"/>
          </a:xfrm>
          <a:custGeom>
            <a:avLst/>
            <a:gdLst/>
            <a:ahLst/>
            <a:cxnLst/>
            <a:rect l="0" t="0" r="r" b="b"/>
            <a:pathLst>
              <a:path w="36703" h="33464">
                <a:moveTo>
                  <a:pt x="36703" y="16732"/>
                </a:moveTo>
                <a:lnTo>
                  <a:pt x="36163" y="19431"/>
                </a:lnTo>
                <a:lnTo>
                  <a:pt x="35623" y="22669"/>
                </a:lnTo>
                <a:lnTo>
                  <a:pt x="34004" y="25368"/>
                </a:lnTo>
                <a:lnTo>
                  <a:pt x="32385" y="27527"/>
                </a:lnTo>
                <a:lnTo>
                  <a:pt x="30226" y="29686"/>
                </a:lnTo>
                <a:lnTo>
                  <a:pt x="27527" y="31305"/>
                </a:lnTo>
                <a:lnTo>
                  <a:pt x="24828" y="32385"/>
                </a:lnTo>
                <a:lnTo>
                  <a:pt x="21590" y="33464"/>
                </a:lnTo>
                <a:lnTo>
                  <a:pt x="18351" y="33464"/>
                </a:lnTo>
                <a:lnTo>
                  <a:pt x="15113" y="33464"/>
                </a:lnTo>
                <a:lnTo>
                  <a:pt x="11874" y="32385"/>
                </a:lnTo>
                <a:lnTo>
                  <a:pt x="9176" y="31305"/>
                </a:lnTo>
                <a:lnTo>
                  <a:pt x="6477" y="29686"/>
                </a:lnTo>
                <a:lnTo>
                  <a:pt x="4318" y="27527"/>
                </a:lnTo>
                <a:lnTo>
                  <a:pt x="2699" y="25368"/>
                </a:lnTo>
                <a:lnTo>
                  <a:pt x="1079" y="22669"/>
                </a:lnTo>
                <a:lnTo>
                  <a:pt x="540" y="19431"/>
                </a:lnTo>
                <a:lnTo>
                  <a:pt x="0" y="16732"/>
                </a:lnTo>
                <a:lnTo>
                  <a:pt x="540" y="14033"/>
                </a:lnTo>
                <a:lnTo>
                  <a:pt x="1079" y="10795"/>
                </a:lnTo>
                <a:lnTo>
                  <a:pt x="2699" y="8636"/>
                </a:lnTo>
                <a:lnTo>
                  <a:pt x="4318" y="5937"/>
                </a:lnTo>
                <a:lnTo>
                  <a:pt x="6477" y="3778"/>
                </a:lnTo>
                <a:lnTo>
                  <a:pt x="9176" y="2159"/>
                </a:lnTo>
                <a:lnTo>
                  <a:pt x="11874" y="1079"/>
                </a:lnTo>
                <a:lnTo>
                  <a:pt x="15113" y="0"/>
                </a:lnTo>
                <a:lnTo>
                  <a:pt x="18351" y="0"/>
                </a:lnTo>
                <a:lnTo>
                  <a:pt x="21590" y="0"/>
                </a:lnTo>
                <a:lnTo>
                  <a:pt x="24828" y="1079"/>
                </a:lnTo>
                <a:lnTo>
                  <a:pt x="27527" y="2159"/>
                </a:lnTo>
                <a:lnTo>
                  <a:pt x="30226" y="3778"/>
                </a:lnTo>
                <a:lnTo>
                  <a:pt x="32385" y="5937"/>
                </a:lnTo>
                <a:lnTo>
                  <a:pt x="34004" y="8636"/>
                </a:lnTo>
                <a:lnTo>
                  <a:pt x="35623" y="10795"/>
                </a:lnTo>
                <a:lnTo>
                  <a:pt x="36163" y="14033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1" name="Kształt 69"/>
          <p:cNvSpPr/>
          <p:nvPr/>
        </p:nvSpPr>
        <p:spPr>
          <a:xfrm>
            <a:off x="9163050" y="4503071"/>
            <a:ext cx="36703" cy="33464"/>
          </a:xfrm>
          <a:custGeom>
            <a:avLst/>
            <a:gdLst/>
            <a:ahLst/>
            <a:cxnLst/>
            <a:rect l="0" t="0" r="r" b="b"/>
            <a:pathLst>
              <a:path w="36703" h="33464">
                <a:moveTo>
                  <a:pt x="36703" y="16732"/>
                </a:moveTo>
                <a:lnTo>
                  <a:pt x="36163" y="19431"/>
                </a:lnTo>
                <a:lnTo>
                  <a:pt x="35623" y="22669"/>
                </a:lnTo>
                <a:lnTo>
                  <a:pt x="34004" y="25368"/>
                </a:lnTo>
                <a:lnTo>
                  <a:pt x="32385" y="27527"/>
                </a:lnTo>
                <a:lnTo>
                  <a:pt x="30226" y="29686"/>
                </a:lnTo>
                <a:lnTo>
                  <a:pt x="27527" y="31305"/>
                </a:lnTo>
                <a:lnTo>
                  <a:pt x="24828" y="32385"/>
                </a:lnTo>
                <a:lnTo>
                  <a:pt x="21590" y="33464"/>
                </a:lnTo>
                <a:lnTo>
                  <a:pt x="18351" y="33464"/>
                </a:lnTo>
                <a:lnTo>
                  <a:pt x="15113" y="33464"/>
                </a:lnTo>
                <a:lnTo>
                  <a:pt x="11874" y="32385"/>
                </a:lnTo>
                <a:lnTo>
                  <a:pt x="9176" y="31305"/>
                </a:lnTo>
                <a:lnTo>
                  <a:pt x="6477" y="29686"/>
                </a:lnTo>
                <a:lnTo>
                  <a:pt x="4318" y="27527"/>
                </a:lnTo>
                <a:lnTo>
                  <a:pt x="2699" y="25368"/>
                </a:lnTo>
                <a:lnTo>
                  <a:pt x="1079" y="22669"/>
                </a:lnTo>
                <a:lnTo>
                  <a:pt x="540" y="19431"/>
                </a:lnTo>
                <a:lnTo>
                  <a:pt x="0" y="16732"/>
                </a:lnTo>
                <a:lnTo>
                  <a:pt x="540" y="14033"/>
                </a:lnTo>
                <a:lnTo>
                  <a:pt x="1079" y="10795"/>
                </a:lnTo>
                <a:lnTo>
                  <a:pt x="2699" y="8636"/>
                </a:lnTo>
                <a:lnTo>
                  <a:pt x="4318" y="5937"/>
                </a:lnTo>
                <a:lnTo>
                  <a:pt x="6477" y="3778"/>
                </a:lnTo>
                <a:lnTo>
                  <a:pt x="9176" y="2159"/>
                </a:lnTo>
                <a:lnTo>
                  <a:pt x="11874" y="1079"/>
                </a:lnTo>
                <a:lnTo>
                  <a:pt x="15113" y="0"/>
                </a:lnTo>
                <a:lnTo>
                  <a:pt x="18351" y="0"/>
                </a:lnTo>
                <a:lnTo>
                  <a:pt x="21590" y="0"/>
                </a:lnTo>
                <a:lnTo>
                  <a:pt x="24828" y="1079"/>
                </a:lnTo>
                <a:lnTo>
                  <a:pt x="27527" y="2159"/>
                </a:lnTo>
                <a:lnTo>
                  <a:pt x="30226" y="3778"/>
                </a:lnTo>
                <a:lnTo>
                  <a:pt x="32385" y="5937"/>
                </a:lnTo>
                <a:lnTo>
                  <a:pt x="34004" y="8636"/>
                </a:lnTo>
                <a:lnTo>
                  <a:pt x="35623" y="10795"/>
                </a:lnTo>
                <a:lnTo>
                  <a:pt x="36163" y="14033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2" name="Kształt 70"/>
          <p:cNvSpPr/>
          <p:nvPr/>
        </p:nvSpPr>
        <p:spPr>
          <a:xfrm>
            <a:off x="9103138" y="4458271"/>
            <a:ext cx="29146" cy="34544"/>
          </a:xfrm>
          <a:custGeom>
            <a:avLst/>
            <a:gdLst/>
            <a:ahLst/>
            <a:cxnLst/>
            <a:rect l="0" t="0" r="r" b="b"/>
            <a:pathLst>
              <a:path w="29146" h="34544">
                <a:moveTo>
                  <a:pt x="26987" y="11335"/>
                </a:moveTo>
                <a:lnTo>
                  <a:pt x="28067" y="16192"/>
                </a:lnTo>
                <a:lnTo>
                  <a:pt x="29146" y="20510"/>
                </a:lnTo>
                <a:lnTo>
                  <a:pt x="28607" y="24828"/>
                </a:lnTo>
                <a:lnTo>
                  <a:pt x="26987" y="28607"/>
                </a:lnTo>
                <a:lnTo>
                  <a:pt x="24828" y="31305"/>
                </a:lnTo>
                <a:lnTo>
                  <a:pt x="22130" y="33464"/>
                </a:lnTo>
                <a:lnTo>
                  <a:pt x="18891" y="34544"/>
                </a:lnTo>
                <a:lnTo>
                  <a:pt x="15113" y="34004"/>
                </a:lnTo>
                <a:lnTo>
                  <a:pt x="11335" y="32925"/>
                </a:lnTo>
                <a:lnTo>
                  <a:pt x="7556" y="30226"/>
                </a:lnTo>
                <a:lnTo>
                  <a:pt x="4858" y="26987"/>
                </a:lnTo>
                <a:lnTo>
                  <a:pt x="2159" y="23209"/>
                </a:lnTo>
                <a:lnTo>
                  <a:pt x="1079" y="18351"/>
                </a:lnTo>
                <a:lnTo>
                  <a:pt x="0" y="14033"/>
                </a:lnTo>
                <a:lnTo>
                  <a:pt x="540" y="9715"/>
                </a:lnTo>
                <a:lnTo>
                  <a:pt x="2159" y="5937"/>
                </a:lnTo>
                <a:lnTo>
                  <a:pt x="4318" y="3238"/>
                </a:lnTo>
                <a:lnTo>
                  <a:pt x="7017" y="1079"/>
                </a:lnTo>
                <a:lnTo>
                  <a:pt x="10255" y="0"/>
                </a:lnTo>
                <a:lnTo>
                  <a:pt x="14033" y="540"/>
                </a:lnTo>
                <a:lnTo>
                  <a:pt x="17812" y="1619"/>
                </a:lnTo>
                <a:lnTo>
                  <a:pt x="21590" y="4318"/>
                </a:lnTo>
                <a:lnTo>
                  <a:pt x="24289" y="755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3" name="Kształt 71"/>
          <p:cNvSpPr/>
          <p:nvPr/>
        </p:nvSpPr>
        <p:spPr>
          <a:xfrm>
            <a:off x="9129046" y="4428585"/>
            <a:ext cx="29146" cy="37782"/>
          </a:xfrm>
          <a:custGeom>
            <a:avLst/>
            <a:gdLst/>
            <a:ahLst/>
            <a:cxnLst/>
            <a:rect l="0" t="0" r="r" b="b"/>
            <a:pathLst>
              <a:path w="29146" h="37782">
                <a:moveTo>
                  <a:pt x="29146" y="16732"/>
                </a:moveTo>
                <a:lnTo>
                  <a:pt x="29146" y="21590"/>
                </a:lnTo>
                <a:lnTo>
                  <a:pt x="28607" y="26448"/>
                </a:lnTo>
                <a:lnTo>
                  <a:pt x="26448" y="30766"/>
                </a:lnTo>
                <a:lnTo>
                  <a:pt x="24289" y="34004"/>
                </a:lnTo>
                <a:lnTo>
                  <a:pt x="21050" y="36703"/>
                </a:lnTo>
                <a:lnTo>
                  <a:pt x="17272" y="37782"/>
                </a:lnTo>
                <a:lnTo>
                  <a:pt x="13494" y="37243"/>
                </a:lnTo>
                <a:lnTo>
                  <a:pt x="9715" y="36163"/>
                </a:lnTo>
                <a:lnTo>
                  <a:pt x="6477" y="33464"/>
                </a:lnTo>
                <a:lnTo>
                  <a:pt x="3238" y="30226"/>
                </a:lnTo>
                <a:lnTo>
                  <a:pt x="1079" y="25908"/>
                </a:lnTo>
                <a:lnTo>
                  <a:pt x="0" y="21050"/>
                </a:lnTo>
                <a:lnTo>
                  <a:pt x="0" y="16192"/>
                </a:lnTo>
                <a:lnTo>
                  <a:pt x="540" y="11335"/>
                </a:lnTo>
                <a:lnTo>
                  <a:pt x="2699" y="7017"/>
                </a:lnTo>
                <a:lnTo>
                  <a:pt x="4858" y="3778"/>
                </a:lnTo>
                <a:lnTo>
                  <a:pt x="8096" y="1079"/>
                </a:lnTo>
                <a:lnTo>
                  <a:pt x="11874" y="0"/>
                </a:lnTo>
                <a:lnTo>
                  <a:pt x="15653" y="540"/>
                </a:lnTo>
                <a:lnTo>
                  <a:pt x="19431" y="1619"/>
                </a:lnTo>
                <a:lnTo>
                  <a:pt x="22669" y="4318"/>
                </a:lnTo>
                <a:lnTo>
                  <a:pt x="25908" y="7556"/>
                </a:lnTo>
                <a:lnTo>
                  <a:pt x="28067" y="11874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4" name="Kształt 72"/>
          <p:cNvSpPr/>
          <p:nvPr/>
        </p:nvSpPr>
        <p:spPr>
          <a:xfrm>
            <a:off x="9167908" y="4428585"/>
            <a:ext cx="29146" cy="37782"/>
          </a:xfrm>
          <a:custGeom>
            <a:avLst/>
            <a:gdLst/>
            <a:ahLst/>
            <a:cxnLst/>
            <a:rect l="0" t="0" r="r" b="b"/>
            <a:pathLst>
              <a:path w="29146" h="37782">
                <a:moveTo>
                  <a:pt x="29146" y="21050"/>
                </a:moveTo>
                <a:lnTo>
                  <a:pt x="28067" y="25908"/>
                </a:lnTo>
                <a:lnTo>
                  <a:pt x="25908" y="30226"/>
                </a:lnTo>
                <a:lnTo>
                  <a:pt x="22669" y="33464"/>
                </a:lnTo>
                <a:lnTo>
                  <a:pt x="19431" y="36163"/>
                </a:lnTo>
                <a:lnTo>
                  <a:pt x="15653" y="37243"/>
                </a:lnTo>
                <a:lnTo>
                  <a:pt x="11874" y="37782"/>
                </a:lnTo>
                <a:lnTo>
                  <a:pt x="8096" y="36703"/>
                </a:lnTo>
                <a:lnTo>
                  <a:pt x="4858" y="34004"/>
                </a:lnTo>
                <a:lnTo>
                  <a:pt x="2699" y="30766"/>
                </a:lnTo>
                <a:lnTo>
                  <a:pt x="540" y="26448"/>
                </a:lnTo>
                <a:lnTo>
                  <a:pt x="0" y="21590"/>
                </a:lnTo>
                <a:lnTo>
                  <a:pt x="0" y="16732"/>
                </a:lnTo>
                <a:lnTo>
                  <a:pt x="1079" y="11874"/>
                </a:lnTo>
                <a:lnTo>
                  <a:pt x="3238" y="7556"/>
                </a:lnTo>
                <a:lnTo>
                  <a:pt x="6477" y="4318"/>
                </a:lnTo>
                <a:lnTo>
                  <a:pt x="9715" y="1619"/>
                </a:lnTo>
                <a:lnTo>
                  <a:pt x="13494" y="540"/>
                </a:lnTo>
                <a:lnTo>
                  <a:pt x="17272" y="0"/>
                </a:lnTo>
                <a:lnTo>
                  <a:pt x="21050" y="1079"/>
                </a:lnTo>
                <a:lnTo>
                  <a:pt x="24289" y="3778"/>
                </a:lnTo>
                <a:lnTo>
                  <a:pt x="26448" y="7017"/>
                </a:lnTo>
                <a:lnTo>
                  <a:pt x="28607" y="11335"/>
                </a:lnTo>
                <a:lnTo>
                  <a:pt x="29146" y="16192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5" name="Kształt 73"/>
          <p:cNvSpPr/>
          <p:nvPr/>
        </p:nvSpPr>
        <p:spPr>
          <a:xfrm>
            <a:off x="9193816" y="4458271"/>
            <a:ext cx="29146" cy="34544"/>
          </a:xfrm>
          <a:custGeom>
            <a:avLst/>
            <a:gdLst/>
            <a:ahLst/>
            <a:cxnLst/>
            <a:rect l="0" t="0" r="r" b="b"/>
            <a:pathLst>
              <a:path w="29146" h="34544">
                <a:moveTo>
                  <a:pt x="26987" y="23209"/>
                </a:moveTo>
                <a:lnTo>
                  <a:pt x="24289" y="26987"/>
                </a:lnTo>
                <a:lnTo>
                  <a:pt x="21590" y="30226"/>
                </a:lnTo>
                <a:lnTo>
                  <a:pt x="17812" y="32925"/>
                </a:lnTo>
                <a:lnTo>
                  <a:pt x="14033" y="34004"/>
                </a:lnTo>
                <a:lnTo>
                  <a:pt x="10255" y="34544"/>
                </a:lnTo>
                <a:lnTo>
                  <a:pt x="7017" y="33464"/>
                </a:lnTo>
                <a:lnTo>
                  <a:pt x="4318" y="31305"/>
                </a:lnTo>
                <a:lnTo>
                  <a:pt x="2159" y="28607"/>
                </a:lnTo>
                <a:lnTo>
                  <a:pt x="540" y="24828"/>
                </a:lnTo>
                <a:lnTo>
                  <a:pt x="0" y="20510"/>
                </a:lnTo>
                <a:lnTo>
                  <a:pt x="1079" y="16192"/>
                </a:lnTo>
                <a:lnTo>
                  <a:pt x="2159" y="11335"/>
                </a:lnTo>
                <a:lnTo>
                  <a:pt x="4858" y="7556"/>
                </a:lnTo>
                <a:lnTo>
                  <a:pt x="7556" y="4318"/>
                </a:lnTo>
                <a:lnTo>
                  <a:pt x="11335" y="1619"/>
                </a:lnTo>
                <a:lnTo>
                  <a:pt x="15113" y="540"/>
                </a:lnTo>
                <a:lnTo>
                  <a:pt x="18891" y="0"/>
                </a:lnTo>
                <a:lnTo>
                  <a:pt x="22130" y="1079"/>
                </a:lnTo>
                <a:lnTo>
                  <a:pt x="24828" y="3238"/>
                </a:lnTo>
                <a:lnTo>
                  <a:pt x="26987" y="5937"/>
                </a:lnTo>
                <a:lnTo>
                  <a:pt x="28607" y="9715"/>
                </a:lnTo>
                <a:lnTo>
                  <a:pt x="29146" y="14033"/>
                </a:lnTo>
                <a:lnTo>
                  <a:pt x="28067" y="1835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6" name="Tekst: Zoologiczny"/>
          <p:cNvSpPr txBox="1"/>
          <p:nvPr/>
        </p:nvSpPr>
        <p:spPr>
          <a:xfrm>
            <a:off x="9327232" y="4410075"/>
            <a:ext cx="927437" cy="1447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950" b="1" kern="100" dirty="0">
                <a:solidFill>
                  <a:srgbClr val="151515"/>
                </a:solidFill>
                <a:latin typeface="Lato"/>
                <a:cs typeface="Lato"/>
              </a:rPr>
              <a:t>Zoologiczny</a:t>
            </a:r>
            <a:endParaRPr lang="pl-PL" sz="950" b="1" kern="100" dirty="0">
              <a:solidFill>
                <a:srgbClr val="151515"/>
              </a:solidFill>
              <a:latin typeface="Lato"/>
              <a:cs typeface="Lato"/>
            </a:endParaRPr>
          </a:p>
        </p:txBody>
      </p:sp>
      <p:sp>
        <p:nvSpPr>
          <p:cNvPr id="97" name="Kształt 74"/>
          <p:cNvSpPr/>
          <p:nvPr/>
        </p:nvSpPr>
        <p:spPr>
          <a:xfrm>
            <a:off x="10137774" y="4321175"/>
            <a:ext cx="1060450" cy="323850"/>
          </a:xfrm>
          <a:prstGeom prst="roundRect">
            <a:avLst>
              <a:gd name="adj" fmla="val 50000"/>
            </a:avLst>
          </a:prstGeom>
          <a:solidFill>
            <a:srgbClr val="FAFAFA"/>
          </a:solidFill>
          <a:ln w="6350">
            <a:solidFill>
              <a:srgbClr val="E5E5E5"/>
            </a:solidFill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8" name="Kształt 75"/>
          <p:cNvSpPr/>
          <p:nvPr/>
        </p:nvSpPr>
        <p:spPr>
          <a:xfrm>
            <a:off x="10198100" y="4375150"/>
            <a:ext cx="215900" cy="2159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9" name="Kształt 76"/>
          <p:cNvSpPr/>
          <p:nvPr/>
        </p:nvSpPr>
        <p:spPr>
          <a:xfrm>
            <a:off x="10255314" y="4432363"/>
            <a:ext cx="101473" cy="50736"/>
          </a:xfrm>
          <a:custGeom>
            <a:avLst/>
            <a:gdLst/>
            <a:ahLst/>
            <a:cxnLst/>
            <a:rect l="0" t="0" r="r" b="b"/>
            <a:pathLst>
              <a:path w="101473" h="50736">
                <a:moveTo>
                  <a:pt x="0" y="50736"/>
                </a:moveTo>
                <a:lnTo>
                  <a:pt x="1079" y="39402"/>
                </a:lnTo>
                <a:lnTo>
                  <a:pt x="4858" y="28607"/>
                </a:lnTo>
                <a:lnTo>
                  <a:pt x="11335" y="18891"/>
                </a:lnTo>
                <a:lnTo>
                  <a:pt x="18891" y="11335"/>
                </a:lnTo>
                <a:lnTo>
                  <a:pt x="28607" y="4858"/>
                </a:lnTo>
                <a:lnTo>
                  <a:pt x="39402" y="1079"/>
                </a:lnTo>
                <a:lnTo>
                  <a:pt x="50736" y="0"/>
                </a:lnTo>
                <a:lnTo>
                  <a:pt x="62071" y="1079"/>
                </a:lnTo>
                <a:lnTo>
                  <a:pt x="72866" y="4858"/>
                </a:lnTo>
                <a:lnTo>
                  <a:pt x="82582" y="11335"/>
                </a:lnTo>
                <a:lnTo>
                  <a:pt x="90138" y="18891"/>
                </a:lnTo>
                <a:lnTo>
                  <a:pt x="96615" y="28607"/>
                </a:lnTo>
                <a:lnTo>
                  <a:pt x="100393" y="39402"/>
                </a:lnTo>
                <a:lnTo>
                  <a:pt x="101473" y="50736"/>
                </a:lnTo>
                <a:lnTo>
                  <a:pt x="90678" y="50736"/>
                </a:lnTo>
                <a:lnTo>
                  <a:pt x="89598" y="42100"/>
                </a:lnTo>
                <a:lnTo>
                  <a:pt x="86900" y="33464"/>
                </a:lnTo>
                <a:lnTo>
                  <a:pt x="82042" y="25908"/>
                </a:lnTo>
                <a:lnTo>
                  <a:pt x="75565" y="19431"/>
                </a:lnTo>
                <a:lnTo>
                  <a:pt x="68008" y="14573"/>
                </a:lnTo>
                <a:lnTo>
                  <a:pt x="59372" y="11874"/>
                </a:lnTo>
                <a:lnTo>
                  <a:pt x="50736" y="10795"/>
                </a:lnTo>
                <a:lnTo>
                  <a:pt x="42100" y="11874"/>
                </a:lnTo>
                <a:lnTo>
                  <a:pt x="33464" y="14573"/>
                </a:lnTo>
                <a:lnTo>
                  <a:pt x="25908" y="19431"/>
                </a:lnTo>
                <a:lnTo>
                  <a:pt x="19431" y="25908"/>
                </a:lnTo>
                <a:lnTo>
                  <a:pt x="14573" y="33464"/>
                </a:lnTo>
                <a:lnTo>
                  <a:pt x="11874" y="42100"/>
                </a:lnTo>
                <a:lnTo>
                  <a:pt x="10795" y="5073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0" name="Kształt 77"/>
          <p:cNvSpPr/>
          <p:nvPr/>
        </p:nvSpPr>
        <p:spPr>
          <a:xfrm>
            <a:off x="10247757" y="4477702"/>
            <a:ext cx="29146" cy="56674"/>
          </a:xfrm>
          <a:custGeom>
            <a:avLst/>
            <a:gdLst/>
            <a:ahLst/>
            <a:cxnLst/>
            <a:rect l="0" t="0" r="r" b="b"/>
            <a:pathLst>
              <a:path w="29146" h="56674">
                <a:moveTo>
                  <a:pt x="16192" y="0"/>
                </a:moveTo>
                <a:lnTo>
                  <a:pt x="21050" y="1079"/>
                </a:lnTo>
                <a:lnTo>
                  <a:pt x="25368" y="3778"/>
                </a:lnTo>
                <a:lnTo>
                  <a:pt x="28067" y="8096"/>
                </a:lnTo>
                <a:lnTo>
                  <a:pt x="29146" y="12954"/>
                </a:lnTo>
                <a:lnTo>
                  <a:pt x="29146" y="43720"/>
                </a:lnTo>
                <a:lnTo>
                  <a:pt x="28067" y="48577"/>
                </a:lnTo>
                <a:lnTo>
                  <a:pt x="25368" y="52895"/>
                </a:lnTo>
                <a:lnTo>
                  <a:pt x="21050" y="55594"/>
                </a:lnTo>
                <a:lnTo>
                  <a:pt x="16192" y="56674"/>
                </a:lnTo>
                <a:lnTo>
                  <a:pt x="12954" y="56674"/>
                </a:lnTo>
                <a:lnTo>
                  <a:pt x="8096" y="55594"/>
                </a:lnTo>
                <a:lnTo>
                  <a:pt x="3778" y="52895"/>
                </a:lnTo>
                <a:lnTo>
                  <a:pt x="1079" y="48577"/>
                </a:lnTo>
                <a:lnTo>
                  <a:pt x="0" y="43720"/>
                </a:lnTo>
                <a:lnTo>
                  <a:pt x="0" y="12954"/>
                </a:lnTo>
                <a:lnTo>
                  <a:pt x="1079" y="8096"/>
                </a:lnTo>
                <a:lnTo>
                  <a:pt x="3778" y="3778"/>
                </a:lnTo>
                <a:lnTo>
                  <a:pt x="8096" y="1079"/>
                </a:lnTo>
                <a:lnTo>
                  <a:pt x="12954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1" name="Kształt 78"/>
          <p:cNvSpPr/>
          <p:nvPr/>
        </p:nvSpPr>
        <p:spPr>
          <a:xfrm>
            <a:off x="10335197" y="4477702"/>
            <a:ext cx="29146" cy="56674"/>
          </a:xfrm>
          <a:custGeom>
            <a:avLst/>
            <a:gdLst/>
            <a:ahLst/>
            <a:cxnLst/>
            <a:rect l="0" t="0" r="r" b="b"/>
            <a:pathLst>
              <a:path w="29146" h="56674">
                <a:moveTo>
                  <a:pt x="16192" y="0"/>
                </a:moveTo>
                <a:lnTo>
                  <a:pt x="21050" y="1079"/>
                </a:lnTo>
                <a:lnTo>
                  <a:pt x="25368" y="3778"/>
                </a:lnTo>
                <a:lnTo>
                  <a:pt x="28067" y="8096"/>
                </a:lnTo>
                <a:lnTo>
                  <a:pt x="29146" y="12954"/>
                </a:lnTo>
                <a:lnTo>
                  <a:pt x="29146" y="43720"/>
                </a:lnTo>
                <a:lnTo>
                  <a:pt x="28067" y="48577"/>
                </a:lnTo>
                <a:lnTo>
                  <a:pt x="25368" y="52895"/>
                </a:lnTo>
                <a:lnTo>
                  <a:pt x="21050" y="55594"/>
                </a:lnTo>
                <a:lnTo>
                  <a:pt x="16192" y="56674"/>
                </a:lnTo>
                <a:lnTo>
                  <a:pt x="12954" y="56674"/>
                </a:lnTo>
                <a:lnTo>
                  <a:pt x="8096" y="55594"/>
                </a:lnTo>
                <a:lnTo>
                  <a:pt x="3778" y="52895"/>
                </a:lnTo>
                <a:lnTo>
                  <a:pt x="1079" y="48577"/>
                </a:lnTo>
                <a:lnTo>
                  <a:pt x="0" y="43720"/>
                </a:lnTo>
                <a:lnTo>
                  <a:pt x="0" y="12954"/>
                </a:lnTo>
                <a:lnTo>
                  <a:pt x="1079" y="8096"/>
                </a:lnTo>
                <a:lnTo>
                  <a:pt x="3778" y="3778"/>
                </a:lnTo>
                <a:lnTo>
                  <a:pt x="8096" y="1079"/>
                </a:lnTo>
                <a:lnTo>
                  <a:pt x="12954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2" name="Kształt 79"/>
          <p:cNvSpPr/>
          <p:nvPr/>
        </p:nvSpPr>
        <p:spPr>
          <a:xfrm>
            <a:off x="10272586" y="4483100"/>
            <a:ext cx="14033" cy="45879"/>
          </a:xfrm>
          <a:custGeom>
            <a:avLst/>
            <a:gdLst/>
            <a:ahLst/>
            <a:cxnLst/>
            <a:rect l="0" t="0" r="r" b="b"/>
            <a:pathLst>
              <a:path w="14033" h="45879">
                <a:moveTo>
                  <a:pt x="7556" y="0"/>
                </a:moveTo>
                <a:lnTo>
                  <a:pt x="10255" y="540"/>
                </a:lnTo>
                <a:lnTo>
                  <a:pt x="11874" y="2159"/>
                </a:lnTo>
                <a:lnTo>
                  <a:pt x="13494" y="3778"/>
                </a:lnTo>
                <a:lnTo>
                  <a:pt x="14033" y="6477"/>
                </a:lnTo>
                <a:lnTo>
                  <a:pt x="14033" y="39402"/>
                </a:lnTo>
                <a:lnTo>
                  <a:pt x="13494" y="42100"/>
                </a:lnTo>
                <a:lnTo>
                  <a:pt x="11874" y="43720"/>
                </a:lnTo>
                <a:lnTo>
                  <a:pt x="10255" y="45339"/>
                </a:lnTo>
                <a:lnTo>
                  <a:pt x="7556" y="45879"/>
                </a:lnTo>
                <a:lnTo>
                  <a:pt x="6477" y="45879"/>
                </a:lnTo>
                <a:lnTo>
                  <a:pt x="3778" y="45339"/>
                </a:lnTo>
                <a:lnTo>
                  <a:pt x="2159" y="43720"/>
                </a:lnTo>
                <a:lnTo>
                  <a:pt x="540" y="42100"/>
                </a:lnTo>
                <a:lnTo>
                  <a:pt x="0" y="39402"/>
                </a:lnTo>
                <a:lnTo>
                  <a:pt x="0" y="6477"/>
                </a:lnTo>
                <a:lnTo>
                  <a:pt x="540" y="3778"/>
                </a:lnTo>
                <a:lnTo>
                  <a:pt x="2159" y="2159"/>
                </a:lnTo>
                <a:lnTo>
                  <a:pt x="3778" y="540"/>
                </a:lnTo>
                <a:lnTo>
                  <a:pt x="6477" y="0"/>
                </a:lnTo>
                <a:close/>
              </a:path>
            </a:pathLst>
          </a:custGeom>
          <a:solidFill>
            <a:srgbClr val="B3B3B3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3" name="Kształt 80"/>
          <p:cNvSpPr/>
          <p:nvPr/>
        </p:nvSpPr>
        <p:spPr>
          <a:xfrm>
            <a:off x="10325481" y="4483100"/>
            <a:ext cx="14033" cy="45879"/>
          </a:xfrm>
          <a:custGeom>
            <a:avLst/>
            <a:gdLst/>
            <a:ahLst/>
            <a:cxnLst/>
            <a:rect l="0" t="0" r="r" b="b"/>
            <a:pathLst>
              <a:path w="14033" h="45879">
                <a:moveTo>
                  <a:pt x="7556" y="0"/>
                </a:moveTo>
                <a:lnTo>
                  <a:pt x="10255" y="540"/>
                </a:lnTo>
                <a:lnTo>
                  <a:pt x="11874" y="2159"/>
                </a:lnTo>
                <a:lnTo>
                  <a:pt x="13494" y="3778"/>
                </a:lnTo>
                <a:lnTo>
                  <a:pt x="14033" y="6477"/>
                </a:lnTo>
                <a:lnTo>
                  <a:pt x="14033" y="39402"/>
                </a:lnTo>
                <a:lnTo>
                  <a:pt x="13494" y="42100"/>
                </a:lnTo>
                <a:lnTo>
                  <a:pt x="11874" y="43720"/>
                </a:lnTo>
                <a:lnTo>
                  <a:pt x="10255" y="45339"/>
                </a:lnTo>
                <a:lnTo>
                  <a:pt x="7556" y="45879"/>
                </a:lnTo>
                <a:lnTo>
                  <a:pt x="6477" y="45879"/>
                </a:lnTo>
                <a:lnTo>
                  <a:pt x="3778" y="45339"/>
                </a:lnTo>
                <a:lnTo>
                  <a:pt x="2159" y="43720"/>
                </a:lnTo>
                <a:lnTo>
                  <a:pt x="540" y="42100"/>
                </a:lnTo>
                <a:lnTo>
                  <a:pt x="0" y="39402"/>
                </a:lnTo>
                <a:lnTo>
                  <a:pt x="0" y="6477"/>
                </a:lnTo>
                <a:lnTo>
                  <a:pt x="540" y="3778"/>
                </a:lnTo>
                <a:lnTo>
                  <a:pt x="2159" y="2159"/>
                </a:lnTo>
                <a:lnTo>
                  <a:pt x="3778" y="540"/>
                </a:lnTo>
                <a:lnTo>
                  <a:pt x="6477" y="0"/>
                </a:lnTo>
                <a:close/>
              </a:path>
            </a:pathLst>
          </a:custGeom>
          <a:solidFill>
            <a:srgbClr val="B3B3B3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4" name="Tekst: Elektronika"/>
          <p:cNvSpPr txBox="1"/>
          <p:nvPr/>
        </p:nvSpPr>
        <p:spPr>
          <a:xfrm>
            <a:off x="10471298" y="4410075"/>
            <a:ext cx="884276" cy="1447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950" b="1" kern="100" dirty="0">
                <a:solidFill>
                  <a:srgbClr val="151515"/>
                </a:solidFill>
                <a:latin typeface="Lato"/>
                <a:cs typeface="Lato"/>
              </a:rPr>
              <a:t>Elektronika</a:t>
            </a:r>
            <a:endParaRPr lang="pl-PL" sz="950" b="1" kern="100" dirty="0">
              <a:solidFill>
                <a:srgbClr val="151515"/>
              </a:solidFill>
              <a:latin typeface="Lato"/>
              <a:cs typeface="Lato"/>
            </a:endParaRPr>
          </a:p>
        </p:txBody>
      </p:sp>
      <p:sp>
        <p:nvSpPr>
          <p:cNvPr id="105" name="Kształt 81"/>
          <p:cNvSpPr/>
          <p:nvPr/>
        </p:nvSpPr>
        <p:spPr>
          <a:xfrm>
            <a:off x="6705600" y="4748212"/>
            <a:ext cx="4495800" cy="450850"/>
          </a:xfrm>
          <a:prstGeom prst="rect">
            <a:avLst/>
          </a:prstGeom>
          <a:solidFill>
            <a:srgbClr val="FDE4E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6" name="Linia 2"/>
          <p:cNvSpPr/>
          <p:nvPr/>
        </p:nvSpPr>
        <p:spPr>
          <a:xfrm>
            <a:off x="6705600" y="4748212"/>
            <a:ext cx="4495800" cy="6350"/>
          </a:xfrm>
          <a:prstGeom prst="rect">
            <a:avLst/>
          </a:prstGeom>
          <a:solidFill>
            <a:srgbClr val="FAC1C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7" name="Linia 3"/>
          <p:cNvSpPr/>
          <p:nvPr/>
        </p:nvSpPr>
        <p:spPr>
          <a:xfrm>
            <a:off x="11195050" y="4748212"/>
            <a:ext cx="6350" cy="450850"/>
          </a:xfrm>
          <a:prstGeom prst="rect">
            <a:avLst/>
          </a:prstGeom>
          <a:solidFill>
            <a:srgbClr val="FAC1C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8" name="Linia 4"/>
          <p:cNvSpPr/>
          <p:nvPr/>
        </p:nvSpPr>
        <p:spPr>
          <a:xfrm>
            <a:off x="6705600" y="5192712"/>
            <a:ext cx="4495800" cy="6350"/>
          </a:xfrm>
          <a:prstGeom prst="rect">
            <a:avLst/>
          </a:prstGeom>
          <a:solidFill>
            <a:srgbClr val="FAC1C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9" name="Linia 5"/>
          <p:cNvSpPr/>
          <p:nvPr/>
        </p:nvSpPr>
        <p:spPr>
          <a:xfrm>
            <a:off x="6705600" y="4748212"/>
            <a:ext cx="31750" cy="450850"/>
          </a:xfrm>
          <a:prstGeom prst="rect">
            <a:avLst/>
          </a:prstGeom>
          <a:solidFill>
            <a:srgbClr val="EE3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10" name="Tekst: Sponsorowane"/>
          <p:cNvSpPr txBox="1"/>
          <p:nvPr/>
        </p:nvSpPr>
        <p:spPr>
          <a:xfrm>
            <a:off x="6838950" y="4824412"/>
            <a:ext cx="4254500" cy="114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750" kern="100" spc="15" dirty="0">
                <a:solidFill>
                  <a:srgbClr val="7A7A7A"/>
                </a:solidFill>
                <a:latin typeface="Lato"/>
                <a:cs typeface="Lato"/>
              </a:rPr>
              <a:t>Sponsorowane</a:t>
            </a:r>
            <a:endParaRPr lang="pl-PL" sz="750" kern="100" spc="15" dirty="0">
              <a:solidFill>
                <a:srgbClr val="7A7A7A"/>
              </a:solidFill>
              <a:latin typeface="Lato"/>
              <a:cs typeface="Lato"/>
            </a:endParaRPr>
          </a:p>
        </p:txBody>
      </p:sp>
      <p:sp>
        <p:nvSpPr>
          <p:cNvPr id="111" name="Tekst: Polecane na wieczór ze znajomymi"/>
          <p:cNvSpPr txBox="1"/>
          <p:nvPr/>
        </p:nvSpPr>
        <p:spPr>
          <a:xfrm>
            <a:off x="6838950" y="4962525"/>
            <a:ext cx="4254500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100" b="1" kern="100" dirty="0">
                <a:solidFill>
                  <a:srgbClr val="151515"/>
                </a:solidFill>
                <a:latin typeface="Lato"/>
                <a:cs typeface="Lato"/>
              </a:rPr>
              <a:t>Polecane na wieczór ze znajomymi</a:t>
            </a:r>
            <a:endParaRPr lang="pl-PL" sz="1100" b="1" kern="100" dirty="0">
              <a:solidFill>
                <a:srgbClr val="151515"/>
              </a:solidFill>
              <a:latin typeface="Lato"/>
              <a:cs typeface="Lato"/>
            </a:endParaRPr>
          </a:p>
        </p:txBody>
      </p:sp>
      <p:sp>
        <p:nvSpPr>
          <p:cNvPr id="112" name="Tekst: + marka w chwili wyboru"/>
          <p:cNvSpPr txBox="1"/>
          <p:nvPr/>
        </p:nvSpPr>
        <p:spPr>
          <a:xfrm>
            <a:off x="6539284" y="5638800"/>
            <a:ext cx="3730883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2200" kern="100" spc="-44" dirty="0">
                <a:solidFill>
                  <a:srgbClr val="EE312F"/>
                </a:solidFill>
                <a:latin typeface="Lato Black"/>
                <a:cs typeface="Lato Black"/>
              </a:rPr>
              <a:t>+ marka w chwili wyboru</a:t>
            </a:r>
            <a:endParaRPr lang="pl-PL" sz="2200" kern="100" spc="-44" dirty="0">
              <a:solidFill>
                <a:srgbClr val="EE312F"/>
              </a:solidFill>
              <a:latin typeface="Lato Black"/>
              <a:cs typeface="Lato Black"/>
            </a:endParaRPr>
          </a:p>
        </p:txBody>
      </p:sp>
      <p:pic>
        <p:nvPicPr>
          <p:cNvPr id="113" name="!!Logo" descr="I love marketing &amp; technolog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363240"/>
            <a:ext cx="3048000" cy="273050"/>
          </a:xfrm>
          <a:prstGeom prst="rect">
            <a:avLst/>
          </a:prstGeom>
        </p:spPr>
      </p:pic>
      <p:pic>
        <p:nvPicPr>
          <p:cNvPr id="114" name="!!Serce w rogu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66449" y="330349"/>
            <a:ext cx="431800" cy="355600"/>
          </a:xfrm>
          <a:prstGeom prst="rect">
            <a:avLst/>
          </a:prstGeom>
        </p:spPr>
      </p:pic>
      <p:sp>
        <p:nvSpPr>
          <p:cNvPr id="115" name="!!Numer slajdu"/>
          <p:cNvSpPr txBox="1"/>
          <p:nvPr/>
        </p:nvSpPr>
        <p:spPr>
          <a:xfrm>
            <a:off x="10850587" y="6428437"/>
            <a:ext cx="773370" cy="1885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100" kern="100" spc="66" dirty="0">
                <a:solidFill>
                  <a:srgbClr val="666666"/>
                </a:solidFill>
                <a:latin typeface="Lato"/>
                <a:cs typeface="Lato"/>
              </a:rPr>
              <a:t>06 / 24</a:t>
            </a:r>
            <a:endParaRPr lang="pl-PL" sz="1100" kern="100" spc="66" dirty="0">
              <a:solidFill>
                <a:srgbClr val="666666"/>
              </a:solidFill>
              <a:latin typeface="Lato"/>
              <a:cs typeface="Lato"/>
            </a:endParaRPr>
          </a:p>
        </p:txBody>
      </p:sp>
      <p:sp>
        <p:nvSpPr>
          <p:cNvPr id="116" name="!!Postęp"/>
          <p:cNvSpPr/>
          <p:nvPr/>
        </p:nvSpPr>
        <p:spPr>
          <a:xfrm>
            <a:off x="0" y="6826250"/>
            <a:ext cx="3048000" cy="31750"/>
          </a:xfrm>
          <a:prstGeom prst="rect">
            <a:avLst/>
          </a:prstGeom>
          <a:solidFill>
            <a:srgbClr val="EE3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4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4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4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4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4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4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4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4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4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4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4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4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4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4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4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4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4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4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4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4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4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4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4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4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0" dur="4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" dur="4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6" dur="4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9" dur="4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2" dur="4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5" dur="4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8" dur="4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1" dur="4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4" dur="4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7" dur="4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0" dur="4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3" dur="4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6" dur="4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7" fill="hold">
                      <p:stCondLst>
                        <p:cond delay="indefinite"/>
                      </p:stCondLst>
                      <p:childTnLst>
                        <p:par>
                          <p:cTn id="228" fill="hold">
                            <p:stCondLst>
                              <p:cond delay="0"/>
                            </p:stCondLst>
                            <p:childTnLst>
                              <p:par>
                                <p:cTn id="2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1" dur="4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4" dur="4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7" dur="4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0" dur="4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3" dur="4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6" dur="4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9" dur="4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2" dur="4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  <p:bldP spid="72" grpId="0" animBg="1"/>
      <p:bldP spid="73" grpId="0" animBg="1"/>
      <p:bldP spid="74" grpId="0" animBg="1"/>
      <p:bldP spid="75" grpId="0" animBg="1"/>
      <p:bldP spid="76" grpId="0" animBg="1"/>
      <p:bldP spid="77" grpId="0" animBg="1"/>
      <p:bldP spid="78" grpId="0" animBg="1"/>
      <p:bldP spid="79" grpId="0" animBg="1"/>
      <p:bldP spid="80" grpId="0" animBg="1"/>
      <p:bldP spid="81" grpId="0" animBg="1"/>
      <p:bldP spid="82" grpId="0" animBg="1"/>
      <p:bldP spid="83" grpId="0" animBg="1"/>
      <p:bldP spid="84" grpId="0" animBg="1"/>
      <p:bldP spid="85" grpId="0" animBg="1"/>
      <p:bldP spid="86" grpId="0" animBg="1"/>
      <p:bldP spid="87" grpId="0" animBg="1"/>
      <p:bldP spid="88" grpId="0" animBg="1"/>
      <p:bldP spid="89" grpId="0" animBg="1"/>
      <p:bldP spid="90" grpId="0" animBg="1"/>
      <p:bldP spid="91" grpId="0" animBg="1"/>
      <p:bldP spid="92" grpId="0" animBg="1"/>
      <p:bldP spid="93" grpId="0" animBg="1"/>
      <p:bldP spid="94" grpId="0" animBg="1"/>
      <p:bldP spid="95" grpId="0" animBg="1"/>
      <p:bldP spid="96" grpId="0" animBg="1"/>
      <p:bldP spid="97" grpId="0" animBg="1"/>
      <p:bldP spid="98" grpId="0" animBg="1"/>
      <p:bldP spid="99" grpId="0" animBg="1"/>
      <p:bldP spid="100" grpId="0" animBg="1"/>
      <p:bldP spid="101" grpId="0" animBg="1"/>
      <p:bldP spid="102" grpId="0" animBg="1"/>
      <p:bldP spid="103" grpId="0" animBg="1"/>
      <p:bldP spid="104" grpId="0" animBg="1"/>
      <p:bldP spid="105" grpId="0" animBg="1"/>
      <p:bldP spid="106" grpId="0" animBg="1"/>
      <p:bldP spid="107" grpId="0" animBg="1"/>
      <p:bldP spid="108" grpId="0" animBg="1"/>
      <p:bldP spid="109" grpId="0" animBg="1"/>
      <p:bldP spid="110" grpId="0" animBg="1"/>
      <p:bldP spid="111" grpId="0" animBg="1"/>
      <p:bldP spid="112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 name="Potrzeba nie może czeka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ształt"/>
          <p:cNvSpPr/>
          <p:nvPr/>
        </p:nvSpPr>
        <p:spPr>
          <a:xfrm>
            <a:off x="6089650" y="1206500"/>
            <a:ext cx="12700" cy="4699000"/>
          </a:xfrm>
          <a:prstGeom prst="rect">
            <a:avLst/>
          </a:prstGeom>
          <a:solidFill>
            <a:srgbClr val="E3E3E3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" name="Kształt 2"/>
          <p:cNvSpPr/>
          <p:nvPr/>
        </p:nvSpPr>
        <p:spPr>
          <a:xfrm>
            <a:off x="2050653" y="2685653"/>
            <a:ext cx="2375694" cy="2375694"/>
          </a:xfrm>
          <a:prstGeom prst="ellipse">
            <a:avLst/>
          </a:prstGeom>
          <a:noFill/>
          <a:ln w="89495">
            <a:solidFill>
              <a:srgbClr val="E3E3E3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" name="Kształt 3"/>
          <p:cNvSpPr/>
          <p:nvPr/>
        </p:nvSpPr>
        <p:spPr>
          <a:xfrm rot="16200000">
            <a:off x="2050653" y="2685653"/>
            <a:ext cx="2375694" cy="2375694"/>
          </a:xfrm>
          <a:prstGeom prst="arc">
            <a:avLst>
              <a:gd name="adj1" fmla="val 0"/>
              <a:gd name="adj2" fmla="val 16848000"/>
            </a:avLst>
          </a:prstGeom>
          <a:noFill/>
          <a:ln w="89495" cap="rnd">
            <a:solidFill>
              <a:srgbClr val="EE312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" name="Tekst: 78 %"/>
          <p:cNvSpPr txBox="1"/>
          <p:nvPr/>
        </p:nvSpPr>
        <p:spPr>
          <a:xfrm>
            <a:off x="2183611" y="3405136"/>
            <a:ext cx="2109728" cy="1168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9200" kern="100" spc="-644" dirty="0">
                <a:solidFill>
                  <a:srgbClr val="EE312F"/>
                </a:solidFill>
                <a:latin typeface="Lato Black"/>
                <a:cs typeface="Lato Black"/>
              </a:rPr>
              <a:t>78</a:t>
            </a:r>
            <a:r>
              <a:rPr lang="pl-PL" sz="4100" kern="100" spc="-82" dirty="0">
                <a:solidFill>
                  <a:srgbClr val="EE312F"/>
                </a:solidFill>
                <a:latin typeface="Lato Black"/>
                <a:cs typeface="Lato Black"/>
              </a:rPr>
              <a:t>%</a:t>
            </a:r>
            <a:endParaRPr lang="pl-PL" sz="4100" kern="100" spc="-82" dirty="0">
              <a:solidFill>
                <a:srgbClr val="EE312F"/>
              </a:solidFill>
              <a:latin typeface="Lato Black"/>
              <a:cs typeface="Lato Black"/>
            </a:endParaRPr>
          </a:p>
        </p:txBody>
      </p:sp>
      <p:sp>
        <p:nvSpPr>
          <p:cNvPr id="6" name="Tekst: Chce produktu lub usługi wtedy, kiedy ic · 1"/>
          <p:cNvSpPr txBox="1"/>
          <p:nvPr/>
        </p:nvSpPr>
        <p:spPr>
          <a:xfrm>
            <a:off x="952500" y="5368290"/>
            <a:ext cx="4572000" cy="29368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850" kern="100" spc="-22" dirty="0">
                <a:solidFill>
                  <a:srgbClr val="151515"/>
                </a:solidFill>
                <a:latin typeface="Lato"/>
                <a:cs typeface="Lato"/>
              </a:rPr>
              <a:t>Chce produktu lub usługi</a:t>
            </a:r>
            <a:endParaRPr lang="pl-PL" sz="1850" kern="100" spc="-22" dirty="0">
              <a:solidFill>
                <a:srgbClr val="151515"/>
              </a:solidFill>
              <a:latin typeface="Lato"/>
              <a:cs typeface="Lato"/>
            </a:endParaRPr>
          </a:p>
        </p:txBody>
      </p:sp>
      <p:sp>
        <p:nvSpPr>
          <p:cNvPr id="7" name="Tekst: Chce produktu lub usługi wtedy, kiedy ic · 2"/>
          <p:cNvSpPr txBox="1"/>
          <p:nvPr/>
        </p:nvSpPr>
        <p:spPr>
          <a:xfrm>
            <a:off x="952500" y="5661977"/>
            <a:ext cx="4572000" cy="29368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850" kern="100" spc="-22" dirty="0">
                <a:solidFill>
                  <a:srgbClr val="151515"/>
                </a:solidFill>
                <a:latin typeface="Lato"/>
                <a:cs typeface="Lato"/>
              </a:rPr>
              <a:t>wtedy, kiedy ich potrzebuje</a:t>
            </a:r>
            <a:endParaRPr lang="pl-PL" sz="1850" kern="100" spc="-22" dirty="0">
              <a:solidFill>
                <a:srgbClr val="151515"/>
              </a:solidFill>
              <a:latin typeface="Lato"/>
              <a:cs typeface="Lato"/>
            </a:endParaRPr>
          </a:p>
        </p:txBody>
      </p:sp>
      <p:sp>
        <p:nvSpPr>
          <p:cNvPr id="8" name="Kształt 4"/>
          <p:cNvSpPr/>
          <p:nvPr/>
        </p:nvSpPr>
        <p:spPr>
          <a:xfrm>
            <a:off x="6540500" y="1112465"/>
            <a:ext cx="2324100" cy="2330450"/>
          </a:xfrm>
          <a:prstGeom prst="roundRect">
            <a:avLst>
              <a:gd name="adj" fmla="val 6011"/>
            </a:avLst>
          </a:prstGeom>
          <a:solidFill>
            <a:srgbClr val="151515"/>
          </a:solidFill>
          <a:ln>
            <a:noFill/>
          </a:ln>
          <a:effectLst>
            <a:outerShdw blurRad="317500" dist="114300" dir="5400000" algn="ctr" rotWithShape="0">
              <a:srgbClr val="000000">
                <a:alpha val="6000"/>
              </a:srgbClr>
            </a:outerShdw>
          </a:effectLst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" name="Kształt 5"/>
          <p:cNvSpPr/>
          <p:nvPr/>
        </p:nvSpPr>
        <p:spPr>
          <a:xfrm>
            <a:off x="6540521" y="1111250"/>
            <a:ext cx="2324057" cy="1626840"/>
          </a:xfrm>
          <a:custGeom>
            <a:avLst/>
            <a:gdLst/>
            <a:ahLst/>
            <a:cxnLst/>
            <a:rect l="0" t="0" r="r" b="b"/>
            <a:pathLst>
              <a:path w="2324057" h="1626840">
                <a:moveTo>
                  <a:pt x="0" y="0"/>
                </a:moveTo>
                <a:lnTo>
                  <a:pt x="2324057" y="0"/>
                </a:lnTo>
                <a:lnTo>
                  <a:pt x="2324057" y="1626840"/>
                </a:lnTo>
                <a:lnTo>
                  <a:pt x="0" y="1626840"/>
                </a:lnTo>
                <a:close/>
              </a:path>
            </a:pathLst>
          </a:custGeom>
          <a:solidFill>
            <a:srgbClr val="F6EEDC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" name="Kształt 6"/>
          <p:cNvSpPr/>
          <p:nvPr/>
        </p:nvSpPr>
        <p:spPr>
          <a:xfrm>
            <a:off x="6540521" y="1111250"/>
            <a:ext cx="2324057" cy="127823"/>
          </a:xfrm>
          <a:custGeom>
            <a:avLst/>
            <a:gdLst/>
            <a:ahLst/>
            <a:cxnLst/>
            <a:rect l="0" t="0" r="r" b="b"/>
            <a:pathLst>
              <a:path w="2324057" h="127823">
                <a:moveTo>
                  <a:pt x="0" y="0"/>
                </a:moveTo>
                <a:lnTo>
                  <a:pt x="2324057" y="0"/>
                </a:lnTo>
                <a:lnTo>
                  <a:pt x="2091652" y="127823"/>
                </a:lnTo>
                <a:lnTo>
                  <a:pt x="232406" y="127823"/>
                </a:lnTo>
                <a:close/>
              </a:path>
            </a:pathLst>
          </a:custGeom>
          <a:solidFill>
            <a:srgbClr val="FBF6E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1" name="Kształt 7"/>
          <p:cNvSpPr/>
          <p:nvPr/>
        </p:nvSpPr>
        <p:spPr>
          <a:xfrm>
            <a:off x="6540521" y="1111250"/>
            <a:ext cx="232406" cy="1626840"/>
          </a:xfrm>
          <a:custGeom>
            <a:avLst/>
            <a:gdLst/>
            <a:ahLst/>
            <a:cxnLst/>
            <a:rect l="0" t="0" r="r" b="b"/>
            <a:pathLst>
              <a:path w="232406" h="1626840">
                <a:moveTo>
                  <a:pt x="0" y="0"/>
                </a:moveTo>
                <a:lnTo>
                  <a:pt x="232406" y="127823"/>
                </a:lnTo>
                <a:lnTo>
                  <a:pt x="232406" y="1464156"/>
                </a:lnTo>
                <a:lnTo>
                  <a:pt x="0" y="1626840"/>
                </a:lnTo>
                <a:close/>
              </a:path>
            </a:pathLst>
          </a:custGeom>
          <a:solidFill>
            <a:srgbClr val="EBE1C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2" name="Kształt 8"/>
          <p:cNvSpPr/>
          <p:nvPr/>
        </p:nvSpPr>
        <p:spPr>
          <a:xfrm>
            <a:off x="8632173" y="1111250"/>
            <a:ext cx="232406" cy="1626840"/>
          </a:xfrm>
          <a:custGeom>
            <a:avLst/>
            <a:gdLst/>
            <a:ahLst/>
            <a:cxnLst/>
            <a:rect l="0" t="0" r="r" b="b"/>
            <a:pathLst>
              <a:path w="232406" h="1626840">
                <a:moveTo>
                  <a:pt x="232406" y="0"/>
                </a:moveTo>
                <a:lnTo>
                  <a:pt x="0" y="127823"/>
                </a:lnTo>
                <a:lnTo>
                  <a:pt x="0" y="1464156"/>
                </a:lnTo>
                <a:lnTo>
                  <a:pt x="232406" y="1626840"/>
                </a:lnTo>
                <a:close/>
              </a:path>
            </a:pathLst>
          </a:custGeom>
          <a:solidFill>
            <a:srgbClr val="E7DDC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3" name="Kształt 9"/>
          <p:cNvSpPr/>
          <p:nvPr/>
        </p:nvSpPr>
        <p:spPr>
          <a:xfrm>
            <a:off x="6772927" y="1239073"/>
            <a:ext cx="1859246" cy="244026"/>
          </a:xfrm>
          <a:custGeom>
            <a:avLst/>
            <a:gdLst/>
            <a:ahLst/>
            <a:cxnLst/>
            <a:rect l="0" t="0" r="r" b="b"/>
            <a:pathLst>
              <a:path w="1859246" h="244026">
                <a:moveTo>
                  <a:pt x="0" y="0"/>
                </a:moveTo>
                <a:lnTo>
                  <a:pt x="1859246" y="0"/>
                </a:lnTo>
                <a:lnTo>
                  <a:pt x="1859246" y="244026"/>
                </a:lnTo>
                <a:lnTo>
                  <a:pt x="0" y="244026"/>
                </a:lnTo>
                <a:close/>
              </a:path>
            </a:pathLst>
          </a:custGeom>
          <a:solidFill>
            <a:srgbClr val="F9F3E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4" name="Kształt 10"/>
          <p:cNvSpPr/>
          <p:nvPr/>
        </p:nvSpPr>
        <p:spPr>
          <a:xfrm>
            <a:off x="7470144" y="1239073"/>
            <a:ext cx="464811" cy="69722"/>
          </a:xfrm>
          <a:custGeom>
            <a:avLst/>
            <a:gdLst/>
            <a:ahLst/>
            <a:cxnLst/>
            <a:rect l="0" t="0" r="r" b="b"/>
            <a:pathLst>
              <a:path w="464811" h="69722">
                <a:moveTo>
                  <a:pt x="0" y="0"/>
                </a:moveTo>
                <a:lnTo>
                  <a:pt x="464811" y="0"/>
                </a:lnTo>
                <a:lnTo>
                  <a:pt x="418330" y="69722"/>
                </a:lnTo>
                <a:lnTo>
                  <a:pt x="46481" y="69722"/>
                </a:lnTo>
                <a:close/>
              </a:path>
            </a:pathLst>
          </a:custGeom>
          <a:solidFill>
            <a:srgbClr val="FFFDF8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5" name="Kształt 11"/>
          <p:cNvSpPr/>
          <p:nvPr/>
        </p:nvSpPr>
        <p:spPr>
          <a:xfrm>
            <a:off x="6540521" y="1761986"/>
            <a:ext cx="2324057" cy="69722"/>
          </a:xfrm>
          <a:custGeom>
            <a:avLst/>
            <a:gdLst/>
            <a:ahLst/>
            <a:cxnLst/>
            <a:rect l="0" t="0" r="r" b="b"/>
            <a:pathLst>
              <a:path w="2324057" h="69722">
                <a:moveTo>
                  <a:pt x="232406" y="0"/>
                </a:moveTo>
                <a:lnTo>
                  <a:pt x="2091652" y="0"/>
                </a:lnTo>
                <a:lnTo>
                  <a:pt x="2324057" y="69722"/>
                </a:lnTo>
                <a:lnTo>
                  <a:pt x="0" y="69722"/>
                </a:lnTo>
                <a:close/>
              </a:path>
            </a:pathLst>
          </a:custGeom>
          <a:solidFill>
            <a:srgbClr val="EDE6D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6" name="Kształt 12"/>
          <p:cNvSpPr/>
          <p:nvPr/>
        </p:nvSpPr>
        <p:spPr>
          <a:xfrm>
            <a:off x="6540521" y="1831708"/>
            <a:ext cx="2324057" cy="46481"/>
          </a:xfrm>
          <a:custGeom>
            <a:avLst/>
            <a:gdLst/>
            <a:ahLst/>
            <a:cxnLst/>
            <a:rect l="0" t="0" r="r" b="b"/>
            <a:pathLst>
              <a:path w="2324057" h="46481">
                <a:moveTo>
                  <a:pt x="0" y="0"/>
                </a:moveTo>
                <a:lnTo>
                  <a:pt x="2324057" y="0"/>
                </a:lnTo>
                <a:lnTo>
                  <a:pt x="2324057" y="46481"/>
                </a:lnTo>
                <a:lnTo>
                  <a:pt x="0" y="46481"/>
                </a:lnTo>
                <a:close/>
              </a:path>
            </a:pathLst>
          </a:custGeom>
          <a:solidFill>
            <a:srgbClr val="D9CCB0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7" name="Kształt 13"/>
          <p:cNvSpPr/>
          <p:nvPr/>
        </p:nvSpPr>
        <p:spPr>
          <a:xfrm>
            <a:off x="6540521" y="2308139"/>
            <a:ext cx="2324057" cy="69722"/>
          </a:xfrm>
          <a:custGeom>
            <a:avLst/>
            <a:gdLst/>
            <a:ahLst/>
            <a:cxnLst/>
            <a:rect l="0" t="0" r="r" b="b"/>
            <a:pathLst>
              <a:path w="2324057" h="69722">
                <a:moveTo>
                  <a:pt x="232406" y="0"/>
                </a:moveTo>
                <a:lnTo>
                  <a:pt x="2091652" y="0"/>
                </a:lnTo>
                <a:lnTo>
                  <a:pt x="2324057" y="69722"/>
                </a:lnTo>
                <a:lnTo>
                  <a:pt x="0" y="69722"/>
                </a:lnTo>
                <a:close/>
              </a:path>
            </a:pathLst>
          </a:custGeom>
          <a:solidFill>
            <a:srgbClr val="EDE6D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8" name="Kształt 14"/>
          <p:cNvSpPr/>
          <p:nvPr/>
        </p:nvSpPr>
        <p:spPr>
          <a:xfrm>
            <a:off x="6540521" y="2377861"/>
            <a:ext cx="2324057" cy="46481"/>
          </a:xfrm>
          <a:custGeom>
            <a:avLst/>
            <a:gdLst/>
            <a:ahLst/>
            <a:cxnLst/>
            <a:rect l="0" t="0" r="r" b="b"/>
            <a:pathLst>
              <a:path w="2324057" h="46481">
                <a:moveTo>
                  <a:pt x="0" y="0"/>
                </a:moveTo>
                <a:lnTo>
                  <a:pt x="2324057" y="0"/>
                </a:lnTo>
                <a:lnTo>
                  <a:pt x="2324057" y="46481"/>
                </a:lnTo>
                <a:lnTo>
                  <a:pt x="0" y="46481"/>
                </a:lnTo>
                <a:close/>
              </a:path>
            </a:pathLst>
          </a:custGeom>
          <a:solidFill>
            <a:srgbClr val="D9CCB0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9" name="Kształt 15"/>
          <p:cNvSpPr/>
          <p:nvPr/>
        </p:nvSpPr>
        <p:spPr>
          <a:xfrm>
            <a:off x="6935611" y="1483099"/>
            <a:ext cx="302127" cy="302127"/>
          </a:xfrm>
          <a:custGeom>
            <a:avLst/>
            <a:gdLst/>
            <a:ahLst/>
            <a:cxnLst/>
            <a:rect l="0" t="0" r="r" b="b"/>
            <a:pathLst>
              <a:path w="302127" h="302127">
                <a:moveTo>
                  <a:pt x="11620" y="0"/>
                </a:moveTo>
                <a:lnTo>
                  <a:pt x="290507" y="0"/>
                </a:lnTo>
                <a:lnTo>
                  <a:pt x="302127" y="302127"/>
                </a:lnTo>
                <a:lnTo>
                  <a:pt x="0" y="302127"/>
                </a:lnTo>
                <a:close/>
              </a:path>
            </a:pathLst>
          </a:custGeom>
          <a:solidFill>
            <a:srgbClr val="CFE0B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0" name="Kształt 16"/>
          <p:cNvSpPr/>
          <p:nvPr/>
        </p:nvSpPr>
        <p:spPr>
          <a:xfrm>
            <a:off x="6970472" y="1517960"/>
            <a:ext cx="81342" cy="232406"/>
          </a:xfrm>
          <a:custGeom>
            <a:avLst/>
            <a:gdLst/>
            <a:ahLst/>
            <a:cxnLst/>
            <a:rect l="0" t="0" r="r" b="b"/>
            <a:pathLst>
              <a:path w="81342" h="232406">
                <a:moveTo>
                  <a:pt x="11620" y="0"/>
                </a:moveTo>
                <a:lnTo>
                  <a:pt x="81342" y="0"/>
                </a:lnTo>
                <a:lnTo>
                  <a:pt x="69722" y="232406"/>
                </a:lnTo>
                <a:lnTo>
                  <a:pt x="0" y="232406"/>
                </a:lnTo>
                <a:close/>
              </a:path>
            </a:pathLst>
          </a:custGeom>
          <a:solidFill>
            <a:srgbClr val="E6F0D8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1" name="Kształt 17"/>
          <p:cNvSpPr/>
          <p:nvPr/>
        </p:nvSpPr>
        <p:spPr>
          <a:xfrm>
            <a:off x="7086674" y="1576061"/>
            <a:ext cx="104583" cy="151064"/>
          </a:xfrm>
          <a:custGeom>
            <a:avLst/>
            <a:gdLst/>
            <a:ahLst/>
            <a:cxnLst/>
            <a:rect l="0" t="0" r="r" b="b"/>
            <a:pathLst>
              <a:path w="104583" h="151064">
                <a:moveTo>
                  <a:pt x="11620" y="0"/>
                </a:moveTo>
                <a:lnTo>
                  <a:pt x="104583" y="23241"/>
                </a:lnTo>
                <a:lnTo>
                  <a:pt x="81342" y="151064"/>
                </a:lnTo>
                <a:lnTo>
                  <a:pt x="0" y="116203"/>
                </a:lnTo>
                <a:close/>
              </a:path>
            </a:pathLst>
          </a:custGeom>
          <a:solidFill>
            <a:srgbClr val="8FB36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2" name="Kształt 18"/>
          <p:cNvSpPr/>
          <p:nvPr/>
        </p:nvSpPr>
        <p:spPr>
          <a:xfrm>
            <a:off x="6947231" y="1401757"/>
            <a:ext cx="278887" cy="81342"/>
          </a:xfrm>
          <a:custGeom>
            <a:avLst/>
            <a:gdLst/>
            <a:ahLst/>
            <a:cxnLst/>
            <a:rect l="0" t="0" r="r" b="b"/>
            <a:pathLst>
              <a:path w="278887" h="81342">
                <a:moveTo>
                  <a:pt x="11620" y="0"/>
                </a:moveTo>
                <a:lnTo>
                  <a:pt x="267267" y="0"/>
                </a:lnTo>
                <a:lnTo>
                  <a:pt x="278887" y="81342"/>
                </a:lnTo>
                <a:lnTo>
                  <a:pt x="0" y="81342"/>
                </a:lnTo>
                <a:close/>
              </a:path>
            </a:pathLst>
          </a:custGeom>
          <a:solidFill>
            <a:srgbClr val="EE3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3" name="Kształt 19"/>
          <p:cNvSpPr/>
          <p:nvPr/>
        </p:nvSpPr>
        <p:spPr>
          <a:xfrm>
            <a:off x="6958851" y="1401757"/>
            <a:ext cx="255646" cy="29051"/>
          </a:xfrm>
          <a:custGeom>
            <a:avLst/>
            <a:gdLst/>
            <a:ahLst/>
            <a:cxnLst/>
            <a:rect l="0" t="0" r="r" b="b"/>
            <a:pathLst>
              <a:path w="255646" h="29051">
                <a:moveTo>
                  <a:pt x="0" y="0"/>
                </a:moveTo>
                <a:lnTo>
                  <a:pt x="255646" y="0"/>
                </a:lnTo>
                <a:lnTo>
                  <a:pt x="255646" y="29051"/>
                </a:lnTo>
                <a:lnTo>
                  <a:pt x="0" y="29051"/>
                </a:lnTo>
                <a:close/>
              </a:path>
            </a:pathLst>
          </a:custGeom>
          <a:solidFill>
            <a:srgbClr val="F25553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4" name="Kształt 20"/>
          <p:cNvSpPr/>
          <p:nvPr/>
        </p:nvSpPr>
        <p:spPr>
          <a:xfrm>
            <a:off x="7342321" y="1390137"/>
            <a:ext cx="197545" cy="395090"/>
          </a:xfrm>
          <a:custGeom>
            <a:avLst/>
            <a:gdLst/>
            <a:ahLst/>
            <a:cxnLst/>
            <a:rect l="0" t="0" r="r" b="b"/>
            <a:pathLst>
              <a:path w="197545" h="395090">
                <a:moveTo>
                  <a:pt x="0" y="395090"/>
                </a:moveTo>
                <a:lnTo>
                  <a:pt x="0" y="92962"/>
                </a:lnTo>
                <a:lnTo>
                  <a:pt x="46481" y="0"/>
                </a:lnTo>
                <a:lnTo>
                  <a:pt x="151064" y="0"/>
                </a:lnTo>
                <a:lnTo>
                  <a:pt x="197545" y="92962"/>
                </a:lnTo>
                <a:lnTo>
                  <a:pt x="197545" y="395090"/>
                </a:lnTo>
                <a:close/>
              </a:path>
            </a:pathLst>
          </a:custGeom>
          <a:solidFill>
            <a:srgbClr val="CF1723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5" name="Kształt 21"/>
          <p:cNvSpPr/>
          <p:nvPr/>
        </p:nvSpPr>
        <p:spPr>
          <a:xfrm>
            <a:off x="7342321" y="1390137"/>
            <a:ext cx="98772" cy="395090"/>
          </a:xfrm>
          <a:custGeom>
            <a:avLst/>
            <a:gdLst/>
            <a:ahLst/>
            <a:cxnLst/>
            <a:rect l="0" t="0" r="r" b="b"/>
            <a:pathLst>
              <a:path w="98772" h="395090">
                <a:moveTo>
                  <a:pt x="0" y="395090"/>
                </a:moveTo>
                <a:lnTo>
                  <a:pt x="0" y="92962"/>
                </a:lnTo>
                <a:lnTo>
                  <a:pt x="46481" y="0"/>
                </a:lnTo>
                <a:lnTo>
                  <a:pt x="98772" y="0"/>
                </a:lnTo>
                <a:lnTo>
                  <a:pt x="98772" y="395090"/>
                </a:lnTo>
                <a:close/>
              </a:path>
            </a:pathLst>
          </a:custGeom>
          <a:solidFill>
            <a:srgbClr val="EE3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6" name="Kształt 22"/>
          <p:cNvSpPr/>
          <p:nvPr/>
        </p:nvSpPr>
        <p:spPr>
          <a:xfrm>
            <a:off x="7388802" y="1308795"/>
            <a:ext cx="104583" cy="81342"/>
          </a:xfrm>
          <a:custGeom>
            <a:avLst/>
            <a:gdLst/>
            <a:ahLst/>
            <a:cxnLst/>
            <a:rect l="0" t="0" r="r" b="b"/>
            <a:pathLst>
              <a:path w="104583" h="81342">
                <a:moveTo>
                  <a:pt x="5810" y="0"/>
                </a:moveTo>
                <a:lnTo>
                  <a:pt x="98772" y="0"/>
                </a:lnTo>
                <a:lnTo>
                  <a:pt x="104583" y="81342"/>
                </a:lnTo>
                <a:lnTo>
                  <a:pt x="0" y="81342"/>
                </a:lnTo>
                <a:close/>
              </a:path>
            </a:pathLst>
          </a:custGeom>
          <a:solidFill>
            <a:srgbClr val="15151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7" name="Kształt 23"/>
          <p:cNvSpPr/>
          <p:nvPr/>
        </p:nvSpPr>
        <p:spPr>
          <a:xfrm>
            <a:off x="7783892" y="1343656"/>
            <a:ext cx="371849" cy="441571"/>
          </a:xfrm>
          <a:custGeom>
            <a:avLst/>
            <a:gdLst/>
            <a:ahLst/>
            <a:cxnLst/>
            <a:rect l="0" t="0" r="r" b="b"/>
            <a:pathLst>
              <a:path w="371849" h="441571">
                <a:moveTo>
                  <a:pt x="0" y="441571"/>
                </a:moveTo>
                <a:lnTo>
                  <a:pt x="0" y="104583"/>
                </a:lnTo>
                <a:lnTo>
                  <a:pt x="69722" y="0"/>
                </a:lnTo>
                <a:lnTo>
                  <a:pt x="302127" y="0"/>
                </a:lnTo>
                <a:lnTo>
                  <a:pt x="371849" y="104583"/>
                </a:lnTo>
                <a:lnTo>
                  <a:pt x="371849" y="441571"/>
                </a:lnTo>
                <a:close/>
              </a:path>
            </a:pathLst>
          </a:custGeom>
          <a:solidFill>
            <a:srgbClr val="EFE4CC"/>
          </a:solidFill>
          <a:ln w="17430">
            <a:solidFill>
              <a:srgbClr val="C9B993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8" name="Kształt 24"/>
          <p:cNvSpPr/>
          <p:nvPr/>
        </p:nvSpPr>
        <p:spPr>
          <a:xfrm>
            <a:off x="8283564" y="1669024"/>
            <a:ext cx="267267" cy="116203"/>
          </a:xfrm>
          <a:custGeom>
            <a:avLst/>
            <a:gdLst/>
            <a:ahLst/>
            <a:cxnLst/>
            <a:rect l="0" t="0" r="r" b="b"/>
            <a:pathLst>
              <a:path w="267267" h="116203">
                <a:moveTo>
                  <a:pt x="0" y="116203"/>
                </a:moveTo>
                <a:lnTo>
                  <a:pt x="267267" y="116203"/>
                </a:lnTo>
                <a:lnTo>
                  <a:pt x="267267" y="0"/>
                </a:lnTo>
                <a:lnTo>
                  <a:pt x="0" y="46481"/>
                </a:lnTo>
                <a:close/>
              </a:path>
            </a:pathLst>
          </a:custGeom>
          <a:solidFill>
            <a:srgbClr val="F4CF3C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9" name="Kształt 25"/>
          <p:cNvSpPr/>
          <p:nvPr/>
        </p:nvSpPr>
        <p:spPr>
          <a:xfrm>
            <a:off x="8283564" y="1634163"/>
            <a:ext cx="267267" cy="81342"/>
          </a:xfrm>
          <a:custGeom>
            <a:avLst/>
            <a:gdLst/>
            <a:ahLst/>
            <a:cxnLst/>
            <a:rect l="0" t="0" r="r" b="b"/>
            <a:pathLst>
              <a:path w="267267" h="81342">
                <a:moveTo>
                  <a:pt x="0" y="81342"/>
                </a:moveTo>
                <a:lnTo>
                  <a:pt x="267267" y="34861"/>
                </a:lnTo>
                <a:lnTo>
                  <a:pt x="220785" y="0"/>
                </a:lnTo>
                <a:close/>
              </a:path>
            </a:pathLst>
          </a:custGeom>
          <a:solidFill>
            <a:srgbClr val="FDEB98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0" name="Kształt 26"/>
          <p:cNvSpPr/>
          <p:nvPr/>
        </p:nvSpPr>
        <p:spPr>
          <a:xfrm>
            <a:off x="7259817" y="2191937"/>
            <a:ext cx="117365" cy="63912"/>
          </a:xfrm>
          <a:custGeom>
            <a:avLst/>
            <a:gdLst/>
            <a:ahLst/>
            <a:cxnLst/>
            <a:rect l="0" t="0" r="r" b="b"/>
            <a:pathLst>
              <a:path w="117365" h="63912">
                <a:moveTo>
                  <a:pt x="117365" y="0"/>
                </a:moveTo>
                <a:lnTo>
                  <a:pt x="90638" y="63912"/>
                </a:lnTo>
                <a:lnTo>
                  <a:pt x="0" y="24403"/>
                </a:lnTo>
                <a:close/>
              </a:path>
            </a:pathLst>
          </a:custGeom>
          <a:solidFill>
            <a:srgbClr val="D4A013"/>
          </a:solidFill>
          <a:ln w="3486">
            <a:solidFill>
              <a:srgbClr val="D4A013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1" name="Kształt 27"/>
          <p:cNvSpPr/>
          <p:nvPr/>
        </p:nvSpPr>
        <p:spPr>
          <a:xfrm>
            <a:off x="7259817" y="2180897"/>
            <a:ext cx="117365" cy="35442"/>
          </a:xfrm>
          <a:custGeom>
            <a:avLst/>
            <a:gdLst/>
            <a:ahLst/>
            <a:cxnLst/>
            <a:rect l="0" t="0" r="r" b="b"/>
            <a:pathLst>
              <a:path w="117365" h="35442">
                <a:moveTo>
                  <a:pt x="117365" y="11039"/>
                </a:moveTo>
                <a:lnTo>
                  <a:pt x="0" y="35442"/>
                </a:lnTo>
                <a:lnTo>
                  <a:pt x="14525" y="0"/>
                </a:lnTo>
                <a:close/>
              </a:path>
            </a:pathLst>
          </a:custGeom>
          <a:solidFill>
            <a:srgbClr val="E6BB2A"/>
          </a:solidFill>
          <a:ln w="3486">
            <a:solidFill>
              <a:srgbClr val="E6BB2A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2" name="Kształt 28"/>
          <p:cNvSpPr/>
          <p:nvPr/>
        </p:nvSpPr>
        <p:spPr>
          <a:xfrm>
            <a:off x="7144195" y="2166372"/>
            <a:ext cx="130147" cy="49967"/>
          </a:xfrm>
          <a:custGeom>
            <a:avLst/>
            <a:gdLst/>
            <a:ahLst/>
            <a:cxnLst/>
            <a:rect l="0" t="0" r="r" b="b"/>
            <a:pathLst>
              <a:path w="130147" h="49967">
                <a:moveTo>
                  <a:pt x="0" y="0"/>
                </a:moveTo>
                <a:lnTo>
                  <a:pt x="130147" y="14525"/>
                </a:lnTo>
                <a:lnTo>
                  <a:pt x="115622" y="49967"/>
                </a:lnTo>
                <a:close/>
              </a:path>
            </a:pathLst>
          </a:custGeom>
          <a:solidFill>
            <a:srgbClr val="ECC231"/>
          </a:solidFill>
          <a:ln w="3486">
            <a:solidFill>
              <a:srgbClr val="ECC231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3" name="Kształt 29"/>
          <p:cNvSpPr/>
          <p:nvPr/>
        </p:nvSpPr>
        <p:spPr>
          <a:xfrm>
            <a:off x="7219146" y="2242485"/>
            <a:ext cx="131309" cy="60425"/>
          </a:xfrm>
          <a:custGeom>
            <a:avLst/>
            <a:gdLst/>
            <a:ahLst/>
            <a:cxnLst/>
            <a:rect l="0" t="0" r="r" b="b"/>
            <a:pathLst>
              <a:path w="131309" h="60425">
                <a:moveTo>
                  <a:pt x="131309" y="13363"/>
                </a:moveTo>
                <a:lnTo>
                  <a:pt x="59263" y="60425"/>
                </a:lnTo>
                <a:lnTo>
                  <a:pt x="0" y="0"/>
                </a:lnTo>
                <a:close/>
              </a:path>
            </a:pathLst>
          </a:custGeom>
          <a:solidFill>
            <a:srgbClr val="D49F12"/>
          </a:solidFill>
          <a:ln w="3486">
            <a:solidFill>
              <a:srgbClr val="D49F12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4" name="Kształt 30"/>
          <p:cNvSpPr/>
          <p:nvPr/>
        </p:nvSpPr>
        <p:spPr>
          <a:xfrm>
            <a:off x="7219146" y="2216339"/>
            <a:ext cx="131309" cy="39509"/>
          </a:xfrm>
          <a:custGeom>
            <a:avLst/>
            <a:gdLst/>
            <a:ahLst/>
            <a:cxnLst/>
            <a:rect l="0" t="0" r="r" b="b"/>
            <a:pathLst>
              <a:path w="131309" h="39509">
                <a:moveTo>
                  <a:pt x="131309" y="39509"/>
                </a:moveTo>
                <a:lnTo>
                  <a:pt x="0" y="26146"/>
                </a:lnTo>
                <a:lnTo>
                  <a:pt x="40671" y="0"/>
                </a:lnTo>
                <a:close/>
              </a:path>
            </a:pathLst>
          </a:custGeom>
          <a:solidFill>
            <a:srgbClr val="D6A215"/>
          </a:solidFill>
          <a:ln w="3486">
            <a:solidFill>
              <a:srgbClr val="D6A215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5" name="Kształt 31"/>
          <p:cNvSpPr/>
          <p:nvPr/>
        </p:nvSpPr>
        <p:spPr>
          <a:xfrm>
            <a:off x="7144195" y="2166372"/>
            <a:ext cx="115622" cy="76113"/>
          </a:xfrm>
          <a:custGeom>
            <a:avLst/>
            <a:gdLst/>
            <a:ahLst/>
            <a:cxnLst/>
            <a:rect l="0" t="0" r="r" b="b"/>
            <a:pathLst>
              <a:path w="115622" h="76113">
                <a:moveTo>
                  <a:pt x="0" y="0"/>
                </a:moveTo>
                <a:lnTo>
                  <a:pt x="115622" y="49967"/>
                </a:lnTo>
                <a:lnTo>
                  <a:pt x="74951" y="76113"/>
                </a:lnTo>
                <a:close/>
              </a:path>
            </a:pathLst>
          </a:custGeom>
          <a:solidFill>
            <a:srgbClr val="EFC836"/>
          </a:solidFill>
          <a:ln w="3486">
            <a:solidFill>
              <a:srgbClr val="EFC836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6" name="Kształt 32"/>
          <p:cNvSpPr/>
          <p:nvPr/>
        </p:nvSpPr>
        <p:spPr>
          <a:xfrm>
            <a:off x="7163949" y="2252362"/>
            <a:ext cx="114460" cy="67398"/>
          </a:xfrm>
          <a:custGeom>
            <a:avLst/>
            <a:gdLst/>
            <a:ahLst/>
            <a:cxnLst/>
            <a:rect l="0" t="0" r="r" b="b"/>
            <a:pathLst>
              <a:path w="114460" h="67398">
                <a:moveTo>
                  <a:pt x="114460" y="50548"/>
                </a:moveTo>
                <a:lnTo>
                  <a:pt x="15687" y="67398"/>
                </a:lnTo>
                <a:lnTo>
                  <a:pt x="0" y="0"/>
                </a:lnTo>
                <a:close/>
              </a:path>
            </a:pathLst>
          </a:custGeom>
          <a:solidFill>
            <a:srgbClr val="CF980C"/>
          </a:solidFill>
          <a:ln w="3486">
            <a:solidFill>
              <a:srgbClr val="CF980C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7" name="Kształt 33"/>
          <p:cNvSpPr/>
          <p:nvPr/>
        </p:nvSpPr>
        <p:spPr>
          <a:xfrm>
            <a:off x="7163949" y="2242485"/>
            <a:ext cx="114460" cy="60425"/>
          </a:xfrm>
          <a:custGeom>
            <a:avLst/>
            <a:gdLst/>
            <a:ahLst/>
            <a:cxnLst/>
            <a:rect l="0" t="0" r="r" b="b"/>
            <a:pathLst>
              <a:path w="114460" h="60425">
                <a:moveTo>
                  <a:pt x="114460" y="60425"/>
                </a:moveTo>
                <a:lnTo>
                  <a:pt x="0" y="9877"/>
                </a:lnTo>
                <a:lnTo>
                  <a:pt x="55196" y="0"/>
                </a:lnTo>
                <a:close/>
              </a:path>
            </a:pathLst>
          </a:custGeom>
          <a:solidFill>
            <a:srgbClr val="DCAC1D"/>
          </a:solidFill>
          <a:ln w="3486">
            <a:solidFill>
              <a:srgbClr val="DCAC1D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8" name="Kształt 34"/>
          <p:cNvSpPr/>
          <p:nvPr/>
        </p:nvSpPr>
        <p:spPr>
          <a:xfrm>
            <a:off x="7144195" y="2166372"/>
            <a:ext cx="74951" cy="85990"/>
          </a:xfrm>
          <a:custGeom>
            <a:avLst/>
            <a:gdLst/>
            <a:ahLst/>
            <a:cxnLst/>
            <a:rect l="0" t="0" r="r" b="b"/>
            <a:pathLst>
              <a:path w="74951" h="85990">
                <a:moveTo>
                  <a:pt x="0" y="0"/>
                </a:moveTo>
                <a:lnTo>
                  <a:pt x="74951" y="76113"/>
                </a:lnTo>
                <a:lnTo>
                  <a:pt x="19754" y="85990"/>
                </a:lnTo>
                <a:close/>
              </a:path>
            </a:pathLst>
          </a:custGeom>
          <a:solidFill>
            <a:srgbClr val="E8BE2D"/>
          </a:solidFill>
          <a:ln w="3486">
            <a:solidFill>
              <a:srgbClr val="E8BE2D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9" name="Kształt 35"/>
          <p:cNvSpPr/>
          <p:nvPr/>
        </p:nvSpPr>
        <p:spPr>
          <a:xfrm>
            <a:off x="7080864" y="2242485"/>
            <a:ext cx="98772" cy="77275"/>
          </a:xfrm>
          <a:custGeom>
            <a:avLst/>
            <a:gdLst/>
            <a:ahLst/>
            <a:cxnLst/>
            <a:rect l="0" t="0" r="r" b="b"/>
            <a:pathLst>
              <a:path w="98772" h="77275">
                <a:moveTo>
                  <a:pt x="98772" y="77275"/>
                </a:moveTo>
                <a:lnTo>
                  <a:pt x="0" y="60425"/>
                </a:lnTo>
                <a:lnTo>
                  <a:pt x="27889" y="0"/>
                </a:lnTo>
                <a:close/>
              </a:path>
            </a:pathLst>
          </a:custGeom>
          <a:solidFill>
            <a:srgbClr val="E2B425"/>
          </a:solidFill>
          <a:ln w="3486">
            <a:solidFill>
              <a:srgbClr val="E2B425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0" name="Kształt 36"/>
          <p:cNvSpPr/>
          <p:nvPr/>
        </p:nvSpPr>
        <p:spPr>
          <a:xfrm>
            <a:off x="7108753" y="2242485"/>
            <a:ext cx="70884" cy="77275"/>
          </a:xfrm>
          <a:custGeom>
            <a:avLst/>
            <a:gdLst/>
            <a:ahLst/>
            <a:cxnLst/>
            <a:rect l="0" t="0" r="r" b="b"/>
            <a:pathLst>
              <a:path w="70884" h="77275">
                <a:moveTo>
                  <a:pt x="70884" y="77275"/>
                </a:moveTo>
                <a:lnTo>
                  <a:pt x="0" y="0"/>
                </a:lnTo>
                <a:lnTo>
                  <a:pt x="55196" y="9877"/>
                </a:lnTo>
                <a:close/>
              </a:path>
            </a:pathLst>
          </a:custGeom>
          <a:solidFill>
            <a:srgbClr val="DCAB1D"/>
          </a:solidFill>
          <a:ln w="3486">
            <a:solidFill>
              <a:srgbClr val="DCAB1D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1" name="Kształt 37"/>
          <p:cNvSpPr/>
          <p:nvPr/>
        </p:nvSpPr>
        <p:spPr>
          <a:xfrm>
            <a:off x="7108753" y="2166372"/>
            <a:ext cx="55196" cy="85990"/>
          </a:xfrm>
          <a:custGeom>
            <a:avLst/>
            <a:gdLst/>
            <a:ahLst/>
            <a:cxnLst/>
            <a:rect l="0" t="0" r="r" b="b"/>
            <a:pathLst>
              <a:path w="55196" h="85990">
                <a:moveTo>
                  <a:pt x="35442" y="0"/>
                </a:moveTo>
                <a:lnTo>
                  <a:pt x="55196" y="85990"/>
                </a:lnTo>
                <a:lnTo>
                  <a:pt x="0" y="76113"/>
                </a:lnTo>
                <a:close/>
              </a:path>
            </a:pathLst>
          </a:custGeom>
          <a:solidFill>
            <a:srgbClr val="F4CF3D"/>
          </a:solidFill>
          <a:ln w="3486">
            <a:solidFill>
              <a:srgbClr val="F4CF3D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2" name="Kształt 38"/>
          <p:cNvSpPr/>
          <p:nvPr/>
        </p:nvSpPr>
        <p:spPr>
          <a:xfrm>
            <a:off x="7008819" y="2216339"/>
            <a:ext cx="72046" cy="86571"/>
          </a:xfrm>
          <a:custGeom>
            <a:avLst/>
            <a:gdLst/>
            <a:ahLst/>
            <a:cxnLst/>
            <a:rect l="0" t="0" r="r" b="b"/>
            <a:pathLst>
              <a:path w="72046" h="86571">
                <a:moveTo>
                  <a:pt x="72046" y="86571"/>
                </a:moveTo>
                <a:lnTo>
                  <a:pt x="0" y="39509"/>
                </a:lnTo>
                <a:lnTo>
                  <a:pt x="59263" y="0"/>
                </a:lnTo>
                <a:close/>
              </a:path>
            </a:pathLst>
          </a:custGeom>
          <a:solidFill>
            <a:srgbClr val="EDC433"/>
          </a:solidFill>
          <a:ln w="3486">
            <a:solidFill>
              <a:srgbClr val="EDC433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3" name="Kształt 39"/>
          <p:cNvSpPr/>
          <p:nvPr/>
        </p:nvSpPr>
        <p:spPr>
          <a:xfrm>
            <a:off x="7068082" y="2216339"/>
            <a:ext cx="40671" cy="86571"/>
          </a:xfrm>
          <a:custGeom>
            <a:avLst/>
            <a:gdLst/>
            <a:ahLst/>
            <a:cxnLst/>
            <a:rect l="0" t="0" r="r" b="b"/>
            <a:pathLst>
              <a:path w="40671" h="86571">
                <a:moveTo>
                  <a:pt x="12782" y="86571"/>
                </a:moveTo>
                <a:lnTo>
                  <a:pt x="0" y="0"/>
                </a:lnTo>
                <a:lnTo>
                  <a:pt x="40671" y="26146"/>
                </a:lnTo>
                <a:close/>
              </a:path>
            </a:pathLst>
          </a:custGeom>
          <a:solidFill>
            <a:srgbClr val="F1CB38"/>
          </a:solidFill>
          <a:ln w="3486">
            <a:solidFill>
              <a:srgbClr val="F1CB38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4" name="Kształt 40"/>
          <p:cNvSpPr/>
          <p:nvPr/>
        </p:nvSpPr>
        <p:spPr>
          <a:xfrm>
            <a:off x="7068082" y="2166372"/>
            <a:ext cx="76113" cy="76113"/>
          </a:xfrm>
          <a:custGeom>
            <a:avLst/>
            <a:gdLst/>
            <a:ahLst/>
            <a:cxnLst/>
            <a:rect l="0" t="0" r="r" b="b"/>
            <a:pathLst>
              <a:path w="76113" h="76113">
                <a:moveTo>
                  <a:pt x="76113" y="0"/>
                </a:moveTo>
                <a:lnTo>
                  <a:pt x="40671" y="76113"/>
                </a:lnTo>
                <a:lnTo>
                  <a:pt x="0" y="49967"/>
                </a:lnTo>
                <a:close/>
              </a:path>
            </a:pathLst>
          </a:custGeom>
          <a:solidFill>
            <a:srgbClr val="F4D03E"/>
          </a:solidFill>
          <a:ln w="3486">
            <a:solidFill>
              <a:srgbClr val="F4D03E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5" name="Kształt 41"/>
          <p:cNvSpPr/>
          <p:nvPr/>
        </p:nvSpPr>
        <p:spPr>
          <a:xfrm>
            <a:off x="6982092" y="2180897"/>
            <a:ext cx="71465" cy="74951"/>
          </a:xfrm>
          <a:custGeom>
            <a:avLst/>
            <a:gdLst/>
            <a:ahLst/>
            <a:cxnLst/>
            <a:rect l="0" t="0" r="r" b="b"/>
            <a:pathLst>
              <a:path w="71465" h="74951">
                <a:moveTo>
                  <a:pt x="26727" y="74951"/>
                </a:moveTo>
                <a:lnTo>
                  <a:pt x="0" y="11039"/>
                </a:lnTo>
                <a:lnTo>
                  <a:pt x="71465" y="0"/>
                </a:lnTo>
                <a:close/>
              </a:path>
            </a:pathLst>
          </a:custGeom>
          <a:solidFill>
            <a:srgbClr val="F9DE6D"/>
          </a:solidFill>
          <a:ln w="3486">
            <a:solidFill>
              <a:srgbClr val="F9DE6D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6" name="Kształt 42"/>
          <p:cNvSpPr/>
          <p:nvPr/>
        </p:nvSpPr>
        <p:spPr>
          <a:xfrm>
            <a:off x="7008819" y="2180897"/>
            <a:ext cx="59263" cy="74951"/>
          </a:xfrm>
          <a:custGeom>
            <a:avLst/>
            <a:gdLst/>
            <a:ahLst/>
            <a:cxnLst/>
            <a:rect l="0" t="0" r="r" b="b"/>
            <a:pathLst>
              <a:path w="59263" h="74951">
                <a:moveTo>
                  <a:pt x="0" y="74951"/>
                </a:moveTo>
                <a:lnTo>
                  <a:pt x="44738" y="0"/>
                </a:lnTo>
                <a:lnTo>
                  <a:pt x="59263" y="35442"/>
                </a:lnTo>
                <a:close/>
              </a:path>
            </a:pathLst>
          </a:custGeom>
          <a:solidFill>
            <a:srgbClr val="F5D44B"/>
          </a:solidFill>
          <a:ln w="3486">
            <a:solidFill>
              <a:srgbClr val="F5D44B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7" name="Kształt 43"/>
          <p:cNvSpPr/>
          <p:nvPr/>
        </p:nvSpPr>
        <p:spPr>
          <a:xfrm>
            <a:off x="7053557" y="2166372"/>
            <a:ext cx="90638" cy="49967"/>
          </a:xfrm>
          <a:custGeom>
            <a:avLst/>
            <a:gdLst/>
            <a:ahLst/>
            <a:cxnLst/>
            <a:rect l="0" t="0" r="r" b="b"/>
            <a:pathLst>
              <a:path w="90638" h="49967">
                <a:moveTo>
                  <a:pt x="90638" y="0"/>
                </a:moveTo>
                <a:lnTo>
                  <a:pt x="14525" y="49967"/>
                </a:lnTo>
                <a:lnTo>
                  <a:pt x="0" y="14525"/>
                </a:lnTo>
                <a:close/>
              </a:path>
            </a:pathLst>
          </a:custGeom>
          <a:solidFill>
            <a:srgbClr val="F8DC65"/>
          </a:solidFill>
          <a:ln w="3486">
            <a:solidFill>
              <a:srgbClr val="F8DC65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8" name="Kształt 44"/>
          <p:cNvSpPr/>
          <p:nvPr/>
        </p:nvSpPr>
        <p:spPr>
          <a:xfrm>
            <a:off x="6982092" y="2128025"/>
            <a:ext cx="85990" cy="63912"/>
          </a:xfrm>
          <a:custGeom>
            <a:avLst/>
            <a:gdLst/>
            <a:ahLst/>
            <a:cxnLst/>
            <a:rect l="0" t="0" r="r" b="b"/>
            <a:pathLst>
              <a:path w="85990" h="63912">
                <a:moveTo>
                  <a:pt x="0" y="63912"/>
                </a:moveTo>
                <a:lnTo>
                  <a:pt x="26727" y="0"/>
                </a:lnTo>
                <a:lnTo>
                  <a:pt x="85990" y="16849"/>
                </a:lnTo>
                <a:close/>
              </a:path>
            </a:pathLst>
          </a:custGeom>
          <a:solidFill>
            <a:srgbClr val="FBE482"/>
          </a:solidFill>
          <a:ln w="3486">
            <a:solidFill>
              <a:srgbClr val="FBE482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9" name="Kształt 45"/>
          <p:cNvSpPr/>
          <p:nvPr/>
        </p:nvSpPr>
        <p:spPr>
          <a:xfrm>
            <a:off x="6982092" y="2144874"/>
            <a:ext cx="85990" cy="47062"/>
          </a:xfrm>
          <a:custGeom>
            <a:avLst/>
            <a:gdLst/>
            <a:ahLst/>
            <a:cxnLst/>
            <a:rect l="0" t="0" r="r" b="b"/>
            <a:pathLst>
              <a:path w="85990" h="47062">
                <a:moveTo>
                  <a:pt x="0" y="47062"/>
                </a:moveTo>
                <a:lnTo>
                  <a:pt x="85990" y="0"/>
                </a:lnTo>
                <a:lnTo>
                  <a:pt x="71465" y="36023"/>
                </a:lnTo>
                <a:close/>
              </a:path>
            </a:pathLst>
          </a:custGeom>
          <a:solidFill>
            <a:srgbClr val="FBE482"/>
          </a:solidFill>
          <a:ln w="3486">
            <a:solidFill>
              <a:srgbClr val="FBE482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0" name="Kształt 46"/>
          <p:cNvSpPr/>
          <p:nvPr/>
        </p:nvSpPr>
        <p:spPr>
          <a:xfrm>
            <a:off x="7053557" y="2144874"/>
            <a:ext cx="90638" cy="36023"/>
          </a:xfrm>
          <a:custGeom>
            <a:avLst/>
            <a:gdLst/>
            <a:ahLst/>
            <a:cxnLst/>
            <a:rect l="0" t="0" r="r" b="b"/>
            <a:pathLst>
              <a:path w="90638" h="36023">
                <a:moveTo>
                  <a:pt x="90638" y="21498"/>
                </a:moveTo>
                <a:lnTo>
                  <a:pt x="0" y="36023"/>
                </a:lnTo>
                <a:lnTo>
                  <a:pt x="14525" y="0"/>
                </a:lnTo>
                <a:close/>
              </a:path>
            </a:pathLst>
          </a:custGeom>
          <a:solidFill>
            <a:srgbClr val="F8DB65"/>
          </a:solidFill>
          <a:ln w="3486">
            <a:solidFill>
              <a:srgbClr val="F8DB65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1" name="Kształt 47"/>
          <p:cNvSpPr/>
          <p:nvPr/>
        </p:nvSpPr>
        <p:spPr>
          <a:xfrm>
            <a:off x="7008819" y="2080963"/>
            <a:ext cx="99934" cy="47062"/>
          </a:xfrm>
          <a:custGeom>
            <a:avLst/>
            <a:gdLst/>
            <a:ahLst/>
            <a:cxnLst/>
            <a:rect l="0" t="0" r="r" b="b"/>
            <a:pathLst>
              <a:path w="99934" h="47062">
                <a:moveTo>
                  <a:pt x="0" y="47062"/>
                </a:moveTo>
                <a:lnTo>
                  <a:pt x="72046" y="0"/>
                </a:lnTo>
                <a:lnTo>
                  <a:pt x="99934" y="37766"/>
                </a:lnTo>
                <a:close/>
              </a:path>
            </a:pathLst>
          </a:custGeom>
          <a:solidFill>
            <a:srgbClr val="FDEB98"/>
          </a:solidFill>
          <a:ln w="3486">
            <a:solidFill>
              <a:srgbClr val="FDEB98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2" name="Kształt 48"/>
          <p:cNvSpPr/>
          <p:nvPr/>
        </p:nvSpPr>
        <p:spPr>
          <a:xfrm>
            <a:off x="7008819" y="2118729"/>
            <a:ext cx="99934" cy="26146"/>
          </a:xfrm>
          <a:custGeom>
            <a:avLst/>
            <a:gdLst/>
            <a:ahLst/>
            <a:cxnLst/>
            <a:rect l="0" t="0" r="r" b="b"/>
            <a:pathLst>
              <a:path w="99934" h="26146">
                <a:moveTo>
                  <a:pt x="0" y="9296"/>
                </a:moveTo>
                <a:lnTo>
                  <a:pt x="99934" y="0"/>
                </a:lnTo>
                <a:lnTo>
                  <a:pt x="59263" y="26146"/>
                </a:lnTo>
                <a:close/>
              </a:path>
            </a:pathLst>
          </a:custGeom>
          <a:solidFill>
            <a:srgbClr val="FBE686"/>
          </a:solidFill>
          <a:ln w="3486">
            <a:solidFill>
              <a:srgbClr val="FBE686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3" name="Kształt 49"/>
          <p:cNvSpPr/>
          <p:nvPr/>
        </p:nvSpPr>
        <p:spPr>
          <a:xfrm>
            <a:off x="7068082" y="2118729"/>
            <a:ext cx="76113" cy="47643"/>
          </a:xfrm>
          <a:custGeom>
            <a:avLst/>
            <a:gdLst/>
            <a:ahLst/>
            <a:cxnLst/>
            <a:rect l="0" t="0" r="r" b="b"/>
            <a:pathLst>
              <a:path w="76113" h="47643">
                <a:moveTo>
                  <a:pt x="76113" y="47643"/>
                </a:moveTo>
                <a:lnTo>
                  <a:pt x="0" y="26146"/>
                </a:lnTo>
                <a:lnTo>
                  <a:pt x="40671" y="0"/>
                </a:lnTo>
                <a:close/>
              </a:path>
            </a:pathLst>
          </a:custGeom>
          <a:solidFill>
            <a:srgbClr val="FBE481"/>
          </a:solidFill>
          <a:ln w="3486">
            <a:solidFill>
              <a:srgbClr val="FBE481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4" name="Kształt 50"/>
          <p:cNvSpPr/>
          <p:nvPr/>
        </p:nvSpPr>
        <p:spPr>
          <a:xfrm>
            <a:off x="7080864" y="2064113"/>
            <a:ext cx="98772" cy="44738"/>
          </a:xfrm>
          <a:custGeom>
            <a:avLst/>
            <a:gdLst/>
            <a:ahLst/>
            <a:cxnLst/>
            <a:rect l="0" t="0" r="r" b="b"/>
            <a:pathLst>
              <a:path w="98772" h="44738">
                <a:moveTo>
                  <a:pt x="0" y="16849"/>
                </a:moveTo>
                <a:lnTo>
                  <a:pt x="98772" y="0"/>
                </a:lnTo>
                <a:lnTo>
                  <a:pt x="83085" y="44738"/>
                </a:lnTo>
                <a:close/>
              </a:path>
            </a:pathLst>
          </a:custGeom>
          <a:solidFill>
            <a:srgbClr val="FCE88F"/>
          </a:solidFill>
          <a:ln w="3486">
            <a:solidFill>
              <a:srgbClr val="FCE88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5" name="Kształt 51"/>
          <p:cNvSpPr/>
          <p:nvPr/>
        </p:nvSpPr>
        <p:spPr>
          <a:xfrm>
            <a:off x="7080864" y="2080963"/>
            <a:ext cx="83085" cy="37766"/>
          </a:xfrm>
          <a:custGeom>
            <a:avLst/>
            <a:gdLst/>
            <a:ahLst/>
            <a:cxnLst/>
            <a:rect l="0" t="0" r="r" b="b"/>
            <a:pathLst>
              <a:path w="83085" h="37766">
                <a:moveTo>
                  <a:pt x="0" y="0"/>
                </a:moveTo>
                <a:lnTo>
                  <a:pt x="83085" y="27889"/>
                </a:lnTo>
                <a:lnTo>
                  <a:pt x="27889" y="37766"/>
                </a:lnTo>
                <a:close/>
              </a:path>
            </a:pathLst>
          </a:custGeom>
          <a:solidFill>
            <a:srgbClr val="FDEB98"/>
          </a:solidFill>
          <a:ln w="3486">
            <a:solidFill>
              <a:srgbClr val="FDEB98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6" name="Kształt 52"/>
          <p:cNvSpPr/>
          <p:nvPr/>
        </p:nvSpPr>
        <p:spPr>
          <a:xfrm>
            <a:off x="7108753" y="2108852"/>
            <a:ext cx="55196" cy="57520"/>
          </a:xfrm>
          <a:custGeom>
            <a:avLst/>
            <a:gdLst/>
            <a:ahLst/>
            <a:cxnLst/>
            <a:rect l="0" t="0" r="r" b="b"/>
            <a:pathLst>
              <a:path w="55196" h="57520">
                <a:moveTo>
                  <a:pt x="35442" y="57520"/>
                </a:moveTo>
                <a:lnTo>
                  <a:pt x="0" y="9877"/>
                </a:lnTo>
                <a:lnTo>
                  <a:pt x="55196" y="0"/>
                </a:lnTo>
                <a:close/>
              </a:path>
            </a:pathLst>
          </a:custGeom>
          <a:solidFill>
            <a:srgbClr val="F9DE6D"/>
          </a:solidFill>
          <a:ln w="3486">
            <a:solidFill>
              <a:srgbClr val="F9DE6D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7" name="Kształt 53"/>
          <p:cNvSpPr/>
          <p:nvPr/>
        </p:nvSpPr>
        <p:spPr>
          <a:xfrm>
            <a:off x="7179637" y="2064113"/>
            <a:ext cx="98772" cy="54615"/>
          </a:xfrm>
          <a:custGeom>
            <a:avLst/>
            <a:gdLst/>
            <a:ahLst/>
            <a:cxnLst/>
            <a:rect l="0" t="0" r="r" b="b"/>
            <a:pathLst>
              <a:path w="98772" h="54615">
                <a:moveTo>
                  <a:pt x="0" y="0"/>
                </a:moveTo>
                <a:lnTo>
                  <a:pt x="98772" y="16849"/>
                </a:lnTo>
                <a:lnTo>
                  <a:pt x="39509" y="54615"/>
                </a:lnTo>
                <a:close/>
              </a:path>
            </a:pathLst>
          </a:custGeom>
          <a:solidFill>
            <a:srgbClr val="FBE584"/>
          </a:solidFill>
          <a:ln w="3486">
            <a:solidFill>
              <a:srgbClr val="FBE584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8" name="Kształt 54"/>
          <p:cNvSpPr/>
          <p:nvPr/>
        </p:nvSpPr>
        <p:spPr>
          <a:xfrm>
            <a:off x="7163949" y="2064113"/>
            <a:ext cx="55196" cy="54615"/>
          </a:xfrm>
          <a:custGeom>
            <a:avLst/>
            <a:gdLst/>
            <a:ahLst/>
            <a:cxnLst/>
            <a:rect l="0" t="0" r="r" b="b"/>
            <a:pathLst>
              <a:path w="55196" h="54615">
                <a:moveTo>
                  <a:pt x="15687" y="0"/>
                </a:moveTo>
                <a:lnTo>
                  <a:pt x="55196" y="54615"/>
                </a:lnTo>
                <a:lnTo>
                  <a:pt x="0" y="44738"/>
                </a:lnTo>
                <a:close/>
              </a:path>
            </a:pathLst>
          </a:custGeom>
          <a:solidFill>
            <a:srgbClr val="FAE177"/>
          </a:solidFill>
          <a:ln w="3486">
            <a:solidFill>
              <a:srgbClr val="FAE177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9" name="Kształt 55"/>
          <p:cNvSpPr/>
          <p:nvPr/>
        </p:nvSpPr>
        <p:spPr>
          <a:xfrm>
            <a:off x="7144195" y="2108852"/>
            <a:ext cx="74951" cy="57520"/>
          </a:xfrm>
          <a:custGeom>
            <a:avLst/>
            <a:gdLst/>
            <a:ahLst/>
            <a:cxnLst/>
            <a:rect l="0" t="0" r="r" b="b"/>
            <a:pathLst>
              <a:path w="74951" h="57520">
                <a:moveTo>
                  <a:pt x="0" y="57520"/>
                </a:moveTo>
                <a:lnTo>
                  <a:pt x="19754" y="0"/>
                </a:lnTo>
                <a:lnTo>
                  <a:pt x="74951" y="9877"/>
                </a:lnTo>
                <a:close/>
              </a:path>
            </a:pathLst>
          </a:custGeom>
          <a:solidFill>
            <a:srgbClr val="F9E074"/>
          </a:solidFill>
          <a:ln w="3486">
            <a:solidFill>
              <a:srgbClr val="F9E074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0" name="Kształt 56"/>
          <p:cNvSpPr/>
          <p:nvPr/>
        </p:nvSpPr>
        <p:spPr>
          <a:xfrm>
            <a:off x="7259817" y="2080963"/>
            <a:ext cx="90638" cy="63912"/>
          </a:xfrm>
          <a:custGeom>
            <a:avLst/>
            <a:gdLst/>
            <a:ahLst/>
            <a:cxnLst/>
            <a:rect l="0" t="0" r="r" b="b"/>
            <a:pathLst>
              <a:path w="90638" h="63912">
                <a:moveTo>
                  <a:pt x="18592" y="0"/>
                </a:moveTo>
                <a:lnTo>
                  <a:pt x="90638" y="47062"/>
                </a:lnTo>
                <a:lnTo>
                  <a:pt x="0" y="63912"/>
                </a:lnTo>
                <a:close/>
              </a:path>
            </a:pathLst>
          </a:custGeom>
          <a:solidFill>
            <a:srgbClr val="F5D245"/>
          </a:solidFill>
          <a:ln w="3486">
            <a:solidFill>
              <a:srgbClr val="F5D245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1" name="Kształt 57"/>
          <p:cNvSpPr/>
          <p:nvPr/>
        </p:nvSpPr>
        <p:spPr>
          <a:xfrm>
            <a:off x="7219146" y="2080963"/>
            <a:ext cx="59263" cy="63912"/>
          </a:xfrm>
          <a:custGeom>
            <a:avLst/>
            <a:gdLst/>
            <a:ahLst/>
            <a:cxnLst/>
            <a:rect l="0" t="0" r="r" b="b"/>
            <a:pathLst>
              <a:path w="59263" h="63912">
                <a:moveTo>
                  <a:pt x="59263" y="0"/>
                </a:moveTo>
                <a:lnTo>
                  <a:pt x="40671" y="63912"/>
                </a:lnTo>
                <a:lnTo>
                  <a:pt x="0" y="37766"/>
                </a:lnTo>
                <a:close/>
              </a:path>
            </a:pathLst>
          </a:custGeom>
          <a:solidFill>
            <a:srgbClr val="F8DC67"/>
          </a:solidFill>
          <a:ln w="3486">
            <a:solidFill>
              <a:srgbClr val="F8DC67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2" name="Kształt 58"/>
          <p:cNvSpPr/>
          <p:nvPr/>
        </p:nvSpPr>
        <p:spPr>
          <a:xfrm>
            <a:off x="7144195" y="2118729"/>
            <a:ext cx="115622" cy="47643"/>
          </a:xfrm>
          <a:custGeom>
            <a:avLst/>
            <a:gdLst/>
            <a:ahLst/>
            <a:cxnLst/>
            <a:rect l="0" t="0" r="r" b="b"/>
            <a:pathLst>
              <a:path w="115622" h="47643">
                <a:moveTo>
                  <a:pt x="0" y="47643"/>
                </a:moveTo>
                <a:lnTo>
                  <a:pt x="74951" y="0"/>
                </a:lnTo>
                <a:lnTo>
                  <a:pt x="115622" y="26146"/>
                </a:lnTo>
                <a:close/>
              </a:path>
            </a:pathLst>
          </a:custGeom>
          <a:solidFill>
            <a:srgbClr val="F6D54E"/>
          </a:solidFill>
          <a:ln w="3486">
            <a:solidFill>
              <a:srgbClr val="F6D54E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3" name="Kształt 59"/>
          <p:cNvSpPr/>
          <p:nvPr/>
        </p:nvSpPr>
        <p:spPr>
          <a:xfrm>
            <a:off x="7274342" y="2128025"/>
            <a:ext cx="102840" cy="63912"/>
          </a:xfrm>
          <a:custGeom>
            <a:avLst/>
            <a:gdLst/>
            <a:ahLst/>
            <a:cxnLst/>
            <a:rect l="0" t="0" r="r" b="b"/>
            <a:pathLst>
              <a:path w="102840" h="63912">
                <a:moveTo>
                  <a:pt x="76113" y="0"/>
                </a:moveTo>
                <a:lnTo>
                  <a:pt x="102840" y="63912"/>
                </a:lnTo>
                <a:lnTo>
                  <a:pt x="0" y="52872"/>
                </a:lnTo>
                <a:close/>
              </a:path>
            </a:pathLst>
          </a:custGeom>
          <a:solidFill>
            <a:srgbClr val="EBC231"/>
          </a:solidFill>
          <a:ln w="3486">
            <a:solidFill>
              <a:srgbClr val="EBC231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4" name="Kształt 60"/>
          <p:cNvSpPr/>
          <p:nvPr/>
        </p:nvSpPr>
        <p:spPr>
          <a:xfrm>
            <a:off x="7259817" y="2128025"/>
            <a:ext cx="90638" cy="52872"/>
          </a:xfrm>
          <a:custGeom>
            <a:avLst/>
            <a:gdLst/>
            <a:ahLst/>
            <a:cxnLst/>
            <a:rect l="0" t="0" r="r" b="b"/>
            <a:pathLst>
              <a:path w="90638" h="52872">
                <a:moveTo>
                  <a:pt x="90638" y="0"/>
                </a:moveTo>
                <a:lnTo>
                  <a:pt x="14525" y="52872"/>
                </a:lnTo>
                <a:lnTo>
                  <a:pt x="0" y="16849"/>
                </a:lnTo>
                <a:close/>
              </a:path>
            </a:pathLst>
          </a:custGeom>
          <a:solidFill>
            <a:srgbClr val="EEC634"/>
          </a:solidFill>
          <a:ln w="3486">
            <a:solidFill>
              <a:srgbClr val="EEC634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5" name="Kształt 61"/>
          <p:cNvSpPr/>
          <p:nvPr/>
        </p:nvSpPr>
        <p:spPr>
          <a:xfrm>
            <a:off x="7144195" y="2144874"/>
            <a:ext cx="130147" cy="36023"/>
          </a:xfrm>
          <a:custGeom>
            <a:avLst/>
            <a:gdLst/>
            <a:ahLst/>
            <a:cxnLst/>
            <a:rect l="0" t="0" r="r" b="b"/>
            <a:pathLst>
              <a:path w="130147" h="36023">
                <a:moveTo>
                  <a:pt x="0" y="21498"/>
                </a:moveTo>
                <a:lnTo>
                  <a:pt x="115622" y="0"/>
                </a:lnTo>
                <a:lnTo>
                  <a:pt x="130147" y="36023"/>
                </a:lnTo>
                <a:close/>
              </a:path>
            </a:pathLst>
          </a:custGeom>
          <a:solidFill>
            <a:srgbClr val="F5D44B"/>
          </a:solidFill>
          <a:ln w="3486">
            <a:solidFill>
              <a:srgbClr val="F5D44B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6" name="Kształt 62"/>
          <p:cNvSpPr/>
          <p:nvPr/>
        </p:nvSpPr>
        <p:spPr>
          <a:xfrm>
            <a:off x="6633483" y="2494064"/>
            <a:ext cx="2138133" cy="244026"/>
          </a:xfrm>
          <a:custGeom>
            <a:avLst/>
            <a:gdLst/>
            <a:ahLst/>
            <a:cxnLst/>
            <a:rect l="0" t="0" r="r" b="b"/>
            <a:pathLst>
              <a:path w="2138133" h="244026">
                <a:moveTo>
                  <a:pt x="46481" y="0"/>
                </a:moveTo>
                <a:lnTo>
                  <a:pt x="2091652" y="0"/>
                </a:lnTo>
                <a:lnTo>
                  <a:pt x="2138133" y="244026"/>
                </a:lnTo>
                <a:lnTo>
                  <a:pt x="0" y="244026"/>
                </a:lnTo>
                <a:close/>
              </a:path>
            </a:pathLst>
          </a:custGeom>
          <a:solidFill>
            <a:srgbClr val="E9E0CB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7" name="Kształt 63"/>
          <p:cNvSpPr/>
          <p:nvPr/>
        </p:nvSpPr>
        <p:spPr>
          <a:xfrm>
            <a:off x="6679964" y="2494064"/>
            <a:ext cx="2045171" cy="34861"/>
          </a:xfrm>
          <a:custGeom>
            <a:avLst/>
            <a:gdLst/>
            <a:ahLst/>
            <a:cxnLst/>
            <a:rect l="0" t="0" r="r" b="b"/>
            <a:pathLst>
              <a:path w="2045171" h="34861">
                <a:moveTo>
                  <a:pt x="0" y="0"/>
                </a:moveTo>
                <a:lnTo>
                  <a:pt x="2045171" y="0"/>
                </a:lnTo>
                <a:lnTo>
                  <a:pt x="2045171" y="34861"/>
                </a:lnTo>
                <a:lnTo>
                  <a:pt x="0" y="34861"/>
                </a:lnTo>
                <a:close/>
              </a:path>
            </a:pathLst>
          </a:custGeom>
          <a:solidFill>
            <a:srgbClr val="FBF6E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8" name="Kształt 64"/>
          <p:cNvSpPr/>
          <p:nvPr/>
        </p:nvSpPr>
        <p:spPr>
          <a:xfrm>
            <a:off x="7528245" y="2598647"/>
            <a:ext cx="348609" cy="46481"/>
          </a:xfrm>
          <a:custGeom>
            <a:avLst/>
            <a:gdLst/>
            <a:ahLst/>
            <a:cxnLst/>
            <a:rect l="0" t="0" r="r" b="b"/>
            <a:pathLst>
              <a:path w="348609" h="46481">
                <a:moveTo>
                  <a:pt x="0" y="0"/>
                </a:moveTo>
                <a:lnTo>
                  <a:pt x="348609" y="0"/>
                </a:lnTo>
                <a:lnTo>
                  <a:pt x="325368" y="46481"/>
                </a:lnTo>
                <a:lnTo>
                  <a:pt x="23241" y="46481"/>
                </a:lnTo>
                <a:close/>
              </a:path>
            </a:pathLst>
          </a:custGeom>
          <a:solidFill>
            <a:srgbClr val="CFC2A6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9" name="Tekst: Brakujący produkt spożywczy · 1"/>
          <p:cNvSpPr txBox="1"/>
          <p:nvPr/>
        </p:nvSpPr>
        <p:spPr>
          <a:xfrm>
            <a:off x="6680200" y="2865685"/>
            <a:ext cx="204470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400" kern="100" spc="-14" dirty="0">
                <a:solidFill>
                  <a:srgbClr val="FFFFFF"/>
                </a:solidFill>
                <a:latin typeface="Lato Black"/>
                <a:cs typeface="Lato Black"/>
              </a:rPr>
              <a:t>Brakujący produkt</a:t>
            </a:r>
            <a:endParaRPr lang="pl-PL" sz="1400" kern="100" spc="-14" dirty="0">
              <a:solidFill>
                <a:srgbClr val="FFFFFF"/>
              </a:solidFill>
              <a:latin typeface="Lato Black"/>
              <a:cs typeface="Lato Black"/>
            </a:endParaRPr>
          </a:p>
        </p:txBody>
      </p:sp>
      <p:sp>
        <p:nvSpPr>
          <p:cNvPr id="70" name="Tekst: Brakujący produkt spożywczy · 2"/>
          <p:cNvSpPr txBox="1"/>
          <p:nvPr/>
        </p:nvSpPr>
        <p:spPr>
          <a:xfrm>
            <a:off x="6680200" y="3079045"/>
            <a:ext cx="204470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400" kern="100" spc="-14" dirty="0">
                <a:solidFill>
                  <a:srgbClr val="FFFFFF"/>
                </a:solidFill>
                <a:latin typeface="Lato Black"/>
                <a:cs typeface="Lato Black"/>
              </a:rPr>
              <a:t>spożywczy</a:t>
            </a:r>
            <a:endParaRPr lang="pl-PL" sz="1400" kern="100" spc="-14" dirty="0">
              <a:solidFill>
                <a:srgbClr val="FFFFFF"/>
              </a:solidFill>
              <a:latin typeface="Lato Black"/>
              <a:cs typeface="Lato Black"/>
            </a:endParaRPr>
          </a:p>
        </p:txBody>
      </p:sp>
      <p:sp>
        <p:nvSpPr>
          <p:cNvPr id="71" name="Kształt 65"/>
          <p:cNvSpPr/>
          <p:nvPr/>
        </p:nvSpPr>
        <p:spPr>
          <a:xfrm>
            <a:off x="9042400" y="1112465"/>
            <a:ext cx="2324100" cy="2330450"/>
          </a:xfrm>
          <a:prstGeom prst="roundRect">
            <a:avLst>
              <a:gd name="adj" fmla="val 6011"/>
            </a:avLst>
          </a:prstGeom>
          <a:solidFill>
            <a:srgbClr val="151515"/>
          </a:solidFill>
          <a:ln>
            <a:noFill/>
          </a:ln>
          <a:effectLst>
            <a:outerShdw blurRad="317500" dist="114300" dir="5400000" algn="ctr" rotWithShape="0">
              <a:srgbClr val="000000">
                <a:alpha val="6000"/>
              </a:srgbClr>
            </a:outerShdw>
          </a:effectLst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2" name="Kształt 66"/>
          <p:cNvSpPr/>
          <p:nvPr/>
        </p:nvSpPr>
        <p:spPr>
          <a:xfrm>
            <a:off x="9042421" y="1111250"/>
            <a:ext cx="2324057" cy="1626840"/>
          </a:xfrm>
          <a:custGeom>
            <a:avLst/>
            <a:gdLst/>
            <a:ahLst/>
            <a:cxnLst/>
            <a:rect l="0" t="0" r="r" b="b"/>
            <a:pathLst>
              <a:path w="2324057" h="1626840">
                <a:moveTo>
                  <a:pt x="0" y="0"/>
                </a:moveTo>
                <a:lnTo>
                  <a:pt x="2324057" y="0"/>
                </a:lnTo>
                <a:lnTo>
                  <a:pt x="2324057" y="1626840"/>
                </a:lnTo>
                <a:lnTo>
                  <a:pt x="0" y="1626840"/>
                </a:lnTo>
                <a:close/>
              </a:path>
            </a:pathLst>
          </a:custGeom>
          <a:solidFill>
            <a:srgbClr val="E6EEF0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3" name="Kształt 67"/>
          <p:cNvSpPr/>
          <p:nvPr/>
        </p:nvSpPr>
        <p:spPr>
          <a:xfrm>
            <a:off x="10030146" y="1111250"/>
            <a:ext cx="871522" cy="987724"/>
          </a:xfrm>
          <a:custGeom>
            <a:avLst/>
            <a:gdLst/>
            <a:ahLst/>
            <a:cxnLst/>
            <a:rect l="0" t="0" r="r" b="b"/>
            <a:pathLst>
              <a:path w="871522" h="987724">
                <a:moveTo>
                  <a:pt x="464811" y="0"/>
                </a:moveTo>
                <a:lnTo>
                  <a:pt x="871522" y="0"/>
                </a:lnTo>
                <a:lnTo>
                  <a:pt x="406710" y="987724"/>
                </a:lnTo>
                <a:lnTo>
                  <a:pt x="0" y="987724"/>
                </a:lnTo>
                <a:close/>
              </a:path>
            </a:pathLst>
          </a:custGeom>
          <a:solidFill>
            <a:srgbClr val="EEF4F6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4" name="Kształt 68"/>
          <p:cNvSpPr/>
          <p:nvPr/>
        </p:nvSpPr>
        <p:spPr>
          <a:xfrm>
            <a:off x="9042421" y="2040873"/>
            <a:ext cx="2324057" cy="697217"/>
          </a:xfrm>
          <a:custGeom>
            <a:avLst/>
            <a:gdLst/>
            <a:ahLst/>
            <a:cxnLst/>
            <a:rect l="0" t="0" r="r" b="b"/>
            <a:pathLst>
              <a:path w="2324057" h="697217">
                <a:moveTo>
                  <a:pt x="0" y="104583"/>
                </a:moveTo>
                <a:lnTo>
                  <a:pt x="2324057" y="0"/>
                </a:lnTo>
                <a:lnTo>
                  <a:pt x="2324057" y="697217"/>
                </a:lnTo>
                <a:lnTo>
                  <a:pt x="0" y="697217"/>
                </a:lnTo>
                <a:close/>
              </a:path>
            </a:pathLst>
          </a:custGeom>
          <a:solidFill>
            <a:srgbClr val="D6A77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5" name="Kształt 69"/>
          <p:cNvSpPr/>
          <p:nvPr/>
        </p:nvSpPr>
        <p:spPr>
          <a:xfrm>
            <a:off x="9042421" y="2040873"/>
            <a:ext cx="2324057" cy="151064"/>
          </a:xfrm>
          <a:custGeom>
            <a:avLst/>
            <a:gdLst/>
            <a:ahLst/>
            <a:cxnLst/>
            <a:rect l="0" t="0" r="r" b="b"/>
            <a:pathLst>
              <a:path w="2324057" h="151064">
                <a:moveTo>
                  <a:pt x="0" y="104583"/>
                </a:moveTo>
                <a:lnTo>
                  <a:pt x="2324057" y="0"/>
                </a:lnTo>
                <a:lnTo>
                  <a:pt x="2324057" y="46481"/>
                </a:lnTo>
                <a:lnTo>
                  <a:pt x="0" y="151064"/>
                </a:lnTo>
                <a:close/>
              </a:path>
            </a:pathLst>
          </a:custGeom>
          <a:solidFill>
            <a:srgbClr val="E4BB8C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6" name="Kształt 70"/>
          <p:cNvSpPr/>
          <p:nvPr/>
        </p:nvSpPr>
        <p:spPr>
          <a:xfrm>
            <a:off x="9274827" y="1645783"/>
            <a:ext cx="313748" cy="569394"/>
          </a:xfrm>
          <a:custGeom>
            <a:avLst/>
            <a:gdLst/>
            <a:ahLst/>
            <a:cxnLst/>
            <a:rect l="0" t="0" r="r" b="b"/>
            <a:pathLst>
              <a:path w="313748" h="569394">
                <a:moveTo>
                  <a:pt x="0" y="0"/>
                </a:moveTo>
                <a:lnTo>
                  <a:pt x="313748" y="0"/>
                </a:lnTo>
                <a:lnTo>
                  <a:pt x="278887" y="569394"/>
                </a:lnTo>
                <a:lnTo>
                  <a:pt x="34861" y="569394"/>
                </a:lnTo>
                <a:close/>
              </a:path>
            </a:pathLst>
          </a:custGeom>
          <a:solidFill>
            <a:srgbClr val="D6E9F2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7" name="Kształt 71"/>
          <p:cNvSpPr/>
          <p:nvPr/>
        </p:nvSpPr>
        <p:spPr>
          <a:xfrm>
            <a:off x="9292257" y="1820087"/>
            <a:ext cx="278887" cy="395090"/>
          </a:xfrm>
          <a:custGeom>
            <a:avLst/>
            <a:gdLst/>
            <a:ahLst/>
            <a:cxnLst/>
            <a:rect l="0" t="0" r="r" b="b"/>
            <a:pathLst>
              <a:path w="278887" h="395090">
                <a:moveTo>
                  <a:pt x="0" y="0"/>
                </a:moveTo>
                <a:lnTo>
                  <a:pt x="278887" y="0"/>
                </a:lnTo>
                <a:lnTo>
                  <a:pt x="261456" y="395090"/>
                </a:lnTo>
                <a:lnTo>
                  <a:pt x="17430" y="395090"/>
                </a:lnTo>
                <a:close/>
              </a:path>
            </a:pathLst>
          </a:custGeom>
          <a:solidFill>
            <a:srgbClr val="A9D0E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8" name="Kształt 72"/>
          <p:cNvSpPr/>
          <p:nvPr/>
        </p:nvSpPr>
        <p:spPr>
          <a:xfrm>
            <a:off x="9332928" y="1680644"/>
            <a:ext cx="58101" cy="488052"/>
          </a:xfrm>
          <a:custGeom>
            <a:avLst/>
            <a:gdLst/>
            <a:ahLst/>
            <a:cxnLst/>
            <a:rect l="0" t="0" r="r" b="b"/>
            <a:pathLst>
              <a:path w="58101" h="488052">
                <a:moveTo>
                  <a:pt x="0" y="0"/>
                </a:moveTo>
                <a:lnTo>
                  <a:pt x="58101" y="0"/>
                </a:lnTo>
                <a:lnTo>
                  <a:pt x="46481" y="488052"/>
                </a:lnTo>
                <a:lnTo>
                  <a:pt x="11620" y="488052"/>
                </a:lnTo>
                <a:close/>
              </a:path>
            </a:pathLst>
          </a:custGeom>
          <a:solidFill>
            <a:srgbClr val="F4FAFD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9" name="Kształt 73"/>
          <p:cNvSpPr/>
          <p:nvPr/>
        </p:nvSpPr>
        <p:spPr>
          <a:xfrm>
            <a:off x="9274827" y="1610922"/>
            <a:ext cx="313748" cy="69722"/>
          </a:xfrm>
          <a:custGeom>
            <a:avLst/>
            <a:gdLst/>
            <a:ahLst/>
            <a:cxnLst/>
            <a:rect l="0" t="0" r="r" b="b"/>
            <a:pathLst>
              <a:path w="313748" h="69722">
                <a:moveTo>
                  <a:pt x="313748" y="34861"/>
                </a:moveTo>
                <a:lnTo>
                  <a:pt x="311424" y="40671"/>
                </a:lnTo>
                <a:lnTo>
                  <a:pt x="304452" y="47062"/>
                </a:lnTo>
                <a:lnTo>
                  <a:pt x="292831" y="52291"/>
                </a:lnTo>
                <a:lnTo>
                  <a:pt x="277144" y="57520"/>
                </a:lnTo>
                <a:lnTo>
                  <a:pt x="257970" y="61588"/>
                </a:lnTo>
                <a:lnTo>
                  <a:pt x="235311" y="65074"/>
                </a:lnTo>
                <a:lnTo>
                  <a:pt x="210327" y="67398"/>
                </a:lnTo>
                <a:lnTo>
                  <a:pt x="184182" y="69141"/>
                </a:lnTo>
                <a:lnTo>
                  <a:pt x="156874" y="69722"/>
                </a:lnTo>
                <a:lnTo>
                  <a:pt x="129566" y="69141"/>
                </a:lnTo>
                <a:lnTo>
                  <a:pt x="103421" y="67398"/>
                </a:lnTo>
                <a:lnTo>
                  <a:pt x="78437" y="65074"/>
                </a:lnTo>
                <a:lnTo>
                  <a:pt x="55777" y="61588"/>
                </a:lnTo>
                <a:lnTo>
                  <a:pt x="36604" y="57520"/>
                </a:lnTo>
                <a:lnTo>
                  <a:pt x="20917" y="52291"/>
                </a:lnTo>
                <a:lnTo>
                  <a:pt x="9296" y="47062"/>
                </a:lnTo>
                <a:lnTo>
                  <a:pt x="2324" y="40671"/>
                </a:lnTo>
                <a:lnTo>
                  <a:pt x="0" y="34861"/>
                </a:lnTo>
                <a:lnTo>
                  <a:pt x="2324" y="29051"/>
                </a:lnTo>
                <a:lnTo>
                  <a:pt x="9296" y="22660"/>
                </a:lnTo>
                <a:lnTo>
                  <a:pt x="20917" y="17430"/>
                </a:lnTo>
                <a:lnTo>
                  <a:pt x="36604" y="12201"/>
                </a:lnTo>
                <a:lnTo>
                  <a:pt x="55777" y="8134"/>
                </a:lnTo>
                <a:lnTo>
                  <a:pt x="78437" y="4648"/>
                </a:lnTo>
                <a:lnTo>
                  <a:pt x="103421" y="2324"/>
                </a:lnTo>
                <a:lnTo>
                  <a:pt x="129566" y="581"/>
                </a:lnTo>
                <a:lnTo>
                  <a:pt x="156874" y="0"/>
                </a:lnTo>
                <a:lnTo>
                  <a:pt x="184182" y="581"/>
                </a:lnTo>
                <a:lnTo>
                  <a:pt x="210327" y="2324"/>
                </a:lnTo>
                <a:lnTo>
                  <a:pt x="235311" y="4648"/>
                </a:lnTo>
                <a:lnTo>
                  <a:pt x="257970" y="8134"/>
                </a:lnTo>
                <a:lnTo>
                  <a:pt x="277144" y="12201"/>
                </a:lnTo>
                <a:lnTo>
                  <a:pt x="292831" y="17430"/>
                </a:lnTo>
                <a:lnTo>
                  <a:pt x="304452" y="22660"/>
                </a:lnTo>
                <a:lnTo>
                  <a:pt x="311424" y="29051"/>
                </a:lnTo>
                <a:close/>
              </a:path>
            </a:pathLst>
          </a:custGeom>
          <a:solidFill>
            <a:srgbClr val="EEF6F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0" name="Kształt 74"/>
          <p:cNvSpPr/>
          <p:nvPr/>
        </p:nvSpPr>
        <p:spPr>
          <a:xfrm>
            <a:off x="10285792" y="1541201"/>
            <a:ext cx="162684" cy="604255"/>
          </a:xfrm>
          <a:custGeom>
            <a:avLst/>
            <a:gdLst/>
            <a:ahLst/>
            <a:cxnLst/>
            <a:rect l="0" t="0" r="r" b="b"/>
            <a:pathLst>
              <a:path w="162684" h="604255">
                <a:moveTo>
                  <a:pt x="0" y="0"/>
                </a:moveTo>
                <a:lnTo>
                  <a:pt x="139443" y="69722"/>
                </a:lnTo>
                <a:lnTo>
                  <a:pt x="162684" y="557774"/>
                </a:lnTo>
                <a:lnTo>
                  <a:pt x="34861" y="604255"/>
                </a:lnTo>
                <a:close/>
              </a:path>
            </a:pathLst>
          </a:custGeom>
          <a:solidFill>
            <a:srgbClr val="DCDCD6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1" name="Kształt 75"/>
          <p:cNvSpPr/>
          <p:nvPr/>
        </p:nvSpPr>
        <p:spPr>
          <a:xfrm>
            <a:off x="9693157" y="1541201"/>
            <a:ext cx="627496" cy="604255"/>
          </a:xfrm>
          <a:custGeom>
            <a:avLst/>
            <a:gdLst/>
            <a:ahLst/>
            <a:cxnLst/>
            <a:rect l="0" t="0" r="r" b="b"/>
            <a:pathLst>
              <a:path w="627496" h="604255">
                <a:moveTo>
                  <a:pt x="34861" y="0"/>
                </a:moveTo>
                <a:lnTo>
                  <a:pt x="592635" y="0"/>
                </a:lnTo>
                <a:lnTo>
                  <a:pt x="627496" y="604255"/>
                </a:lnTo>
                <a:lnTo>
                  <a:pt x="0" y="604255"/>
                </a:lnTo>
                <a:close/>
              </a:path>
            </a:pathLst>
          </a:custGeom>
          <a:solidFill>
            <a:srgbClr val="FBFBF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2" name="Kształt 76"/>
          <p:cNvSpPr/>
          <p:nvPr/>
        </p:nvSpPr>
        <p:spPr>
          <a:xfrm>
            <a:off x="9728018" y="1471479"/>
            <a:ext cx="557774" cy="69722"/>
          </a:xfrm>
          <a:custGeom>
            <a:avLst/>
            <a:gdLst/>
            <a:ahLst/>
            <a:cxnLst/>
            <a:rect l="0" t="0" r="r" b="b"/>
            <a:pathLst>
              <a:path w="557774" h="69722">
                <a:moveTo>
                  <a:pt x="0" y="69722"/>
                </a:moveTo>
                <a:lnTo>
                  <a:pt x="92962" y="0"/>
                </a:lnTo>
                <a:lnTo>
                  <a:pt x="185925" y="69722"/>
                </a:lnTo>
                <a:lnTo>
                  <a:pt x="278887" y="0"/>
                </a:lnTo>
                <a:lnTo>
                  <a:pt x="371849" y="69722"/>
                </a:lnTo>
                <a:lnTo>
                  <a:pt x="464811" y="0"/>
                </a:lnTo>
                <a:lnTo>
                  <a:pt x="557774" y="69722"/>
                </a:lnTo>
                <a:close/>
              </a:path>
            </a:pathLst>
          </a:custGeom>
          <a:solidFill>
            <a:srgbClr val="ECECE6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3" name="Kształt 77"/>
          <p:cNvSpPr/>
          <p:nvPr/>
        </p:nvSpPr>
        <p:spPr>
          <a:xfrm>
            <a:off x="9960424" y="1715505"/>
            <a:ext cx="104583" cy="267267"/>
          </a:xfrm>
          <a:custGeom>
            <a:avLst/>
            <a:gdLst/>
            <a:ahLst/>
            <a:cxnLst/>
            <a:rect l="0" t="0" r="r" b="b"/>
            <a:pathLst>
              <a:path w="104583" h="267267">
                <a:moveTo>
                  <a:pt x="0" y="0"/>
                </a:moveTo>
                <a:lnTo>
                  <a:pt x="104583" y="0"/>
                </a:lnTo>
                <a:lnTo>
                  <a:pt x="104583" y="267267"/>
                </a:lnTo>
                <a:lnTo>
                  <a:pt x="0" y="267267"/>
                </a:lnTo>
                <a:close/>
              </a:path>
            </a:pathLst>
          </a:custGeom>
          <a:solidFill>
            <a:srgbClr val="2F7D5B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4" name="Kształt 78"/>
          <p:cNvSpPr/>
          <p:nvPr/>
        </p:nvSpPr>
        <p:spPr>
          <a:xfrm>
            <a:off x="9879082" y="1796847"/>
            <a:ext cx="267267" cy="104583"/>
          </a:xfrm>
          <a:custGeom>
            <a:avLst/>
            <a:gdLst/>
            <a:ahLst/>
            <a:cxnLst/>
            <a:rect l="0" t="0" r="r" b="b"/>
            <a:pathLst>
              <a:path w="267267" h="104583">
                <a:moveTo>
                  <a:pt x="0" y="0"/>
                </a:moveTo>
                <a:lnTo>
                  <a:pt x="267267" y="0"/>
                </a:lnTo>
                <a:lnTo>
                  <a:pt x="267267" y="104583"/>
                </a:lnTo>
                <a:lnTo>
                  <a:pt x="0" y="104583"/>
                </a:lnTo>
                <a:close/>
              </a:path>
            </a:pathLst>
          </a:custGeom>
          <a:solidFill>
            <a:srgbClr val="2F7D5B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5" name="Kształt 79"/>
          <p:cNvSpPr/>
          <p:nvPr/>
        </p:nvSpPr>
        <p:spPr>
          <a:xfrm>
            <a:off x="10413615" y="2238418"/>
            <a:ext cx="557774" cy="290507"/>
          </a:xfrm>
          <a:custGeom>
            <a:avLst/>
            <a:gdLst/>
            <a:ahLst/>
            <a:cxnLst/>
            <a:rect l="0" t="0" r="r" b="b"/>
            <a:pathLst>
              <a:path w="557774" h="290507">
                <a:moveTo>
                  <a:pt x="0" y="69722"/>
                </a:moveTo>
                <a:lnTo>
                  <a:pt x="476432" y="0"/>
                </a:lnTo>
                <a:lnTo>
                  <a:pt x="557774" y="220785"/>
                </a:lnTo>
                <a:lnTo>
                  <a:pt x="81342" y="290507"/>
                </a:lnTo>
                <a:close/>
              </a:path>
            </a:pathLst>
          </a:custGeom>
          <a:solidFill>
            <a:srgbClr val="D3D8D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6" name="Kształt 80"/>
          <p:cNvSpPr/>
          <p:nvPr/>
        </p:nvSpPr>
        <p:spPr>
          <a:xfrm>
            <a:off x="10413615" y="2238418"/>
            <a:ext cx="517103" cy="180114"/>
          </a:xfrm>
          <a:custGeom>
            <a:avLst/>
            <a:gdLst/>
            <a:ahLst/>
            <a:cxnLst/>
            <a:rect l="0" t="0" r="r" b="b"/>
            <a:pathLst>
              <a:path w="517103" h="180114">
                <a:moveTo>
                  <a:pt x="0" y="69722"/>
                </a:moveTo>
                <a:lnTo>
                  <a:pt x="476432" y="0"/>
                </a:lnTo>
                <a:lnTo>
                  <a:pt x="517103" y="110393"/>
                </a:lnTo>
                <a:lnTo>
                  <a:pt x="40671" y="180114"/>
                </a:lnTo>
                <a:close/>
              </a:path>
            </a:pathLst>
          </a:custGeom>
          <a:solidFill>
            <a:srgbClr val="E6E9ED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7" name="Kształt 81"/>
          <p:cNvSpPr/>
          <p:nvPr/>
        </p:nvSpPr>
        <p:spPr>
          <a:xfrm>
            <a:off x="10447314" y="2319760"/>
            <a:ext cx="92962" cy="69722"/>
          </a:xfrm>
          <a:custGeom>
            <a:avLst/>
            <a:gdLst/>
            <a:ahLst/>
            <a:cxnLst/>
            <a:rect l="0" t="0" r="r" b="b"/>
            <a:pathLst>
              <a:path w="92962" h="69722">
                <a:moveTo>
                  <a:pt x="92962" y="34861"/>
                </a:moveTo>
                <a:lnTo>
                  <a:pt x="91800" y="40671"/>
                </a:lnTo>
                <a:lnTo>
                  <a:pt x="90057" y="47062"/>
                </a:lnTo>
                <a:lnTo>
                  <a:pt x="86571" y="52291"/>
                </a:lnTo>
                <a:lnTo>
                  <a:pt x="81923" y="57520"/>
                </a:lnTo>
                <a:lnTo>
                  <a:pt x="76113" y="61588"/>
                </a:lnTo>
                <a:lnTo>
                  <a:pt x="69722" y="65074"/>
                </a:lnTo>
                <a:lnTo>
                  <a:pt x="62169" y="67398"/>
                </a:lnTo>
                <a:lnTo>
                  <a:pt x="54034" y="69141"/>
                </a:lnTo>
                <a:lnTo>
                  <a:pt x="46481" y="69722"/>
                </a:lnTo>
                <a:lnTo>
                  <a:pt x="38347" y="69141"/>
                </a:lnTo>
                <a:lnTo>
                  <a:pt x="30213" y="67398"/>
                </a:lnTo>
                <a:lnTo>
                  <a:pt x="23241" y="65074"/>
                </a:lnTo>
                <a:lnTo>
                  <a:pt x="16268" y="61588"/>
                </a:lnTo>
                <a:lnTo>
                  <a:pt x="10458" y="57520"/>
                </a:lnTo>
                <a:lnTo>
                  <a:pt x="5810" y="52291"/>
                </a:lnTo>
                <a:lnTo>
                  <a:pt x="2324" y="47062"/>
                </a:lnTo>
                <a:lnTo>
                  <a:pt x="581" y="40671"/>
                </a:lnTo>
                <a:lnTo>
                  <a:pt x="0" y="34861"/>
                </a:lnTo>
                <a:lnTo>
                  <a:pt x="581" y="29051"/>
                </a:lnTo>
                <a:lnTo>
                  <a:pt x="2324" y="22660"/>
                </a:lnTo>
                <a:lnTo>
                  <a:pt x="5810" y="17430"/>
                </a:lnTo>
                <a:lnTo>
                  <a:pt x="10458" y="12201"/>
                </a:lnTo>
                <a:lnTo>
                  <a:pt x="16268" y="8134"/>
                </a:lnTo>
                <a:lnTo>
                  <a:pt x="23241" y="4648"/>
                </a:lnTo>
                <a:lnTo>
                  <a:pt x="30213" y="2324"/>
                </a:lnTo>
                <a:lnTo>
                  <a:pt x="38347" y="581"/>
                </a:lnTo>
                <a:lnTo>
                  <a:pt x="46481" y="0"/>
                </a:lnTo>
                <a:lnTo>
                  <a:pt x="54034" y="581"/>
                </a:lnTo>
                <a:lnTo>
                  <a:pt x="62169" y="2324"/>
                </a:lnTo>
                <a:lnTo>
                  <a:pt x="69722" y="4648"/>
                </a:lnTo>
                <a:lnTo>
                  <a:pt x="76113" y="8134"/>
                </a:lnTo>
                <a:lnTo>
                  <a:pt x="81923" y="12201"/>
                </a:lnTo>
                <a:lnTo>
                  <a:pt x="86571" y="17430"/>
                </a:lnTo>
                <a:lnTo>
                  <a:pt x="90057" y="22660"/>
                </a:lnTo>
                <a:lnTo>
                  <a:pt x="91800" y="29051"/>
                </a:lnTo>
                <a:close/>
              </a:path>
            </a:pathLst>
          </a:custGeom>
          <a:solidFill>
            <a:srgbClr val="FFFFFF"/>
          </a:solidFill>
          <a:ln w="8715">
            <a:solidFill>
              <a:srgbClr val="BCC2CA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8" name="Kształt 82"/>
          <p:cNvSpPr/>
          <p:nvPr/>
        </p:nvSpPr>
        <p:spPr>
          <a:xfrm>
            <a:off x="10487985" y="2430152"/>
            <a:ext cx="92962" cy="69722"/>
          </a:xfrm>
          <a:custGeom>
            <a:avLst/>
            <a:gdLst/>
            <a:ahLst/>
            <a:cxnLst/>
            <a:rect l="0" t="0" r="r" b="b"/>
            <a:pathLst>
              <a:path w="92962" h="69722">
                <a:moveTo>
                  <a:pt x="92962" y="34861"/>
                </a:moveTo>
                <a:lnTo>
                  <a:pt x="91800" y="40671"/>
                </a:lnTo>
                <a:lnTo>
                  <a:pt x="90057" y="47062"/>
                </a:lnTo>
                <a:lnTo>
                  <a:pt x="86571" y="52291"/>
                </a:lnTo>
                <a:lnTo>
                  <a:pt x="81923" y="57520"/>
                </a:lnTo>
                <a:lnTo>
                  <a:pt x="76113" y="61588"/>
                </a:lnTo>
                <a:lnTo>
                  <a:pt x="69722" y="65074"/>
                </a:lnTo>
                <a:lnTo>
                  <a:pt x="62169" y="67398"/>
                </a:lnTo>
                <a:lnTo>
                  <a:pt x="54034" y="69141"/>
                </a:lnTo>
                <a:lnTo>
                  <a:pt x="46481" y="69722"/>
                </a:lnTo>
                <a:lnTo>
                  <a:pt x="38347" y="69141"/>
                </a:lnTo>
                <a:lnTo>
                  <a:pt x="30213" y="67398"/>
                </a:lnTo>
                <a:lnTo>
                  <a:pt x="23241" y="65074"/>
                </a:lnTo>
                <a:lnTo>
                  <a:pt x="16268" y="61588"/>
                </a:lnTo>
                <a:lnTo>
                  <a:pt x="10458" y="57520"/>
                </a:lnTo>
                <a:lnTo>
                  <a:pt x="5810" y="52291"/>
                </a:lnTo>
                <a:lnTo>
                  <a:pt x="2324" y="47062"/>
                </a:lnTo>
                <a:lnTo>
                  <a:pt x="581" y="40671"/>
                </a:lnTo>
                <a:lnTo>
                  <a:pt x="0" y="34861"/>
                </a:lnTo>
                <a:lnTo>
                  <a:pt x="581" y="29051"/>
                </a:lnTo>
                <a:lnTo>
                  <a:pt x="2324" y="22660"/>
                </a:lnTo>
                <a:lnTo>
                  <a:pt x="5810" y="17430"/>
                </a:lnTo>
                <a:lnTo>
                  <a:pt x="10458" y="12201"/>
                </a:lnTo>
                <a:lnTo>
                  <a:pt x="16268" y="8134"/>
                </a:lnTo>
                <a:lnTo>
                  <a:pt x="23241" y="4648"/>
                </a:lnTo>
                <a:lnTo>
                  <a:pt x="30213" y="2324"/>
                </a:lnTo>
                <a:lnTo>
                  <a:pt x="38347" y="581"/>
                </a:lnTo>
                <a:lnTo>
                  <a:pt x="46481" y="0"/>
                </a:lnTo>
                <a:lnTo>
                  <a:pt x="54034" y="581"/>
                </a:lnTo>
                <a:lnTo>
                  <a:pt x="62169" y="2324"/>
                </a:lnTo>
                <a:lnTo>
                  <a:pt x="69722" y="4648"/>
                </a:lnTo>
                <a:lnTo>
                  <a:pt x="76113" y="8134"/>
                </a:lnTo>
                <a:lnTo>
                  <a:pt x="81923" y="12201"/>
                </a:lnTo>
                <a:lnTo>
                  <a:pt x="86571" y="17430"/>
                </a:lnTo>
                <a:lnTo>
                  <a:pt x="90057" y="22660"/>
                </a:lnTo>
                <a:lnTo>
                  <a:pt x="91800" y="29051"/>
                </a:lnTo>
                <a:close/>
              </a:path>
            </a:pathLst>
          </a:custGeom>
          <a:solidFill>
            <a:srgbClr val="FFFFFF"/>
          </a:solidFill>
          <a:ln w="8715">
            <a:solidFill>
              <a:srgbClr val="BCC2CA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9" name="Kształt 83"/>
          <p:cNvSpPr/>
          <p:nvPr/>
        </p:nvSpPr>
        <p:spPr>
          <a:xfrm>
            <a:off x="10566422" y="2302329"/>
            <a:ext cx="92962" cy="69722"/>
          </a:xfrm>
          <a:custGeom>
            <a:avLst/>
            <a:gdLst/>
            <a:ahLst/>
            <a:cxnLst/>
            <a:rect l="0" t="0" r="r" b="b"/>
            <a:pathLst>
              <a:path w="92962" h="69722">
                <a:moveTo>
                  <a:pt x="92962" y="34861"/>
                </a:moveTo>
                <a:lnTo>
                  <a:pt x="91800" y="40671"/>
                </a:lnTo>
                <a:lnTo>
                  <a:pt x="90057" y="47062"/>
                </a:lnTo>
                <a:lnTo>
                  <a:pt x="86571" y="52291"/>
                </a:lnTo>
                <a:lnTo>
                  <a:pt x="81923" y="57520"/>
                </a:lnTo>
                <a:lnTo>
                  <a:pt x="76113" y="61588"/>
                </a:lnTo>
                <a:lnTo>
                  <a:pt x="69722" y="65074"/>
                </a:lnTo>
                <a:lnTo>
                  <a:pt x="62169" y="67398"/>
                </a:lnTo>
                <a:lnTo>
                  <a:pt x="54034" y="69141"/>
                </a:lnTo>
                <a:lnTo>
                  <a:pt x="46481" y="69722"/>
                </a:lnTo>
                <a:lnTo>
                  <a:pt x="38347" y="69141"/>
                </a:lnTo>
                <a:lnTo>
                  <a:pt x="30213" y="67398"/>
                </a:lnTo>
                <a:lnTo>
                  <a:pt x="23241" y="65074"/>
                </a:lnTo>
                <a:lnTo>
                  <a:pt x="16268" y="61588"/>
                </a:lnTo>
                <a:lnTo>
                  <a:pt x="10458" y="57520"/>
                </a:lnTo>
                <a:lnTo>
                  <a:pt x="5810" y="52291"/>
                </a:lnTo>
                <a:lnTo>
                  <a:pt x="2324" y="47062"/>
                </a:lnTo>
                <a:lnTo>
                  <a:pt x="581" y="40671"/>
                </a:lnTo>
                <a:lnTo>
                  <a:pt x="0" y="34861"/>
                </a:lnTo>
                <a:lnTo>
                  <a:pt x="581" y="29051"/>
                </a:lnTo>
                <a:lnTo>
                  <a:pt x="2324" y="22660"/>
                </a:lnTo>
                <a:lnTo>
                  <a:pt x="5810" y="17430"/>
                </a:lnTo>
                <a:lnTo>
                  <a:pt x="10458" y="12201"/>
                </a:lnTo>
                <a:lnTo>
                  <a:pt x="16268" y="8134"/>
                </a:lnTo>
                <a:lnTo>
                  <a:pt x="23241" y="4648"/>
                </a:lnTo>
                <a:lnTo>
                  <a:pt x="30213" y="2324"/>
                </a:lnTo>
                <a:lnTo>
                  <a:pt x="38347" y="581"/>
                </a:lnTo>
                <a:lnTo>
                  <a:pt x="46481" y="0"/>
                </a:lnTo>
                <a:lnTo>
                  <a:pt x="54034" y="581"/>
                </a:lnTo>
                <a:lnTo>
                  <a:pt x="62169" y="2324"/>
                </a:lnTo>
                <a:lnTo>
                  <a:pt x="69722" y="4648"/>
                </a:lnTo>
                <a:lnTo>
                  <a:pt x="76113" y="8134"/>
                </a:lnTo>
                <a:lnTo>
                  <a:pt x="81923" y="12201"/>
                </a:lnTo>
                <a:lnTo>
                  <a:pt x="86571" y="17430"/>
                </a:lnTo>
                <a:lnTo>
                  <a:pt x="90057" y="22660"/>
                </a:lnTo>
                <a:lnTo>
                  <a:pt x="91800" y="29051"/>
                </a:lnTo>
                <a:close/>
              </a:path>
            </a:pathLst>
          </a:custGeom>
          <a:solidFill>
            <a:srgbClr val="FFFFFF"/>
          </a:solidFill>
          <a:ln w="8715">
            <a:solidFill>
              <a:srgbClr val="BCC2CA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0" name="Kształt 84"/>
          <p:cNvSpPr/>
          <p:nvPr/>
        </p:nvSpPr>
        <p:spPr>
          <a:xfrm>
            <a:off x="10607093" y="2412722"/>
            <a:ext cx="92962" cy="69722"/>
          </a:xfrm>
          <a:custGeom>
            <a:avLst/>
            <a:gdLst/>
            <a:ahLst/>
            <a:cxnLst/>
            <a:rect l="0" t="0" r="r" b="b"/>
            <a:pathLst>
              <a:path w="92962" h="69722">
                <a:moveTo>
                  <a:pt x="92962" y="34861"/>
                </a:moveTo>
                <a:lnTo>
                  <a:pt x="91800" y="40671"/>
                </a:lnTo>
                <a:lnTo>
                  <a:pt x="90057" y="47062"/>
                </a:lnTo>
                <a:lnTo>
                  <a:pt x="86571" y="52291"/>
                </a:lnTo>
                <a:lnTo>
                  <a:pt x="81923" y="57520"/>
                </a:lnTo>
                <a:lnTo>
                  <a:pt x="76113" y="61588"/>
                </a:lnTo>
                <a:lnTo>
                  <a:pt x="69722" y="65074"/>
                </a:lnTo>
                <a:lnTo>
                  <a:pt x="62169" y="67398"/>
                </a:lnTo>
                <a:lnTo>
                  <a:pt x="54034" y="69141"/>
                </a:lnTo>
                <a:lnTo>
                  <a:pt x="46481" y="69722"/>
                </a:lnTo>
                <a:lnTo>
                  <a:pt x="38347" y="69141"/>
                </a:lnTo>
                <a:lnTo>
                  <a:pt x="30213" y="67398"/>
                </a:lnTo>
                <a:lnTo>
                  <a:pt x="23241" y="65074"/>
                </a:lnTo>
                <a:lnTo>
                  <a:pt x="16268" y="61588"/>
                </a:lnTo>
                <a:lnTo>
                  <a:pt x="10458" y="57520"/>
                </a:lnTo>
                <a:lnTo>
                  <a:pt x="5810" y="52291"/>
                </a:lnTo>
                <a:lnTo>
                  <a:pt x="2324" y="47062"/>
                </a:lnTo>
                <a:lnTo>
                  <a:pt x="581" y="40671"/>
                </a:lnTo>
                <a:lnTo>
                  <a:pt x="0" y="34861"/>
                </a:lnTo>
                <a:lnTo>
                  <a:pt x="581" y="29051"/>
                </a:lnTo>
                <a:lnTo>
                  <a:pt x="2324" y="22660"/>
                </a:lnTo>
                <a:lnTo>
                  <a:pt x="5810" y="17430"/>
                </a:lnTo>
                <a:lnTo>
                  <a:pt x="10458" y="12201"/>
                </a:lnTo>
                <a:lnTo>
                  <a:pt x="16268" y="8134"/>
                </a:lnTo>
                <a:lnTo>
                  <a:pt x="23241" y="4648"/>
                </a:lnTo>
                <a:lnTo>
                  <a:pt x="30213" y="2324"/>
                </a:lnTo>
                <a:lnTo>
                  <a:pt x="38347" y="581"/>
                </a:lnTo>
                <a:lnTo>
                  <a:pt x="46481" y="0"/>
                </a:lnTo>
                <a:lnTo>
                  <a:pt x="54034" y="581"/>
                </a:lnTo>
                <a:lnTo>
                  <a:pt x="62169" y="2324"/>
                </a:lnTo>
                <a:lnTo>
                  <a:pt x="69722" y="4648"/>
                </a:lnTo>
                <a:lnTo>
                  <a:pt x="76113" y="8134"/>
                </a:lnTo>
                <a:lnTo>
                  <a:pt x="81923" y="12201"/>
                </a:lnTo>
                <a:lnTo>
                  <a:pt x="86571" y="17430"/>
                </a:lnTo>
                <a:lnTo>
                  <a:pt x="90057" y="22660"/>
                </a:lnTo>
                <a:lnTo>
                  <a:pt x="91800" y="29051"/>
                </a:lnTo>
                <a:close/>
              </a:path>
            </a:pathLst>
          </a:custGeom>
          <a:solidFill>
            <a:srgbClr val="FFFFFF"/>
          </a:solidFill>
          <a:ln w="8715">
            <a:solidFill>
              <a:srgbClr val="BCC2CA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1" name="Kształt 85"/>
          <p:cNvSpPr/>
          <p:nvPr/>
        </p:nvSpPr>
        <p:spPr>
          <a:xfrm>
            <a:off x="10685530" y="2284899"/>
            <a:ext cx="92962" cy="69722"/>
          </a:xfrm>
          <a:custGeom>
            <a:avLst/>
            <a:gdLst/>
            <a:ahLst/>
            <a:cxnLst/>
            <a:rect l="0" t="0" r="r" b="b"/>
            <a:pathLst>
              <a:path w="92962" h="69722">
                <a:moveTo>
                  <a:pt x="92962" y="34861"/>
                </a:moveTo>
                <a:lnTo>
                  <a:pt x="91800" y="40671"/>
                </a:lnTo>
                <a:lnTo>
                  <a:pt x="90057" y="47062"/>
                </a:lnTo>
                <a:lnTo>
                  <a:pt x="86571" y="52291"/>
                </a:lnTo>
                <a:lnTo>
                  <a:pt x="81923" y="57520"/>
                </a:lnTo>
                <a:lnTo>
                  <a:pt x="76113" y="61588"/>
                </a:lnTo>
                <a:lnTo>
                  <a:pt x="69722" y="65074"/>
                </a:lnTo>
                <a:lnTo>
                  <a:pt x="62169" y="67398"/>
                </a:lnTo>
                <a:lnTo>
                  <a:pt x="54034" y="69141"/>
                </a:lnTo>
                <a:lnTo>
                  <a:pt x="46481" y="69722"/>
                </a:lnTo>
                <a:lnTo>
                  <a:pt x="38347" y="69141"/>
                </a:lnTo>
                <a:lnTo>
                  <a:pt x="30213" y="67398"/>
                </a:lnTo>
                <a:lnTo>
                  <a:pt x="23241" y="65074"/>
                </a:lnTo>
                <a:lnTo>
                  <a:pt x="16268" y="61588"/>
                </a:lnTo>
                <a:lnTo>
                  <a:pt x="10458" y="57520"/>
                </a:lnTo>
                <a:lnTo>
                  <a:pt x="5810" y="52291"/>
                </a:lnTo>
                <a:lnTo>
                  <a:pt x="2324" y="47062"/>
                </a:lnTo>
                <a:lnTo>
                  <a:pt x="581" y="40671"/>
                </a:lnTo>
                <a:lnTo>
                  <a:pt x="0" y="34861"/>
                </a:lnTo>
                <a:lnTo>
                  <a:pt x="581" y="29051"/>
                </a:lnTo>
                <a:lnTo>
                  <a:pt x="2324" y="22660"/>
                </a:lnTo>
                <a:lnTo>
                  <a:pt x="5810" y="17430"/>
                </a:lnTo>
                <a:lnTo>
                  <a:pt x="10458" y="12201"/>
                </a:lnTo>
                <a:lnTo>
                  <a:pt x="16268" y="8134"/>
                </a:lnTo>
                <a:lnTo>
                  <a:pt x="23241" y="4648"/>
                </a:lnTo>
                <a:lnTo>
                  <a:pt x="30213" y="2324"/>
                </a:lnTo>
                <a:lnTo>
                  <a:pt x="38347" y="581"/>
                </a:lnTo>
                <a:lnTo>
                  <a:pt x="46481" y="0"/>
                </a:lnTo>
                <a:lnTo>
                  <a:pt x="54034" y="581"/>
                </a:lnTo>
                <a:lnTo>
                  <a:pt x="62169" y="2324"/>
                </a:lnTo>
                <a:lnTo>
                  <a:pt x="69722" y="4648"/>
                </a:lnTo>
                <a:lnTo>
                  <a:pt x="76113" y="8134"/>
                </a:lnTo>
                <a:lnTo>
                  <a:pt x="81923" y="12201"/>
                </a:lnTo>
                <a:lnTo>
                  <a:pt x="86571" y="17430"/>
                </a:lnTo>
                <a:lnTo>
                  <a:pt x="90057" y="22660"/>
                </a:lnTo>
                <a:lnTo>
                  <a:pt x="91800" y="29051"/>
                </a:lnTo>
                <a:close/>
              </a:path>
            </a:pathLst>
          </a:custGeom>
          <a:solidFill>
            <a:srgbClr val="FFFFFF"/>
          </a:solidFill>
          <a:ln w="8715">
            <a:solidFill>
              <a:srgbClr val="BCC2CA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2" name="Kształt 86"/>
          <p:cNvSpPr/>
          <p:nvPr/>
        </p:nvSpPr>
        <p:spPr>
          <a:xfrm>
            <a:off x="10726201" y="2395292"/>
            <a:ext cx="92962" cy="69722"/>
          </a:xfrm>
          <a:custGeom>
            <a:avLst/>
            <a:gdLst/>
            <a:ahLst/>
            <a:cxnLst/>
            <a:rect l="0" t="0" r="r" b="b"/>
            <a:pathLst>
              <a:path w="92962" h="69722">
                <a:moveTo>
                  <a:pt x="92962" y="34861"/>
                </a:moveTo>
                <a:lnTo>
                  <a:pt x="91800" y="40671"/>
                </a:lnTo>
                <a:lnTo>
                  <a:pt x="90057" y="47062"/>
                </a:lnTo>
                <a:lnTo>
                  <a:pt x="86571" y="52291"/>
                </a:lnTo>
                <a:lnTo>
                  <a:pt x="81923" y="57520"/>
                </a:lnTo>
                <a:lnTo>
                  <a:pt x="76113" y="61588"/>
                </a:lnTo>
                <a:lnTo>
                  <a:pt x="69722" y="65074"/>
                </a:lnTo>
                <a:lnTo>
                  <a:pt x="62169" y="67398"/>
                </a:lnTo>
                <a:lnTo>
                  <a:pt x="54034" y="69141"/>
                </a:lnTo>
                <a:lnTo>
                  <a:pt x="46481" y="69722"/>
                </a:lnTo>
                <a:lnTo>
                  <a:pt x="38347" y="69141"/>
                </a:lnTo>
                <a:lnTo>
                  <a:pt x="30213" y="67398"/>
                </a:lnTo>
                <a:lnTo>
                  <a:pt x="23241" y="65074"/>
                </a:lnTo>
                <a:lnTo>
                  <a:pt x="16268" y="61588"/>
                </a:lnTo>
                <a:lnTo>
                  <a:pt x="10458" y="57520"/>
                </a:lnTo>
                <a:lnTo>
                  <a:pt x="5810" y="52291"/>
                </a:lnTo>
                <a:lnTo>
                  <a:pt x="2324" y="47062"/>
                </a:lnTo>
                <a:lnTo>
                  <a:pt x="581" y="40671"/>
                </a:lnTo>
                <a:lnTo>
                  <a:pt x="0" y="34861"/>
                </a:lnTo>
                <a:lnTo>
                  <a:pt x="581" y="29051"/>
                </a:lnTo>
                <a:lnTo>
                  <a:pt x="2324" y="22660"/>
                </a:lnTo>
                <a:lnTo>
                  <a:pt x="5810" y="17430"/>
                </a:lnTo>
                <a:lnTo>
                  <a:pt x="10458" y="12201"/>
                </a:lnTo>
                <a:lnTo>
                  <a:pt x="16268" y="8134"/>
                </a:lnTo>
                <a:lnTo>
                  <a:pt x="23241" y="4648"/>
                </a:lnTo>
                <a:lnTo>
                  <a:pt x="30213" y="2324"/>
                </a:lnTo>
                <a:lnTo>
                  <a:pt x="38347" y="581"/>
                </a:lnTo>
                <a:lnTo>
                  <a:pt x="46481" y="0"/>
                </a:lnTo>
                <a:lnTo>
                  <a:pt x="54034" y="581"/>
                </a:lnTo>
                <a:lnTo>
                  <a:pt x="62169" y="2324"/>
                </a:lnTo>
                <a:lnTo>
                  <a:pt x="69722" y="4648"/>
                </a:lnTo>
                <a:lnTo>
                  <a:pt x="76113" y="8134"/>
                </a:lnTo>
                <a:lnTo>
                  <a:pt x="81923" y="12201"/>
                </a:lnTo>
                <a:lnTo>
                  <a:pt x="86571" y="17430"/>
                </a:lnTo>
                <a:lnTo>
                  <a:pt x="90057" y="22660"/>
                </a:lnTo>
                <a:lnTo>
                  <a:pt x="91800" y="29051"/>
                </a:lnTo>
                <a:close/>
              </a:path>
            </a:pathLst>
          </a:custGeom>
          <a:solidFill>
            <a:srgbClr val="FFFFFF"/>
          </a:solidFill>
          <a:ln w="8715">
            <a:solidFill>
              <a:srgbClr val="BCC2CA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3" name="Kształt 87"/>
          <p:cNvSpPr/>
          <p:nvPr/>
        </p:nvSpPr>
        <p:spPr>
          <a:xfrm>
            <a:off x="10804638" y="2267468"/>
            <a:ext cx="92962" cy="69722"/>
          </a:xfrm>
          <a:custGeom>
            <a:avLst/>
            <a:gdLst/>
            <a:ahLst/>
            <a:cxnLst/>
            <a:rect l="0" t="0" r="r" b="b"/>
            <a:pathLst>
              <a:path w="92962" h="69722">
                <a:moveTo>
                  <a:pt x="92962" y="34861"/>
                </a:moveTo>
                <a:lnTo>
                  <a:pt x="91800" y="40671"/>
                </a:lnTo>
                <a:lnTo>
                  <a:pt x="90057" y="47062"/>
                </a:lnTo>
                <a:lnTo>
                  <a:pt x="86571" y="52291"/>
                </a:lnTo>
                <a:lnTo>
                  <a:pt x="81923" y="57520"/>
                </a:lnTo>
                <a:lnTo>
                  <a:pt x="76113" y="61588"/>
                </a:lnTo>
                <a:lnTo>
                  <a:pt x="69722" y="65074"/>
                </a:lnTo>
                <a:lnTo>
                  <a:pt x="62169" y="67398"/>
                </a:lnTo>
                <a:lnTo>
                  <a:pt x="54034" y="69141"/>
                </a:lnTo>
                <a:lnTo>
                  <a:pt x="46481" y="69722"/>
                </a:lnTo>
                <a:lnTo>
                  <a:pt x="38347" y="69141"/>
                </a:lnTo>
                <a:lnTo>
                  <a:pt x="30213" y="67398"/>
                </a:lnTo>
                <a:lnTo>
                  <a:pt x="23241" y="65074"/>
                </a:lnTo>
                <a:lnTo>
                  <a:pt x="16268" y="61588"/>
                </a:lnTo>
                <a:lnTo>
                  <a:pt x="10458" y="57520"/>
                </a:lnTo>
                <a:lnTo>
                  <a:pt x="5810" y="52291"/>
                </a:lnTo>
                <a:lnTo>
                  <a:pt x="2324" y="47062"/>
                </a:lnTo>
                <a:lnTo>
                  <a:pt x="581" y="40671"/>
                </a:lnTo>
                <a:lnTo>
                  <a:pt x="0" y="34861"/>
                </a:lnTo>
                <a:lnTo>
                  <a:pt x="581" y="29051"/>
                </a:lnTo>
                <a:lnTo>
                  <a:pt x="2324" y="22660"/>
                </a:lnTo>
                <a:lnTo>
                  <a:pt x="5810" y="17430"/>
                </a:lnTo>
                <a:lnTo>
                  <a:pt x="10458" y="12201"/>
                </a:lnTo>
                <a:lnTo>
                  <a:pt x="16268" y="8134"/>
                </a:lnTo>
                <a:lnTo>
                  <a:pt x="23241" y="4648"/>
                </a:lnTo>
                <a:lnTo>
                  <a:pt x="30213" y="2324"/>
                </a:lnTo>
                <a:lnTo>
                  <a:pt x="38347" y="581"/>
                </a:lnTo>
                <a:lnTo>
                  <a:pt x="46481" y="0"/>
                </a:lnTo>
                <a:lnTo>
                  <a:pt x="54034" y="581"/>
                </a:lnTo>
                <a:lnTo>
                  <a:pt x="62169" y="2324"/>
                </a:lnTo>
                <a:lnTo>
                  <a:pt x="69722" y="4648"/>
                </a:lnTo>
                <a:lnTo>
                  <a:pt x="76113" y="8134"/>
                </a:lnTo>
                <a:lnTo>
                  <a:pt x="81923" y="12201"/>
                </a:lnTo>
                <a:lnTo>
                  <a:pt x="86571" y="17430"/>
                </a:lnTo>
                <a:lnTo>
                  <a:pt x="90057" y="22660"/>
                </a:lnTo>
                <a:lnTo>
                  <a:pt x="91800" y="29051"/>
                </a:lnTo>
                <a:close/>
              </a:path>
            </a:pathLst>
          </a:custGeom>
          <a:solidFill>
            <a:srgbClr val="FFFFFF"/>
          </a:solidFill>
          <a:ln w="8715">
            <a:solidFill>
              <a:srgbClr val="BCC2CA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4" name="Kształt 88"/>
          <p:cNvSpPr/>
          <p:nvPr/>
        </p:nvSpPr>
        <p:spPr>
          <a:xfrm>
            <a:off x="10845309" y="2377861"/>
            <a:ext cx="92962" cy="69722"/>
          </a:xfrm>
          <a:custGeom>
            <a:avLst/>
            <a:gdLst/>
            <a:ahLst/>
            <a:cxnLst/>
            <a:rect l="0" t="0" r="r" b="b"/>
            <a:pathLst>
              <a:path w="92962" h="69722">
                <a:moveTo>
                  <a:pt x="92962" y="34861"/>
                </a:moveTo>
                <a:lnTo>
                  <a:pt x="91800" y="40671"/>
                </a:lnTo>
                <a:lnTo>
                  <a:pt x="90057" y="47062"/>
                </a:lnTo>
                <a:lnTo>
                  <a:pt x="86571" y="52291"/>
                </a:lnTo>
                <a:lnTo>
                  <a:pt x="81923" y="57520"/>
                </a:lnTo>
                <a:lnTo>
                  <a:pt x="76113" y="61588"/>
                </a:lnTo>
                <a:lnTo>
                  <a:pt x="69722" y="65074"/>
                </a:lnTo>
                <a:lnTo>
                  <a:pt x="62169" y="67398"/>
                </a:lnTo>
                <a:lnTo>
                  <a:pt x="54034" y="69141"/>
                </a:lnTo>
                <a:lnTo>
                  <a:pt x="46481" y="69722"/>
                </a:lnTo>
                <a:lnTo>
                  <a:pt x="38347" y="69141"/>
                </a:lnTo>
                <a:lnTo>
                  <a:pt x="30213" y="67398"/>
                </a:lnTo>
                <a:lnTo>
                  <a:pt x="23241" y="65074"/>
                </a:lnTo>
                <a:lnTo>
                  <a:pt x="16268" y="61588"/>
                </a:lnTo>
                <a:lnTo>
                  <a:pt x="10458" y="57520"/>
                </a:lnTo>
                <a:lnTo>
                  <a:pt x="5810" y="52291"/>
                </a:lnTo>
                <a:lnTo>
                  <a:pt x="2324" y="47062"/>
                </a:lnTo>
                <a:lnTo>
                  <a:pt x="581" y="40671"/>
                </a:lnTo>
                <a:lnTo>
                  <a:pt x="0" y="34861"/>
                </a:lnTo>
                <a:lnTo>
                  <a:pt x="581" y="29051"/>
                </a:lnTo>
                <a:lnTo>
                  <a:pt x="2324" y="22660"/>
                </a:lnTo>
                <a:lnTo>
                  <a:pt x="5810" y="17430"/>
                </a:lnTo>
                <a:lnTo>
                  <a:pt x="10458" y="12201"/>
                </a:lnTo>
                <a:lnTo>
                  <a:pt x="16268" y="8134"/>
                </a:lnTo>
                <a:lnTo>
                  <a:pt x="23241" y="4648"/>
                </a:lnTo>
                <a:lnTo>
                  <a:pt x="30213" y="2324"/>
                </a:lnTo>
                <a:lnTo>
                  <a:pt x="38347" y="581"/>
                </a:lnTo>
                <a:lnTo>
                  <a:pt x="46481" y="0"/>
                </a:lnTo>
                <a:lnTo>
                  <a:pt x="54034" y="581"/>
                </a:lnTo>
                <a:lnTo>
                  <a:pt x="62169" y="2324"/>
                </a:lnTo>
                <a:lnTo>
                  <a:pt x="69722" y="4648"/>
                </a:lnTo>
                <a:lnTo>
                  <a:pt x="76113" y="8134"/>
                </a:lnTo>
                <a:lnTo>
                  <a:pt x="81923" y="12201"/>
                </a:lnTo>
                <a:lnTo>
                  <a:pt x="86571" y="17430"/>
                </a:lnTo>
                <a:lnTo>
                  <a:pt x="90057" y="22660"/>
                </a:lnTo>
                <a:lnTo>
                  <a:pt x="91800" y="29051"/>
                </a:lnTo>
                <a:close/>
              </a:path>
            </a:pathLst>
          </a:custGeom>
          <a:solidFill>
            <a:srgbClr val="FFFFFF"/>
          </a:solidFill>
          <a:ln w="8715">
            <a:solidFill>
              <a:srgbClr val="BCC2CA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5" name="Kształt 89"/>
          <p:cNvSpPr/>
          <p:nvPr/>
        </p:nvSpPr>
        <p:spPr>
          <a:xfrm>
            <a:off x="9321308" y="2354621"/>
            <a:ext cx="755319" cy="185925"/>
          </a:xfrm>
          <a:custGeom>
            <a:avLst/>
            <a:gdLst/>
            <a:ahLst/>
            <a:cxnLst/>
            <a:rect l="0" t="0" r="r" b="b"/>
            <a:pathLst>
              <a:path w="755319" h="185925">
                <a:moveTo>
                  <a:pt x="0" y="139443"/>
                </a:moveTo>
                <a:lnTo>
                  <a:pt x="743698" y="0"/>
                </a:lnTo>
                <a:lnTo>
                  <a:pt x="755319" y="46481"/>
                </a:lnTo>
                <a:lnTo>
                  <a:pt x="11620" y="185925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6" name="Kształt 90"/>
          <p:cNvSpPr/>
          <p:nvPr/>
        </p:nvSpPr>
        <p:spPr>
          <a:xfrm>
            <a:off x="9321308" y="2476634"/>
            <a:ext cx="104583" cy="63912"/>
          </a:xfrm>
          <a:custGeom>
            <a:avLst/>
            <a:gdLst/>
            <a:ahLst/>
            <a:cxnLst/>
            <a:rect l="0" t="0" r="r" b="b"/>
            <a:pathLst>
              <a:path w="104583" h="63912">
                <a:moveTo>
                  <a:pt x="0" y="17430"/>
                </a:moveTo>
                <a:lnTo>
                  <a:pt x="92962" y="0"/>
                </a:lnTo>
                <a:lnTo>
                  <a:pt x="104583" y="46481"/>
                </a:lnTo>
                <a:lnTo>
                  <a:pt x="11620" y="63912"/>
                </a:lnTo>
                <a:close/>
              </a:path>
            </a:pathLst>
          </a:custGeom>
          <a:solidFill>
            <a:srgbClr val="EE3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7" name="Kształt 91"/>
          <p:cNvSpPr/>
          <p:nvPr/>
        </p:nvSpPr>
        <p:spPr>
          <a:xfrm>
            <a:off x="9832601" y="2377861"/>
            <a:ext cx="151064" cy="69722"/>
          </a:xfrm>
          <a:custGeom>
            <a:avLst/>
            <a:gdLst/>
            <a:ahLst/>
            <a:cxnLst/>
            <a:rect l="0" t="0" r="r" b="b"/>
            <a:pathLst>
              <a:path w="151064" h="69722">
                <a:moveTo>
                  <a:pt x="0" y="23241"/>
                </a:moveTo>
                <a:lnTo>
                  <a:pt x="139443" y="0"/>
                </a:lnTo>
                <a:lnTo>
                  <a:pt x="151064" y="46481"/>
                </a:lnTo>
                <a:lnTo>
                  <a:pt x="11620" y="69722"/>
                </a:lnTo>
                <a:close/>
              </a:path>
            </a:pathLst>
          </a:custGeom>
          <a:solidFill>
            <a:srgbClr val="CFD6DD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8" name="Tekst: Leki lub produkty z apteki · 1"/>
          <p:cNvSpPr txBox="1"/>
          <p:nvPr/>
        </p:nvSpPr>
        <p:spPr>
          <a:xfrm>
            <a:off x="9182100" y="2865685"/>
            <a:ext cx="204470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400" kern="100" spc="-14" dirty="0">
                <a:solidFill>
                  <a:srgbClr val="FFFFFF"/>
                </a:solidFill>
                <a:latin typeface="Lato Black"/>
                <a:cs typeface="Lato Black"/>
              </a:rPr>
              <a:t>Leki lub produkty</a:t>
            </a:r>
            <a:endParaRPr lang="pl-PL" sz="1400" kern="100" spc="-14" dirty="0">
              <a:solidFill>
                <a:srgbClr val="FFFFFF"/>
              </a:solidFill>
              <a:latin typeface="Lato Black"/>
              <a:cs typeface="Lato Black"/>
            </a:endParaRPr>
          </a:p>
        </p:txBody>
      </p:sp>
      <p:sp>
        <p:nvSpPr>
          <p:cNvPr id="99" name="Tekst: Leki lub produkty z apteki · 2"/>
          <p:cNvSpPr txBox="1"/>
          <p:nvPr/>
        </p:nvSpPr>
        <p:spPr>
          <a:xfrm>
            <a:off x="9182100" y="3079045"/>
            <a:ext cx="204470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400" kern="100" spc="-14" dirty="0">
                <a:solidFill>
                  <a:srgbClr val="FFFFFF"/>
                </a:solidFill>
                <a:latin typeface="Lato Black"/>
                <a:cs typeface="Lato Black"/>
              </a:rPr>
              <a:t>z apteki</a:t>
            </a:r>
            <a:endParaRPr lang="pl-PL" sz="1400" kern="100" spc="-14" dirty="0">
              <a:solidFill>
                <a:srgbClr val="FFFFFF"/>
              </a:solidFill>
              <a:latin typeface="Lato Black"/>
              <a:cs typeface="Lato Black"/>
            </a:endParaRPr>
          </a:p>
        </p:txBody>
      </p:sp>
      <p:sp>
        <p:nvSpPr>
          <p:cNvPr id="100" name="Kształt 92"/>
          <p:cNvSpPr/>
          <p:nvPr/>
        </p:nvSpPr>
        <p:spPr>
          <a:xfrm>
            <a:off x="6540500" y="3623146"/>
            <a:ext cx="2324100" cy="2330450"/>
          </a:xfrm>
          <a:prstGeom prst="roundRect">
            <a:avLst>
              <a:gd name="adj" fmla="val 6011"/>
            </a:avLst>
          </a:prstGeom>
          <a:solidFill>
            <a:srgbClr val="151515"/>
          </a:solidFill>
          <a:ln>
            <a:noFill/>
          </a:ln>
          <a:effectLst>
            <a:outerShdw blurRad="317500" dist="114300" dir="5400000" algn="ctr" rotWithShape="0">
              <a:srgbClr val="000000">
                <a:alpha val="6000"/>
              </a:srgbClr>
            </a:outerShdw>
          </a:effectLst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1" name="Kształt 93"/>
          <p:cNvSpPr/>
          <p:nvPr/>
        </p:nvSpPr>
        <p:spPr>
          <a:xfrm>
            <a:off x="6540521" y="3621931"/>
            <a:ext cx="2324057" cy="1626840"/>
          </a:xfrm>
          <a:custGeom>
            <a:avLst/>
            <a:gdLst/>
            <a:ahLst/>
            <a:cxnLst/>
            <a:rect l="0" t="0" r="r" b="b"/>
            <a:pathLst>
              <a:path w="2324057" h="1626840">
                <a:moveTo>
                  <a:pt x="0" y="0"/>
                </a:moveTo>
                <a:lnTo>
                  <a:pt x="2324057" y="0"/>
                </a:lnTo>
                <a:lnTo>
                  <a:pt x="2324057" y="1626840"/>
                </a:lnTo>
                <a:lnTo>
                  <a:pt x="0" y="1626840"/>
                </a:lnTo>
                <a:close/>
              </a:path>
            </a:pathLst>
          </a:custGeom>
          <a:solidFill>
            <a:srgbClr val="F3EFE8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2" name="Kształt 94"/>
          <p:cNvSpPr/>
          <p:nvPr/>
        </p:nvSpPr>
        <p:spPr>
          <a:xfrm>
            <a:off x="6540521" y="4028641"/>
            <a:ext cx="2324057" cy="17430"/>
          </a:xfrm>
          <a:custGeom>
            <a:avLst/>
            <a:gdLst/>
            <a:ahLst/>
            <a:cxnLst/>
            <a:rect l="0" t="0" r="r" b="b"/>
            <a:pathLst>
              <a:path w="2324057" h="17430">
                <a:moveTo>
                  <a:pt x="0" y="0"/>
                </a:moveTo>
                <a:lnTo>
                  <a:pt x="2324057" y="0"/>
                </a:lnTo>
                <a:lnTo>
                  <a:pt x="2324057" y="17430"/>
                </a:lnTo>
                <a:lnTo>
                  <a:pt x="0" y="17430"/>
                </a:lnTo>
                <a:close/>
              </a:path>
            </a:pathLst>
          </a:custGeom>
          <a:solidFill>
            <a:srgbClr val="E2DACD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3" name="Kształt 95"/>
          <p:cNvSpPr/>
          <p:nvPr/>
        </p:nvSpPr>
        <p:spPr>
          <a:xfrm>
            <a:off x="6540521" y="4435351"/>
            <a:ext cx="2324057" cy="17430"/>
          </a:xfrm>
          <a:custGeom>
            <a:avLst/>
            <a:gdLst/>
            <a:ahLst/>
            <a:cxnLst/>
            <a:rect l="0" t="0" r="r" b="b"/>
            <a:pathLst>
              <a:path w="2324057" h="17430">
                <a:moveTo>
                  <a:pt x="0" y="0"/>
                </a:moveTo>
                <a:lnTo>
                  <a:pt x="2324057" y="0"/>
                </a:lnTo>
                <a:lnTo>
                  <a:pt x="2324057" y="17430"/>
                </a:lnTo>
                <a:lnTo>
                  <a:pt x="0" y="17430"/>
                </a:lnTo>
                <a:close/>
              </a:path>
            </a:pathLst>
          </a:custGeom>
          <a:solidFill>
            <a:srgbClr val="E2DACD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4" name="Kształt 96"/>
          <p:cNvSpPr/>
          <p:nvPr/>
        </p:nvSpPr>
        <p:spPr>
          <a:xfrm>
            <a:off x="7005332" y="3621931"/>
            <a:ext cx="17430" cy="1162029"/>
          </a:xfrm>
          <a:custGeom>
            <a:avLst/>
            <a:gdLst/>
            <a:ahLst/>
            <a:cxnLst/>
            <a:rect l="0" t="0" r="r" b="b"/>
            <a:pathLst>
              <a:path w="17430" h="1162029">
                <a:moveTo>
                  <a:pt x="0" y="0"/>
                </a:moveTo>
                <a:lnTo>
                  <a:pt x="17430" y="0"/>
                </a:lnTo>
                <a:lnTo>
                  <a:pt x="17430" y="1162029"/>
                </a:lnTo>
                <a:lnTo>
                  <a:pt x="0" y="1162029"/>
                </a:lnTo>
                <a:close/>
              </a:path>
            </a:pathLst>
          </a:custGeom>
          <a:solidFill>
            <a:srgbClr val="E2DACD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5" name="Kształt 97"/>
          <p:cNvSpPr/>
          <p:nvPr/>
        </p:nvSpPr>
        <p:spPr>
          <a:xfrm>
            <a:off x="7470144" y="3621931"/>
            <a:ext cx="17430" cy="1162029"/>
          </a:xfrm>
          <a:custGeom>
            <a:avLst/>
            <a:gdLst/>
            <a:ahLst/>
            <a:cxnLst/>
            <a:rect l="0" t="0" r="r" b="b"/>
            <a:pathLst>
              <a:path w="17430" h="1162029">
                <a:moveTo>
                  <a:pt x="0" y="0"/>
                </a:moveTo>
                <a:lnTo>
                  <a:pt x="17430" y="0"/>
                </a:lnTo>
                <a:lnTo>
                  <a:pt x="17430" y="1162029"/>
                </a:lnTo>
                <a:lnTo>
                  <a:pt x="0" y="1162029"/>
                </a:lnTo>
                <a:close/>
              </a:path>
            </a:pathLst>
          </a:custGeom>
          <a:solidFill>
            <a:srgbClr val="E2DACD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6" name="Kształt 98"/>
          <p:cNvSpPr/>
          <p:nvPr/>
        </p:nvSpPr>
        <p:spPr>
          <a:xfrm>
            <a:off x="7934955" y="3621931"/>
            <a:ext cx="17430" cy="1162029"/>
          </a:xfrm>
          <a:custGeom>
            <a:avLst/>
            <a:gdLst/>
            <a:ahLst/>
            <a:cxnLst/>
            <a:rect l="0" t="0" r="r" b="b"/>
            <a:pathLst>
              <a:path w="17430" h="1162029">
                <a:moveTo>
                  <a:pt x="0" y="0"/>
                </a:moveTo>
                <a:lnTo>
                  <a:pt x="17430" y="0"/>
                </a:lnTo>
                <a:lnTo>
                  <a:pt x="17430" y="1162029"/>
                </a:lnTo>
                <a:lnTo>
                  <a:pt x="0" y="1162029"/>
                </a:lnTo>
                <a:close/>
              </a:path>
            </a:pathLst>
          </a:custGeom>
          <a:solidFill>
            <a:srgbClr val="E2DACD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7" name="Kształt 99"/>
          <p:cNvSpPr/>
          <p:nvPr/>
        </p:nvSpPr>
        <p:spPr>
          <a:xfrm>
            <a:off x="8399767" y="3621931"/>
            <a:ext cx="17430" cy="1162029"/>
          </a:xfrm>
          <a:custGeom>
            <a:avLst/>
            <a:gdLst/>
            <a:ahLst/>
            <a:cxnLst/>
            <a:rect l="0" t="0" r="r" b="b"/>
            <a:pathLst>
              <a:path w="17430" h="1162029">
                <a:moveTo>
                  <a:pt x="0" y="0"/>
                </a:moveTo>
                <a:lnTo>
                  <a:pt x="17430" y="0"/>
                </a:lnTo>
                <a:lnTo>
                  <a:pt x="17430" y="1162029"/>
                </a:lnTo>
                <a:lnTo>
                  <a:pt x="0" y="1162029"/>
                </a:lnTo>
                <a:close/>
              </a:path>
            </a:pathLst>
          </a:custGeom>
          <a:solidFill>
            <a:srgbClr val="E2DACD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8" name="Kształt 100"/>
          <p:cNvSpPr/>
          <p:nvPr/>
        </p:nvSpPr>
        <p:spPr>
          <a:xfrm>
            <a:off x="6540521" y="4783959"/>
            <a:ext cx="2324057" cy="464811"/>
          </a:xfrm>
          <a:custGeom>
            <a:avLst/>
            <a:gdLst/>
            <a:ahLst/>
            <a:cxnLst/>
            <a:rect l="0" t="0" r="r" b="b"/>
            <a:pathLst>
              <a:path w="2324057" h="464811">
                <a:moveTo>
                  <a:pt x="0" y="0"/>
                </a:moveTo>
                <a:lnTo>
                  <a:pt x="2324057" y="0"/>
                </a:lnTo>
                <a:lnTo>
                  <a:pt x="2324057" y="464811"/>
                </a:lnTo>
                <a:lnTo>
                  <a:pt x="0" y="464811"/>
                </a:lnTo>
                <a:close/>
              </a:path>
            </a:pathLst>
          </a:custGeom>
          <a:solidFill>
            <a:srgbClr val="E9E0CB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9" name="Kształt 101"/>
          <p:cNvSpPr/>
          <p:nvPr/>
        </p:nvSpPr>
        <p:spPr>
          <a:xfrm>
            <a:off x="6540521" y="4783959"/>
            <a:ext cx="2324057" cy="46481"/>
          </a:xfrm>
          <a:custGeom>
            <a:avLst/>
            <a:gdLst/>
            <a:ahLst/>
            <a:cxnLst/>
            <a:rect l="0" t="0" r="r" b="b"/>
            <a:pathLst>
              <a:path w="2324057" h="46481">
                <a:moveTo>
                  <a:pt x="0" y="0"/>
                </a:moveTo>
                <a:lnTo>
                  <a:pt x="2324057" y="0"/>
                </a:lnTo>
                <a:lnTo>
                  <a:pt x="2324057" y="46481"/>
                </a:lnTo>
                <a:lnTo>
                  <a:pt x="0" y="46481"/>
                </a:lnTo>
                <a:close/>
              </a:path>
            </a:pathLst>
          </a:custGeom>
          <a:solidFill>
            <a:srgbClr val="FBF6E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10" name="Kształt 102"/>
          <p:cNvSpPr/>
          <p:nvPr/>
        </p:nvSpPr>
        <p:spPr>
          <a:xfrm>
            <a:off x="7063434" y="4888542"/>
            <a:ext cx="1115548" cy="116203"/>
          </a:xfrm>
          <a:custGeom>
            <a:avLst/>
            <a:gdLst/>
            <a:ahLst/>
            <a:cxnLst/>
            <a:rect l="0" t="0" r="r" b="b"/>
            <a:pathLst>
              <a:path w="1115548" h="116203">
                <a:moveTo>
                  <a:pt x="1115548" y="58101"/>
                </a:moveTo>
                <a:lnTo>
                  <a:pt x="1106832" y="67979"/>
                </a:lnTo>
                <a:lnTo>
                  <a:pt x="1081849" y="77856"/>
                </a:lnTo>
                <a:lnTo>
                  <a:pt x="1040597" y="87152"/>
                </a:lnTo>
                <a:lnTo>
                  <a:pt x="984819" y="95286"/>
                </a:lnTo>
                <a:lnTo>
                  <a:pt x="916260" y="102840"/>
                </a:lnTo>
                <a:lnTo>
                  <a:pt x="836661" y="108650"/>
                </a:lnTo>
                <a:lnTo>
                  <a:pt x="748346" y="112717"/>
                </a:lnTo>
                <a:lnTo>
                  <a:pt x="654803" y="115041"/>
                </a:lnTo>
                <a:lnTo>
                  <a:pt x="557774" y="116203"/>
                </a:lnTo>
                <a:lnTo>
                  <a:pt x="460744" y="115041"/>
                </a:lnTo>
                <a:lnTo>
                  <a:pt x="367201" y="112717"/>
                </a:lnTo>
                <a:lnTo>
                  <a:pt x="278887" y="108650"/>
                </a:lnTo>
                <a:lnTo>
                  <a:pt x="199288" y="102840"/>
                </a:lnTo>
                <a:lnTo>
                  <a:pt x="130728" y="95286"/>
                </a:lnTo>
                <a:lnTo>
                  <a:pt x="74951" y="87152"/>
                </a:lnTo>
                <a:lnTo>
                  <a:pt x="33699" y="77856"/>
                </a:lnTo>
                <a:lnTo>
                  <a:pt x="8715" y="67979"/>
                </a:lnTo>
                <a:lnTo>
                  <a:pt x="0" y="58101"/>
                </a:lnTo>
                <a:lnTo>
                  <a:pt x="8715" y="48224"/>
                </a:lnTo>
                <a:lnTo>
                  <a:pt x="33699" y="38347"/>
                </a:lnTo>
                <a:lnTo>
                  <a:pt x="74951" y="29051"/>
                </a:lnTo>
                <a:lnTo>
                  <a:pt x="130728" y="20917"/>
                </a:lnTo>
                <a:lnTo>
                  <a:pt x="199288" y="13363"/>
                </a:lnTo>
                <a:lnTo>
                  <a:pt x="278887" y="7553"/>
                </a:lnTo>
                <a:lnTo>
                  <a:pt x="367201" y="3486"/>
                </a:lnTo>
                <a:lnTo>
                  <a:pt x="460744" y="1162"/>
                </a:lnTo>
                <a:lnTo>
                  <a:pt x="557774" y="0"/>
                </a:lnTo>
                <a:lnTo>
                  <a:pt x="654803" y="1162"/>
                </a:lnTo>
                <a:lnTo>
                  <a:pt x="748346" y="3486"/>
                </a:lnTo>
                <a:lnTo>
                  <a:pt x="836661" y="7553"/>
                </a:lnTo>
                <a:lnTo>
                  <a:pt x="916260" y="13363"/>
                </a:lnTo>
                <a:lnTo>
                  <a:pt x="984819" y="20917"/>
                </a:lnTo>
                <a:lnTo>
                  <a:pt x="1040597" y="29051"/>
                </a:lnTo>
                <a:lnTo>
                  <a:pt x="1081849" y="38347"/>
                </a:lnTo>
                <a:lnTo>
                  <a:pt x="1106832" y="48224"/>
                </a:lnTo>
                <a:close/>
              </a:path>
            </a:pathLst>
          </a:custGeom>
          <a:solidFill>
            <a:srgbClr val="D9CCB0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11" name="Kształt 103"/>
          <p:cNvSpPr/>
          <p:nvPr/>
        </p:nvSpPr>
        <p:spPr>
          <a:xfrm>
            <a:off x="7412042" y="3726513"/>
            <a:ext cx="371849" cy="522913"/>
          </a:xfrm>
          <a:custGeom>
            <a:avLst/>
            <a:gdLst/>
            <a:ahLst/>
            <a:cxnLst/>
            <a:rect l="0" t="0" r="r" b="b"/>
            <a:pathLst>
              <a:path w="371849" h="522913">
                <a:moveTo>
                  <a:pt x="0" y="499672"/>
                </a:moveTo>
                <a:lnTo>
                  <a:pt x="267267" y="0"/>
                </a:lnTo>
                <a:lnTo>
                  <a:pt x="371849" y="46481"/>
                </a:lnTo>
                <a:lnTo>
                  <a:pt x="127823" y="522913"/>
                </a:lnTo>
                <a:close/>
              </a:path>
            </a:pathLst>
          </a:custGeom>
          <a:solidFill>
            <a:srgbClr val="E2A65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12" name="Kształt 104"/>
          <p:cNvSpPr/>
          <p:nvPr/>
        </p:nvSpPr>
        <p:spPr>
          <a:xfrm>
            <a:off x="7506167" y="4056529"/>
            <a:ext cx="92962" cy="69722"/>
          </a:xfrm>
          <a:custGeom>
            <a:avLst/>
            <a:gdLst/>
            <a:ahLst/>
            <a:cxnLst/>
            <a:rect l="0" t="0" r="r" b="b"/>
            <a:pathLst>
              <a:path w="92962" h="69722">
                <a:moveTo>
                  <a:pt x="0" y="46481"/>
                </a:moveTo>
                <a:lnTo>
                  <a:pt x="81342" y="0"/>
                </a:lnTo>
                <a:lnTo>
                  <a:pt x="92962" y="23241"/>
                </a:lnTo>
                <a:lnTo>
                  <a:pt x="11620" y="69722"/>
                </a:lnTo>
                <a:close/>
              </a:path>
            </a:pathLst>
          </a:custGeom>
          <a:solidFill>
            <a:srgbClr val="F6CF8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13" name="Kształt 105"/>
          <p:cNvSpPr/>
          <p:nvPr/>
        </p:nvSpPr>
        <p:spPr>
          <a:xfrm>
            <a:off x="7557296" y="3958919"/>
            <a:ext cx="92962" cy="69722"/>
          </a:xfrm>
          <a:custGeom>
            <a:avLst/>
            <a:gdLst/>
            <a:ahLst/>
            <a:cxnLst/>
            <a:rect l="0" t="0" r="r" b="b"/>
            <a:pathLst>
              <a:path w="92962" h="69722">
                <a:moveTo>
                  <a:pt x="0" y="46481"/>
                </a:moveTo>
                <a:lnTo>
                  <a:pt x="81342" y="0"/>
                </a:lnTo>
                <a:lnTo>
                  <a:pt x="92962" y="23241"/>
                </a:lnTo>
                <a:lnTo>
                  <a:pt x="11620" y="69722"/>
                </a:lnTo>
                <a:close/>
              </a:path>
            </a:pathLst>
          </a:custGeom>
          <a:solidFill>
            <a:srgbClr val="F6CF8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14" name="Kształt 106"/>
          <p:cNvSpPr/>
          <p:nvPr/>
        </p:nvSpPr>
        <p:spPr>
          <a:xfrm>
            <a:off x="7608425" y="3861309"/>
            <a:ext cx="92962" cy="69722"/>
          </a:xfrm>
          <a:custGeom>
            <a:avLst/>
            <a:gdLst/>
            <a:ahLst/>
            <a:cxnLst/>
            <a:rect l="0" t="0" r="r" b="b"/>
            <a:pathLst>
              <a:path w="92962" h="69722">
                <a:moveTo>
                  <a:pt x="0" y="46481"/>
                </a:moveTo>
                <a:lnTo>
                  <a:pt x="81342" y="0"/>
                </a:lnTo>
                <a:lnTo>
                  <a:pt x="92962" y="23241"/>
                </a:lnTo>
                <a:lnTo>
                  <a:pt x="11620" y="69722"/>
                </a:lnTo>
                <a:close/>
              </a:path>
            </a:pathLst>
          </a:custGeom>
          <a:solidFill>
            <a:srgbClr val="F6CF8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15" name="Kształt 107"/>
          <p:cNvSpPr/>
          <p:nvPr/>
        </p:nvSpPr>
        <p:spPr>
          <a:xfrm>
            <a:off x="7098295" y="3854336"/>
            <a:ext cx="220785" cy="371849"/>
          </a:xfrm>
          <a:custGeom>
            <a:avLst/>
            <a:gdLst/>
            <a:ahLst/>
            <a:cxnLst/>
            <a:rect l="0" t="0" r="r" b="b"/>
            <a:pathLst>
              <a:path w="220785" h="371849">
                <a:moveTo>
                  <a:pt x="151064" y="371849"/>
                </a:moveTo>
                <a:lnTo>
                  <a:pt x="0" y="0"/>
                </a:lnTo>
                <a:lnTo>
                  <a:pt x="92962" y="23241"/>
                </a:lnTo>
                <a:lnTo>
                  <a:pt x="220785" y="348609"/>
                </a:lnTo>
                <a:close/>
              </a:path>
            </a:pathLst>
          </a:custGeom>
          <a:solidFill>
            <a:srgbClr val="3F7A3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16" name="Kształt 108"/>
          <p:cNvSpPr/>
          <p:nvPr/>
        </p:nvSpPr>
        <p:spPr>
          <a:xfrm>
            <a:off x="7260979" y="3784615"/>
            <a:ext cx="92962" cy="441571"/>
          </a:xfrm>
          <a:custGeom>
            <a:avLst/>
            <a:gdLst/>
            <a:ahLst/>
            <a:cxnLst/>
            <a:rect l="0" t="0" r="r" b="b"/>
            <a:pathLst>
              <a:path w="92962" h="441571">
                <a:moveTo>
                  <a:pt x="23241" y="441571"/>
                </a:moveTo>
                <a:lnTo>
                  <a:pt x="0" y="0"/>
                </a:lnTo>
                <a:lnTo>
                  <a:pt x="92962" y="34861"/>
                </a:lnTo>
                <a:lnTo>
                  <a:pt x="81342" y="429951"/>
                </a:lnTo>
                <a:close/>
              </a:path>
            </a:pathLst>
          </a:custGeom>
          <a:solidFill>
            <a:srgbClr val="5A9B4C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17" name="Kształt 109"/>
          <p:cNvSpPr/>
          <p:nvPr/>
        </p:nvSpPr>
        <p:spPr>
          <a:xfrm>
            <a:off x="7319080" y="3912438"/>
            <a:ext cx="174304" cy="313748"/>
          </a:xfrm>
          <a:custGeom>
            <a:avLst/>
            <a:gdLst/>
            <a:ahLst/>
            <a:cxnLst/>
            <a:rect l="0" t="0" r="r" b="b"/>
            <a:pathLst>
              <a:path w="174304" h="313748">
                <a:moveTo>
                  <a:pt x="0" y="313748"/>
                </a:moveTo>
                <a:lnTo>
                  <a:pt x="127823" y="0"/>
                </a:lnTo>
                <a:lnTo>
                  <a:pt x="174304" y="58101"/>
                </a:lnTo>
                <a:lnTo>
                  <a:pt x="46481" y="313748"/>
                </a:lnTo>
                <a:close/>
              </a:path>
            </a:pathLst>
          </a:custGeom>
          <a:solidFill>
            <a:srgbClr val="7CBB5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18" name="Kształt 110"/>
          <p:cNvSpPr/>
          <p:nvPr/>
        </p:nvSpPr>
        <p:spPr>
          <a:xfrm>
            <a:off x="7702550" y="3854336"/>
            <a:ext cx="185925" cy="406710"/>
          </a:xfrm>
          <a:custGeom>
            <a:avLst/>
            <a:gdLst/>
            <a:ahLst/>
            <a:cxnLst/>
            <a:rect l="0" t="0" r="r" b="b"/>
            <a:pathLst>
              <a:path w="185925" h="406710">
                <a:moveTo>
                  <a:pt x="0" y="406710"/>
                </a:moveTo>
                <a:lnTo>
                  <a:pt x="0" y="81342"/>
                </a:lnTo>
                <a:lnTo>
                  <a:pt x="52291" y="0"/>
                </a:lnTo>
                <a:lnTo>
                  <a:pt x="133633" y="0"/>
                </a:lnTo>
                <a:lnTo>
                  <a:pt x="185925" y="81342"/>
                </a:lnTo>
                <a:lnTo>
                  <a:pt x="185925" y="40671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19" name="Kształt 111"/>
          <p:cNvSpPr/>
          <p:nvPr/>
        </p:nvSpPr>
        <p:spPr>
          <a:xfrm>
            <a:off x="7795512" y="3854336"/>
            <a:ext cx="92962" cy="406710"/>
          </a:xfrm>
          <a:custGeom>
            <a:avLst/>
            <a:gdLst/>
            <a:ahLst/>
            <a:cxnLst/>
            <a:rect l="0" t="0" r="r" b="b"/>
            <a:pathLst>
              <a:path w="92962" h="406710">
                <a:moveTo>
                  <a:pt x="0" y="0"/>
                </a:moveTo>
                <a:lnTo>
                  <a:pt x="40671" y="0"/>
                </a:lnTo>
                <a:lnTo>
                  <a:pt x="92962" y="81342"/>
                </a:lnTo>
                <a:lnTo>
                  <a:pt x="92962" y="406710"/>
                </a:lnTo>
                <a:lnTo>
                  <a:pt x="0" y="406710"/>
                </a:lnTo>
                <a:close/>
              </a:path>
            </a:pathLst>
          </a:custGeom>
          <a:solidFill>
            <a:srgbClr val="EEF1F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20" name="Kształt 112"/>
          <p:cNvSpPr/>
          <p:nvPr/>
        </p:nvSpPr>
        <p:spPr>
          <a:xfrm>
            <a:off x="7743221" y="3784615"/>
            <a:ext cx="104583" cy="69722"/>
          </a:xfrm>
          <a:custGeom>
            <a:avLst/>
            <a:gdLst/>
            <a:ahLst/>
            <a:cxnLst/>
            <a:rect l="0" t="0" r="r" b="b"/>
            <a:pathLst>
              <a:path w="104583" h="69722">
                <a:moveTo>
                  <a:pt x="0" y="0"/>
                </a:moveTo>
                <a:lnTo>
                  <a:pt x="104583" y="0"/>
                </a:lnTo>
                <a:lnTo>
                  <a:pt x="98772" y="69722"/>
                </a:lnTo>
                <a:lnTo>
                  <a:pt x="5810" y="69722"/>
                </a:lnTo>
                <a:close/>
              </a:path>
            </a:pathLst>
          </a:custGeom>
          <a:solidFill>
            <a:srgbClr val="3A8FC2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21" name="Kształt 113"/>
          <p:cNvSpPr/>
          <p:nvPr/>
        </p:nvSpPr>
        <p:spPr>
          <a:xfrm>
            <a:off x="7702550" y="4040261"/>
            <a:ext cx="185925" cy="116203"/>
          </a:xfrm>
          <a:custGeom>
            <a:avLst/>
            <a:gdLst/>
            <a:ahLst/>
            <a:cxnLst/>
            <a:rect l="0" t="0" r="r" b="b"/>
            <a:pathLst>
              <a:path w="185925" h="116203">
                <a:moveTo>
                  <a:pt x="0" y="0"/>
                </a:moveTo>
                <a:lnTo>
                  <a:pt x="185925" y="0"/>
                </a:lnTo>
                <a:lnTo>
                  <a:pt x="185925" y="116203"/>
                </a:lnTo>
                <a:lnTo>
                  <a:pt x="0" y="116203"/>
                </a:lnTo>
                <a:close/>
              </a:path>
            </a:pathLst>
          </a:custGeom>
          <a:solidFill>
            <a:srgbClr val="CFE3F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22" name="Kształt 114"/>
          <p:cNvSpPr/>
          <p:nvPr/>
        </p:nvSpPr>
        <p:spPr>
          <a:xfrm>
            <a:off x="7911715" y="4191325"/>
            <a:ext cx="209165" cy="743698"/>
          </a:xfrm>
          <a:custGeom>
            <a:avLst/>
            <a:gdLst/>
            <a:ahLst/>
            <a:cxnLst/>
            <a:rect l="0" t="0" r="r" b="b"/>
            <a:pathLst>
              <a:path w="209165" h="743698">
                <a:moveTo>
                  <a:pt x="0" y="0"/>
                </a:moveTo>
                <a:lnTo>
                  <a:pt x="185925" y="69722"/>
                </a:lnTo>
                <a:lnTo>
                  <a:pt x="209165" y="673977"/>
                </a:lnTo>
                <a:lnTo>
                  <a:pt x="46481" y="743698"/>
                </a:lnTo>
                <a:close/>
              </a:path>
            </a:pathLst>
          </a:custGeom>
          <a:solidFill>
            <a:srgbClr val="9C6438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23" name="Kształt 115"/>
          <p:cNvSpPr/>
          <p:nvPr/>
        </p:nvSpPr>
        <p:spPr>
          <a:xfrm>
            <a:off x="7133156" y="4191325"/>
            <a:ext cx="825040" cy="743698"/>
          </a:xfrm>
          <a:custGeom>
            <a:avLst/>
            <a:gdLst/>
            <a:ahLst/>
            <a:cxnLst/>
            <a:rect l="0" t="0" r="r" b="b"/>
            <a:pathLst>
              <a:path w="825040" h="743698">
                <a:moveTo>
                  <a:pt x="46481" y="0"/>
                </a:moveTo>
                <a:lnTo>
                  <a:pt x="778559" y="0"/>
                </a:lnTo>
                <a:lnTo>
                  <a:pt x="825040" y="743698"/>
                </a:lnTo>
                <a:lnTo>
                  <a:pt x="0" y="743698"/>
                </a:lnTo>
                <a:close/>
              </a:path>
            </a:pathLst>
          </a:custGeom>
          <a:solidFill>
            <a:srgbClr val="C8925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24" name="Kształt 116"/>
          <p:cNvSpPr/>
          <p:nvPr/>
        </p:nvSpPr>
        <p:spPr>
          <a:xfrm>
            <a:off x="7173827" y="4191325"/>
            <a:ext cx="743698" cy="81342"/>
          </a:xfrm>
          <a:custGeom>
            <a:avLst/>
            <a:gdLst/>
            <a:ahLst/>
            <a:cxnLst/>
            <a:rect l="0" t="0" r="r" b="b"/>
            <a:pathLst>
              <a:path w="743698" h="81342">
                <a:moveTo>
                  <a:pt x="5810" y="0"/>
                </a:moveTo>
                <a:lnTo>
                  <a:pt x="737888" y="0"/>
                </a:lnTo>
                <a:lnTo>
                  <a:pt x="743698" y="81342"/>
                </a:lnTo>
                <a:lnTo>
                  <a:pt x="0" y="81342"/>
                </a:lnTo>
                <a:close/>
              </a:path>
            </a:pathLst>
          </a:custGeom>
          <a:solidFill>
            <a:srgbClr val="D8A77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25" name="Kształt 117"/>
          <p:cNvSpPr/>
          <p:nvPr/>
        </p:nvSpPr>
        <p:spPr>
          <a:xfrm>
            <a:off x="7156396" y="4609655"/>
            <a:ext cx="778559" cy="17430"/>
          </a:xfrm>
          <a:custGeom>
            <a:avLst/>
            <a:gdLst/>
            <a:ahLst/>
            <a:cxnLst/>
            <a:rect l="0" t="0" r="r" b="b"/>
            <a:pathLst>
              <a:path w="778559" h="17430">
                <a:moveTo>
                  <a:pt x="0" y="0"/>
                </a:moveTo>
                <a:lnTo>
                  <a:pt x="778559" y="0"/>
                </a:lnTo>
                <a:lnTo>
                  <a:pt x="778559" y="17430"/>
                </a:lnTo>
                <a:lnTo>
                  <a:pt x="0" y="17430"/>
                </a:lnTo>
                <a:close/>
              </a:path>
            </a:pathLst>
          </a:custGeom>
          <a:solidFill>
            <a:srgbClr val="B47F4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26" name="Kształt 118"/>
          <p:cNvSpPr/>
          <p:nvPr/>
        </p:nvSpPr>
        <p:spPr>
          <a:xfrm>
            <a:off x="8374783" y="4818820"/>
            <a:ext cx="94705" cy="81923"/>
          </a:xfrm>
          <a:custGeom>
            <a:avLst/>
            <a:gdLst/>
            <a:ahLst/>
            <a:cxnLst/>
            <a:rect l="0" t="0" r="r" b="b"/>
            <a:pathLst>
              <a:path w="94705" h="81923">
                <a:moveTo>
                  <a:pt x="94705" y="0"/>
                </a:moveTo>
                <a:lnTo>
                  <a:pt x="65655" y="81923"/>
                </a:lnTo>
                <a:lnTo>
                  <a:pt x="0" y="33699"/>
                </a:lnTo>
                <a:close/>
              </a:path>
            </a:pathLst>
          </a:custGeom>
          <a:solidFill>
            <a:srgbClr val="9F191F"/>
          </a:solidFill>
          <a:ln w="3486">
            <a:solidFill>
              <a:srgbClr val="9F191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27" name="Kształt 119"/>
          <p:cNvSpPr/>
          <p:nvPr/>
        </p:nvSpPr>
        <p:spPr>
          <a:xfrm>
            <a:off x="8374783" y="4806619"/>
            <a:ext cx="94705" cy="45900"/>
          </a:xfrm>
          <a:custGeom>
            <a:avLst/>
            <a:gdLst/>
            <a:ahLst/>
            <a:cxnLst/>
            <a:rect l="0" t="0" r="r" b="b"/>
            <a:pathLst>
              <a:path w="94705" h="45900">
                <a:moveTo>
                  <a:pt x="94705" y="12201"/>
                </a:moveTo>
                <a:lnTo>
                  <a:pt x="0" y="45900"/>
                </a:lnTo>
                <a:lnTo>
                  <a:pt x="16268" y="0"/>
                </a:lnTo>
                <a:close/>
              </a:path>
            </a:pathLst>
          </a:custGeom>
          <a:solidFill>
            <a:srgbClr val="CC2728"/>
          </a:solidFill>
          <a:ln w="3486">
            <a:solidFill>
              <a:srgbClr val="CC2728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28" name="Kształt 120"/>
          <p:cNvSpPr/>
          <p:nvPr/>
        </p:nvSpPr>
        <p:spPr>
          <a:xfrm>
            <a:off x="8291117" y="4790932"/>
            <a:ext cx="99934" cy="61588"/>
          </a:xfrm>
          <a:custGeom>
            <a:avLst/>
            <a:gdLst/>
            <a:ahLst/>
            <a:cxnLst/>
            <a:rect l="0" t="0" r="r" b="b"/>
            <a:pathLst>
              <a:path w="99934" h="61588">
                <a:moveTo>
                  <a:pt x="0" y="0"/>
                </a:moveTo>
                <a:lnTo>
                  <a:pt x="99934" y="15687"/>
                </a:lnTo>
                <a:lnTo>
                  <a:pt x="83666" y="61588"/>
                </a:lnTo>
                <a:close/>
              </a:path>
            </a:pathLst>
          </a:custGeom>
          <a:solidFill>
            <a:srgbClr val="D92B2B"/>
          </a:solidFill>
          <a:ln w="3486">
            <a:solidFill>
              <a:srgbClr val="D92B2B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29" name="Kształt 121"/>
          <p:cNvSpPr/>
          <p:nvPr/>
        </p:nvSpPr>
        <p:spPr>
          <a:xfrm>
            <a:off x="8332369" y="4880989"/>
            <a:ext cx="108069" cy="70303"/>
          </a:xfrm>
          <a:custGeom>
            <a:avLst/>
            <a:gdLst/>
            <a:ahLst/>
            <a:cxnLst/>
            <a:rect l="0" t="0" r="r" b="b"/>
            <a:pathLst>
              <a:path w="108069" h="70303">
                <a:moveTo>
                  <a:pt x="108069" y="19754"/>
                </a:moveTo>
                <a:lnTo>
                  <a:pt x="32537" y="70303"/>
                </a:lnTo>
                <a:lnTo>
                  <a:pt x="0" y="0"/>
                </a:lnTo>
                <a:close/>
              </a:path>
            </a:pathLst>
          </a:custGeom>
          <a:solidFill>
            <a:srgbClr val="A11A1F"/>
          </a:solidFill>
          <a:ln w="3486">
            <a:solidFill>
              <a:srgbClr val="A11A1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30" name="Kształt 122"/>
          <p:cNvSpPr/>
          <p:nvPr/>
        </p:nvSpPr>
        <p:spPr>
          <a:xfrm>
            <a:off x="8332369" y="4852519"/>
            <a:ext cx="108069" cy="48224"/>
          </a:xfrm>
          <a:custGeom>
            <a:avLst/>
            <a:gdLst/>
            <a:ahLst/>
            <a:cxnLst/>
            <a:rect l="0" t="0" r="r" b="b"/>
            <a:pathLst>
              <a:path w="108069" h="48224">
                <a:moveTo>
                  <a:pt x="108069" y="48224"/>
                </a:moveTo>
                <a:lnTo>
                  <a:pt x="0" y="28470"/>
                </a:lnTo>
                <a:lnTo>
                  <a:pt x="42414" y="0"/>
                </a:lnTo>
                <a:close/>
              </a:path>
            </a:pathLst>
          </a:custGeom>
          <a:solidFill>
            <a:srgbClr val="A41B20"/>
          </a:solidFill>
          <a:ln w="3486">
            <a:solidFill>
              <a:srgbClr val="A41B20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31" name="Kształt 123"/>
          <p:cNvSpPr/>
          <p:nvPr/>
        </p:nvSpPr>
        <p:spPr>
          <a:xfrm>
            <a:off x="8291117" y="4790932"/>
            <a:ext cx="83666" cy="90057"/>
          </a:xfrm>
          <a:custGeom>
            <a:avLst/>
            <a:gdLst/>
            <a:ahLst/>
            <a:cxnLst/>
            <a:rect l="0" t="0" r="r" b="b"/>
            <a:pathLst>
              <a:path w="83666" h="90057">
                <a:moveTo>
                  <a:pt x="0" y="0"/>
                </a:moveTo>
                <a:lnTo>
                  <a:pt x="83666" y="61588"/>
                </a:lnTo>
                <a:lnTo>
                  <a:pt x="41252" y="90057"/>
                </a:lnTo>
                <a:close/>
              </a:path>
            </a:pathLst>
          </a:custGeom>
          <a:solidFill>
            <a:srgbClr val="E22D2D"/>
          </a:solidFill>
          <a:ln w="3486">
            <a:solidFill>
              <a:srgbClr val="E22D2D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32" name="Kształt 124"/>
          <p:cNvSpPr/>
          <p:nvPr/>
        </p:nvSpPr>
        <p:spPr>
          <a:xfrm>
            <a:off x="8271944" y="4880989"/>
            <a:ext cx="92962" cy="70303"/>
          </a:xfrm>
          <a:custGeom>
            <a:avLst/>
            <a:gdLst/>
            <a:ahLst/>
            <a:cxnLst/>
            <a:rect l="0" t="0" r="r" b="b"/>
            <a:pathLst>
              <a:path w="92962" h="70303">
                <a:moveTo>
                  <a:pt x="92962" y="70303"/>
                </a:moveTo>
                <a:lnTo>
                  <a:pt x="0" y="70303"/>
                </a:lnTo>
                <a:lnTo>
                  <a:pt x="8134" y="0"/>
                </a:lnTo>
                <a:close/>
              </a:path>
            </a:pathLst>
          </a:custGeom>
          <a:solidFill>
            <a:srgbClr val="A21A20"/>
          </a:solidFill>
          <a:ln w="3486">
            <a:solidFill>
              <a:srgbClr val="A21A20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33" name="Kształt 125"/>
          <p:cNvSpPr/>
          <p:nvPr/>
        </p:nvSpPr>
        <p:spPr>
          <a:xfrm>
            <a:off x="8280078" y="4880989"/>
            <a:ext cx="84828" cy="70303"/>
          </a:xfrm>
          <a:custGeom>
            <a:avLst/>
            <a:gdLst/>
            <a:ahLst/>
            <a:cxnLst/>
            <a:rect l="0" t="0" r="r" b="b"/>
            <a:pathLst>
              <a:path w="84828" h="70303">
                <a:moveTo>
                  <a:pt x="84828" y="70303"/>
                </a:moveTo>
                <a:lnTo>
                  <a:pt x="0" y="0"/>
                </a:lnTo>
                <a:lnTo>
                  <a:pt x="52291" y="0"/>
                </a:lnTo>
                <a:close/>
              </a:path>
            </a:pathLst>
          </a:custGeom>
          <a:solidFill>
            <a:srgbClr val="BB2225"/>
          </a:solidFill>
          <a:ln w="3486">
            <a:solidFill>
              <a:srgbClr val="BB2225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34" name="Kształt 126"/>
          <p:cNvSpPr/>
          <p:nvPr/>
        </p:nvSpPr>
        <p:spPr>
          <a:xfrm>
            <a:off x="8280078" y="4790932"/>
            <a:ext cx="52291" cy="90057"/>
          </a:xfrm>
          <a:custGeom>
            <a:avLst/>
            <a:gdLst/>
            <a:ahLst/>
            <a:cxnLst/>
            <a:rect l="0" t="0" r="r" b="b"/>
            <a:pathLst>
              <a:path w="52291" h="90057">
                <a:moveTo>
                  <a:pt x="11039" y="0"/>
                </a:moveTo>
                <a:lnTo>
                  <a:pt x="52291" y="90057"/>
                </a:lnTo>
                <a:lnTo>
                  <a:pt x="0" y="90057"/>
                </a:lnTo>
                <a:close/>
              </a:path>
            </a:pathLst>
          </a:custGeom>
          <a:solidFill>
            <a:srgbClr val="D72A2A"/>
          </a:solidFill>
          <a:ln w="3486">
            <a:solidFill>
              <a:srgbClr val="D72A2A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35" name="Kształt 127"/>
          <p:cNvSpPr/>
          <p:nvPr/>
        </p:nvSpPr>
        <p:spPr>
          <a:xfrm>
            <a:off x="8196412" y="4852519"/>
            <a:ext cx="75532" cy="98772"/>
          </a:xfrm>
          <a:custGeom>
            <a:avLst/>
            <a:gdLst/>
            <a:ahLst/>
            <a:cxnLst/>
            <a:rect l="0" t="0" r="r" b="b"/>
            <a:pathLst>
              <a:path w="75532" h="98772">
                <a:moveTo>
                  <a:pt x="75532" y="98772"/>
                </a:moveTo>
                <a:lnTo>
                  <a:pt x="0" y="48224"/>
                </a:lnTo>
                <a:lnTo>
                  <a:pt x="41833" y="0"/>
                </a:lnTo>
                <a:close/>
              </a:path>
            </a:pathLst>
          </a:custGeom>
          <a:solidFill>
            <a:srgbClr val="E22D2D"/>
          </a:solidFill>
          <a:ln w="3486">
            <a:solidFill>
              <a:srgbClr val="E22D2D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36" name="Kształt 128"/>
          <p:cNvSpPr/>
          <p:nvPr/>
        </p:nvSpPr>
        <p:spPr>
          <a:xfrm>
            <a:off x="8238245" y="4852519"/>
            <a:ext cx="41833" cy="98772"/>
          </a:xfrm>
          <a:custGeom>
            <a:avLst/>
            <a:gdLst/>
            <a:ahLst/>
            <a:cxnLst/>
            <a:rect l="0" t="0" r="r" b="b"/>
            <a:pathLst>
              <a:path w="41833" h="98772">
                <a:moveTo>
                  <a:pt x="33699" y="98772"/>
                </a:moveTo>
                <a:lnTo>
                  <a:pt x="0" y="0"/>
                </a:lnTo>
                <a:lnTo>
                  <a:pt x="41833" y="28470"/>
                </a:lnTo>
                <a:close/>
              </a:path>
            </a:pathLst>
          </a:custGeom>
          <a:solidFill>
            <a:srgbClr val="C92628"/>
          </a:solidFill>
          <a:ln w="3486">
            <a:solidFill>
              <a:srgbClr val="C92628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37" name="Kształt 129"/>
          <p:cNvSpPr/>
          <p:nvPr/>
        </p:nvSpPr>
        <p:spPr>
          <a:xfrm>
            <a:off x="8238245" y="4790932"/>
            <a:ext cx="52872" cy="90057"/>
          </a:xfrm>
          <a:custGeom>
            <a:avLst/>
            <a:gdLst/>
            <a:ahLst/>
            <a:cxnLst/>
            <a:rect l="0" t="0" r="r" b="b"/>
            <a:pathLst>
              <a:path w="52872" h="90057">
                <a:moveTo>
                  <a:pt x="52872" y="0"/>
                </a:moveTo>
                <a:lnTo>
                  <a:pt x="41833" y="90057"/>
                </a:lnTo>
                <a:lnTo>
                  <a:pt x="0" y="61588"/>
                </a:lnTo>
                <a:close/>
              </a:path>
            </a:pathLst>
          </a:custGeom>
          <a:solidFill>
            <a:srgbClr val="F13A36"/>
          </a:solidFill>
          <a:ln w="3486">
            <a:solidFill>
              <a:srgbClr val="F13A36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38" name="Kształt 130"/>
          <p:cNvSpPr/>
          <p:nvPr/>
        </p:nvSpPr>
        <p:spPr>
          <a:xfrm>
            <a:off x="8167361" y="4806619"/>
            <a:ext cx="54615" cy="94124"/>
          </a:xfrm>
          <a:custGeom>
            <a:avLst/>
            <a:gdLst/>
            <a:ahLst/>
            <a:cxnLst/>
            <a:rect l="0" t="0" r="r" b="b"/>
            <a:pathLst>
              <a:path w="54615" h="94124">
                <a:moveTo>
                  <a:pt x="29051" y="94124"/>
                </a:moveTo>
                <a:lnTo>
                  <a:pt x="0" y="12201"/>
                </a:lnTo>
                <a:lnTo>
                  <a:pt x="54615" y="0"/>
                </a:lnTo>
                <a:close/>
              </a:path>
            </a:pathLst>
          </a:custGeom>
          <a:solidFill>
            <a:srgbClr val="F3423D"/>
          </a:solidFill>
          <a:ln w="3486">
            <a:solidFill>
              <a:srgbClr val="F3423D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39" name="Kształt 131"/>
          <p:cNvSpPr/>
          <p:nvPr/>
        </p:nvSpPr>
        <p:spPr>
          <a:xfrm>
            <a:off x="8196412" y="4806619"/>
            <a:ext cx="41833" cy="94124"/>
          </a:xfrm>
          <a:custGeom>
            <a:avLst/>
            <a:gdLst/>
            <a:ahLst/>
            <a:cxnLst/>
            <a:rect l="0" t="0" r="r" b="b"/>
            <a:pathLst>
              <a:path w="41833" h="94124">
                <a:moveTo>
                  <a:pt x="0" y="94124"/>
                </a:moveTo>
                <a:lnTo>
                  <a:pt x="25565" y="0"/>
                </a:lnTo>
                <a:lnTo>
                  <a:pt x="41833" y="45900"/>
                </a:lnTo>
                <a:close/>
              </a:path>
            </a:pathLst>
          </a:custGeom>
          <a:solidFill>
            <a:srgbClr val="F3423D"/>
          </a:solidFill>
          <a:ln w="3486">
            <a:solidFill>
              <a:srgbClr val="F3423D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40" name="Kształt 132"/>
          <p:cNvSpPr/>
          <p:nvPr/>
        </p:nvSpPr>
        <p:spPr>
          <a:xfrm>
            <a:off x="8221976" y="4790932"/>
            <a:ext cx="69141" cy="61588"/>
          </a:xfrm>
          <a:custGeom>
            <a:avLst/>
            <a:gdLst/>
            <a:ahLst/>
            <a:cxnLst/>
            <a:rect l="0" t="0" r="r" b="b"/>
            <a:pathLst>
              <a:path w="69141" h="61588">
                <a:moveTo>
                  <a:pt x="69141" y="0"/>
                </a:moveTo>
                <a:lnTo>
                  <a:pt x="16268" y="61588"/>
                </a:lnTo>
                <a:lnTo>
                  <a:pt x="0" y="15687"/>
                </a:lnTo>
                <a:close/>
              </a:path>
            </a:pathLst>
          </a:custGeom>
          <a:solidFill>
            <a:srgbClr val="F23E3A"/>
          </a:solidFill>
          <a:ln w="3486">
            <a:solidFill>
              <a:srgbClr val="F23E3A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41" name="Kształt 133"/>
          <p:cNvSpPr/>
          <p:nvPr/>
        </p:nvSpPr>
        <p:spPr>
          <a:xfrm>
            <a:off x="8167361" y="4736897"/>
            <a:ext cx="70884" cy="81923"/>
          </a:xfrm>
          <a:custGeom>
            <a:avLst/>
            <a:gdLst/>
            <a:ahLst/>
            <a:cxnLst/>
            <a:rect l="0" t="0" r="r" b="b"/>
            <a:pathLst>
              <a:path w="70884" h="81923">
                <a:moveTo>
                  <a:pt x="0" y="81923"/>
                </a:moveTo>
                <a:lnTo>
                  <a:pt x="29051" y="0"/>
                </a:lnTo>
                <a:lnTo>
                  <a:pt x="70884" y="23822"/>
                </a:lnTo>
                <a:close/>
              </a:path>
            </a:pathLst>
          </a:custGeom>
          <a:solidFill>
            <a:srgbClr val="FF6A5D"/>
          </a:solidFill>
          <a:ln w="3486">
            <a:solidFill>
              <a:srgbClr val="FF6A5D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42" name="Kształt 134"/>
          <p:cNvSpPr/>
          <p:nvPr/>
        </p:nvSpPr>
        <p:spPr>
          <a:xfrm>
            <a:off x="8167361" y="4760719"/>
            <a:ext cx="70884" cy="58101"/>
          </a:xfrm>
          <a:custGeom>
            <a:avLst/>
            <a:gdLst/>
            <a:ahLst/>
            <a:cxnLst/>
            <a:rect l="0" t="0" r="r" b="b"/>
            <a:pathLst>
              <a:path w="70884" h="58101">
                <a:moveTo>
                  <a:pt x="0" y="58101"/>
                </a:moveTo>
                <a:lnTo>
                  <a:pt x="70884" y="0"/>
                </a:lnTo>
                <a:lnTo>
                  <a:pt x="54615" y="45900"/>
                </a:lnTo>
                <a:close/>
              </a:path>
            </a:pathLst>
          </a:custGeom>
          <a:solidFill>
            <a:srgbClr val="F8524A"/>
          </a:solidFill>
          <a:ln w="3486">
            <a:solidFill>
              <a:srgbClr val="F8524A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43" name="Kształt 135"/>
          <p:cNvSpPr/>
          <p:nvPr/>
        </p:nvSpPr>
        <p:spPr>
          <a:xfrm>
            <a:off x="8221976" y="4760719"/>
            <a:ext cx="69141" cy="45900"/>
          </a:xfrm>
          <a:custGeom>
            <a:avLst/>
            <a:gdLst/>
            <a:ahLst/>
            <a:cxnLst/>
            <a:rect l="0" t="0" r="r" b="b"/>
            <a:pathLst>
              <a:path w="69141" h="45900">
                <a:moveTo>
                  <a:pt x="69141" y="30213"/>
                </a:moveTo>
                <a:lnTo>
                  <a:pt x="0" y="45900"/>
                </a:lnTo>
                <a:lnTo>
                  <a:pt x="16268" y="0"/>
                </a:lnTo>
                <a:close/>
              </a:path>
            </a:pathLst>
          </a:custGeom>
          <a:solidFill>
            <a:srgbClr val="F9574E"/>
          </a:solidFill>
          <a:ln w="3486">
            <a:solidFill>
              <a:srgbClr val="F9574E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44" name="Kształt 136"/>
          <p:cNvSpPr/>
          <p:nvPr/>
        </p:nvSpPr>
        <p:spPr>
          <a:xfrm>
            <a:off x="8196412" y="4686349"/>
            <a:ext cx="83666" cy="50548"/>
          </a:xfrm>
          <a:custGeom>
            <a:avLst/>
            <a:gdLst/>
            <a:ahLst/>
            <a:cxnLst/>
            <a:rect l="0" t="0" r="r" b="b"/>
            <a:pathLst>
              <a:path w="83666" h="50548">
                <a:moveTo>
                  <a:pt x="0" y="50548"/>
                </a:moveTo>
                <a:lnTo>
                  <a:pt x="75532" y="0"/>
                </a:lnTo>
                <a:lnTo>
                  <a:pt x="83666" y="45900"/>
                </a:lnTo>
                <a:close/>
              </a:path>
            </a:pathLst>
          </a:custGeom>
          <a:solidFill>
            <a:srgbClr val="FE695C"/>
          </a:solidFill>
          <a:ln w="3486">
            <a:solidFill>
              <a:srgbClr val="FE695C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45" name="Kształt 137"/>
          <p:cNvSpPr/>
          <p:nvPr/>
        </p:nvSpPr>
        <p:spPr>
          <a:xfrm>
            <a:off x="8196412" y="4732249"/>
            <a:ext cx="83666" cy="28470"/>
          </a:xfrm>
          <a:custGeom>
            <a:avLst/>
            <a:gdLst/>
            <a:ahLst/>
            <a:cxnLst/>
            <a:rect l="0" t="0" r="r" b="b"/>
            <a:pathLst>
              <a:path w="83666" h="28470">
                <a:moveTo>
                  <a:pt x="0" y="4648"/>
                </a:moveTo>
                <a:lnTo>
                  <a:pt x="83666" y="0"/>
                </a:lnTo>
                <a:lnTo>
                  <a:pt x="41833" y="28470"/>
                </a:lnTo>
                <a:close/>
              </a:path>
            </a:pathLst>
          </a:custGeom>
          <a:solidFill>
            <a:srgbClr val="FF6B5E"/>
          </a:solidFill>
          <a:ln w="3486">
            <a:solidFill>
              <a:srgbClr val="FF6B5E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46" name="Kształt 138"/>
          <p:cNvSpPr/>
          <p:nvPr/>
        </p:nvSpPr>
        <p:spPr>
          <a:xfrm>
            <a:off x="8238245" y="4732249"/>
            <a:ext cx="52872" cy="58682"/>
          </a:xfrm>
          <a:custGeom>
            <a:avLst/>
            <a:gdLst/>
            <a:ahLst/>
            <a:cxnLst/>
            <a:rect l="0" t="0" r="r" b="b"/>
            <a:pathLst>
              <a:path w="52872" h="58682">
                <a:moveTo>
                  <a:pt x="52872" y="58682"/>
                </a:moveTo>
                <a:lnTo>
                  <a:pt x="0" y="28470"/>
                </a:lnTo>
                <a:lnTo>
                  <a:pt x="41833" y="0"/>
                </a:lnTo>
                <a:close/>
              </a:path>
            </a:pathLst>
          </a:custGeom>
          <a:solidFill>
            <a:srgbClr val="F75149"/>
          </a:solidFill>
          <a:ln w="3486">
            <a:solidFill>
              <a:srgbClr val="F75149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47" name="Kształt 139"/>
          <p:cNvSpPr/>
          <p:nvPr/>
        </p:nvSpPr>
        <p:spPr>
          <a:xfrm>
            <a:off x="8271944" y="4686349"/>
            <a:ext cx="92962" cy="45900"/>
          </a:xfrm>
          <a:custGeom>
            <a:avLst/>
            <a:gdLst/>
            <a:ahLst/>
            <a:cxnLst/>
            <a:rect l="0" t="0" r="r" b="b"/>
            <a:pathLst>
              <a:path w="92962" h="45900">
                <a:moveTo>
                  <a:pt x="0" y="0"/>
                </a:moveTo>
                <a:lnTo>
                  <a:pt x="92962" y="0"/>
                </a:lnTo>
                <a:lnTo>
                  <a:pt x="60425" y="45900"/>
                </a:lnTo>
                <a:close/>
              </a:path>
            </a:pathLst>
          </a:custGeom>
          <a:solidFill>
            <a:srgbClr val="FE685C"/>
          </a:solidFill>
          <a:ln w="3486">
            <a:solidFill>
              <a:srgbClr val="FE685C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48" name="Kształt 140"/>
          <p:cNvSpPr/>
          <p:nvPr/>
        </p:nvSpPr>
        <p:spPr>
          <a:xfrm>
            <a:off x="8271944" y="4686349"/>
            <a:ext cx="60425" cy="45900"/>
          </a:xfrm>
          <a:custGeom>
            <a:avLst/>
            <a:gdLst/>
            <a:ahLst/>
            <a:cxnLst/>
            <a:rect l="0" t="0" r="r" b="b"/>
            <a:pathLst>
              <a:path w="60425" h="45900">
                <a:moveTo>
                  <a:pt x="0" y="0"/>
                </a:moveTo>
                <a:lnTo>
                  <a:pt x="60425" y="45900"/>
                </a:lnTo>
                <a:lnTo>
                  <a:pt x="8134" y="45900"/>
                </a:lnTo>
                <a:close/>
              </a:path>
            </a:pathLst>
          </a:custGeom>
          <a:solidFill>
            <a:srgbClr val="FB5D53"/>
          </a:solidFill>
          <a:ln w="3486">
            <a:solidFill>
              <a:srgbClr val="FB5D53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49" name="Kształt 141"/>
          <p:cNvSpPr/>
          <p:nvPr/>
        </p:nvSpPr>
        <p:spPr>
          <a:xfrm>
            <a:off x="8280078" y="4732249"/>
            <a:ext cx="52291" cy="58682"/>
          </a:xfrm>
          <a:custGeom>
            <a:avLst/>
            <a:gdLst/>
            <a:ahLst/>
            <a:cxnLst/>
            <a:rect l="0" t="0" r="r" b="b"/>
            <a:pathLst>
              <a:path w="52291" h="58682">
                <a:moveTo>
                  <a:pt x="11039" y="58682"/>
                </a:moveTo>
                <a:lnTo>
                  <a:pt x="0" y="0"/>
                </a:lnTo>
                <a:lnTo>
                  <a:pt x="52291" y="0"/>
                </a:lnTo>
                <a:close/>
              </a:path>
            </a:pathLst>
          </a:custGeom>
          <a:solidFill>
            <a:srgbClr val="F9584F"/>
          </a:solidFill>
          <a:ln w="3486">
            <a:solidFill>
              <a:srgbClr val="F9584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50" name="Kształt 142"/>
          <p:cNvSpPr/>
          <p:nvPr/>
        </p:nvSpPr>
        <p:spPr>
          <a:xfrm>
            <a:off x="8364906" y="4686349"/>
            <a:ext cx="75532" cy="74370"/>
          </a:xfrm>
          <a:custGeom>
            <a:avLst/>
            <a:gdLst/>
            <a:ahLst/>
            <a:cxnLst/>
            <a:rect l="0" t="0" r="r" b="b"/>
            <a:pathLst>
              <a:path w="75532" h="74370">
                <a:moveTo>
                  <a:pt x="0" y="0"/>
                </a:moveTo>
                <a:lnTo>
                  <a:pt x="75532" y="50548"/>
                </a:lnTo>
                <a:lnTo>
                  <a:pt x="9877" y="74370"/>
                </a:lnTo>
                <a:close/>
              </a:path>
            </a:pathLst>
          </a:custGeom>
          <a:solidFill>
            <a:srgbClr val="F23F3A"/>
          </a:solidFill>
          <a:ln w="3486">
            <a:solidFill>
              <a:srgbClr val="F23F3A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51" name="Kształt 143"/>
          <p:cNvSpPr/>
          <p:nvPr/>
        </p:nvSpPr>
        <p:spPr>
          <a:xfrm>
            <a:off x="8332369" y="4686349"/>
            <a:ext cx="42414" cy="74370"/>
          </a:xfrm>
          <a:custGeom>
            <a:avLst/>
            <a:gdLst/>
            <a:ahLst/>
            <a:cxnLst/>
            <a:rect l="0" t="0" r="r" b="b"/>
            <a:pathLst>
              <a:path w="42414" h="74370">
                <a:moveTo>
                  <a:pt x="32537" y="0"/>
                </a:moveTo>
                <a:lnTo>
                  <a:pt x="42414" y="74370"/>
                </a:lnTo>
                <a:lnTo>
                  <a:pt x="0" y="45900"/>
                </a:lnTo>
                <a:close/>
              </a:path>
            </a:pathLst>
          </a:custGeom>
          <a:solidFill>
            <a:srgbClr val="F8544C"/>
          </a:solidFill>
          <a:ln w="3486">
            <a:solidFill>
              <a:srgbClr val="F8544C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52" name="Kształt 144"/>
          <p:cNvSpPr/>
          <p:nvPr/>
        </p:nvSpPr>
        <p:spPr>
          <a:xfrm>
            <a:off x="8291117" y="4732249"/>
            <a:ext cx="83666" cy="58682"/>
          </a:xfrm>
          <a:custGeom>
            <a:avLst/>
            <a:gdLst/>
            <a:ahLst/>
            <a:cxnLst/>
            <a:rect l="0" t="0" r="r" b="b"/>
            <a:pathLst>
              <a:path w="83666" h="58682">
                <a:moveTo>
                  <a:pt x="0" y="58682"/>
                </a:moveTo>
                <a:lnTo>
                  <a:pt x="41252" y="0"/>
                </a:lnTo>
                <a:lnTo>
                  <a:pt x="83666" y="28470"/>
                </a:lnTo>
                <a:close/>
              </a:path>
            </a:pathLst>
          </a:custGeom>
          <a:solidFill>
            <a:srgbClr val="F2403B"/>
          </a:solidFill>
          <a:ln w="3486">
            <a:solidFill>
              <a:srgbClr val="F2403B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53" name="Kształt 145"/>
          <p:cNvSpPr/>
          <p:nvPr/>
        </p:nvSpPr>
        <p:spPr>
          <a:xfrm>
            <a:off x="8391052" y="4736897"/>
            <a:ext cx="78437" cy="81923"/>
          </a:xfrm>
          <a:custGeom>
            <a:avLst/>
            <a:gdLst/>
            <a:ahLst/>
            <a:cxnLst/>
            <a:rect l="0" t="0" r="r" b="b"/>
            <a:pathLst>
              <a:path w="78437" h="81923">
                <a:moveTo>
                  <a:pt x="49386" y="0"/>
                </a:moveTo>
                <a:lnTo>
                  <a:pt x="78437" y="81923"/>
                </a:lnTo>
                <a:lnTo>
                  <a:pt x="0" y="69722"/>
                </a:lnTo>
                <a:close/>
              </a:path>
            </a:pathLst>
          </a:custGeom>
          <a:solidFill>
            <a:srgbClr val="DD2C2C"/>
          </a:solidFill>
          <a:ln w="3486">
            <a:solidFill>
              <a:srgbClr val="DD2C2C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54" name="Kształt 146"/>
          <p:cNvSpPr/>
          <p:nvPr/>
        </p:nvSpPr>
        <p:spPr>
          <a:xfrm>
            <a:off x="8374783" y="4736897"/>
            <a:ext cx="65655" cy="69722"/>
          </a:xfrm>
          <a:custGeom>
            <a:avLst/>
            <a:gdLst/>
            <a:ahLst/>
            <a:cxnLst/>
            <a:rect l="0" t="0" r="r" b="b"/>
            <a:pathLst>
              <a:path w="65655" h="69722">
                <a:moveTo>
                  <a:pt x="65655" y="0"/>
                </a:moveTo>
                <a:lnTo>
                  <a:pt x="16268" y="69722"/>
                </a:lnTo>
                <a:lnTo>
                  <a:pt x="0" y="23822"/>
                </a:lnTo>
                <a:close/>
              </a:path>
            </a:pathLst>
          </a:custGeom>
          <a:solidFill>
            <a:srgbClr val="E52E2D"/>
          </a:solidFill>
          <a:ln w="3486">
            <a:solidFill>
              <a:srgbClr val="E52E2D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55" name="Kształt 147"/>
          <p:cNvSpPr/>
          <p:nvPr/>
        </p:nvSpPr>
        <p:spPr>
          <a:xfrm>
            <a:off x="8291117" y="4760719"/>
            <a:ext cx="99934" cy="45900"/>
          </a:xfrm>
          <a:custGeom>
            <a:avLst/>
            <a:gdLst/>
            <a:ahLst/>
            <a:cxnLst/>
            <a:rect l="0" t="0" r="r" b="b"/>
            <a:pathLst>
              <a:path w="99934" h="45900">
                <a:moveTo>
                  <a:pt x="0" y="30213"/>
                </a:moveTo>
                <a:lnTo>
                  <a:pt x="83666" y="0"/>
                </a:lnTo>
                <a:lnTo>
                  <a:pt x="99934" y="45900"/>
                </a:lnTo>
                <a:close/>
              </a:path>
            </a:pathLst>
          </a:custGeom>
          <a:solidFill>
            <a:srgbClr val="F13C38"/>
          </a:solidFill>
          <a:ln w="3486">
            <a:solidFill>
              <a:srgbClr val="F13C38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56" name="Kształt 148"/>
          <p:cNvSpPr/>
          <p:nvPr/>
        </p:nvSpPr>
        <p:spPr>
          <a:xfrm>
            <a:off x="8312615" y="4609655"/>
            <a:ext cx="34861" cy="81342"/>
          </a:xfrm>
          <a:custGeom>
            <a:avLst/>
            <a:gdLst/>
            <a:ahLst/>
            <a:cxnLst/>
            <a:rect l="0" t="0" r="r" b="b"/>
            <a:pathLst>
              <a:path w="34861" h="81342">
                <a:moveTo>
                  <a:pt x="0" y="81342"/>
                </a:moveTo>
                <a:lnTo>
                  <a:pt x="23241" y="81342"/>
                </a:lnTo>
                <a:lnTo>
                  <a:pt x="34861" y="0"/>
                </a:lnTo>
                <a:lnTo>
                  <a:pt x="11620" y="0"/>
                </a:lnTo>
                <a:close/>
              </a:path>
            </a:pathLst>
          </a:custGeom>
          <a:solidFill>
            <a:srgbClr val="5A332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57" name="Kształt 149"/>
          <p:cNvSpPr/>
          <p:nvPr/>
        </p:nvSpPr>
        <p:spPr>
          <a:xfrm>
            <a:off x="8341665" y="4586414"/>
            <a:ext cx="92962" cy="81342"/>
          </a:xfrm>
          <a:custGeom>
            <a:avLst/>
            <a:gdLst/>
            <a:ahLst/>
            <a:cxnLst/>
            <a:rect l="0" t="0" r="r" b="b"/>
            <a:pathLst>
              <a:path w="92962" h="81342">
                <a:moveTo>
                  <a:pt x="0" y="58101"/>
                </a:moveTo>
                <a:lnTo>
                  <a:pt x="92962" y="0"/>
                </a:lnTo>
                <a:lnTo>
                  <a:pt x="46481" y="81342"/>
                </a:lnTo>
                <a:close/>
              </a:path>
            </a:pathLst>
          </a:custGeom>
          <a:solidFill>
            <a:srgbClr val="5A9B4C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58" name="Tekst: Zwykłe zakupy spożywcze · 1"/>
          <p:cNvSpPr txBox="1"/>
          <p:nvPr/>
        </p:nvSpPr>
        <p:spPr>
          <a:xfrm>
            <a:off x="6680200" y="5376366"/>
            <a:ext cx="204470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400" kern="100" spc="-14" dirty="0">
                <a:solidFill>
                  <a:srgbClr val="FFFFFF"/>
                </a:solidFill>
                <a:latin typeface="Lato Black"/>
                <a:cs typeface="Lato Black"/>
              </a:rPr>
              <a:t>Zwykłe zakupy</a:t>
            </a:r>
            <a:endParaRPr lang="pl-PL" sz="1400" kern="100" spc="-14" dirty="0">
              <a:solidFill>
                <a:srgbClr val="FFFFFF"/>
              </a:solidFill>
              <a:latin typeface="Lato Black"/>
              <a:cs typeface="Lato Black"/>
            </a:endParaRPr>
          </a:p>
        </p:txBody>
      </p:sp>
      <p:sp>
        <p:nvSpPr>
          <p:cNvPr id="159" name="Tekst: Zwykłe zakupy spożywcze · 2"/>
          <p:cNvSpPr txBox="1"/>
          <p:nvPr/>
        </p:nvSpPr>
        <p:spPr>
          <a:xfrm>
            <a:off x="6680200" y="5589726"/>
            <a:ext cx="204470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400" kern="100" spc="-14" dirty="0">
                <a:solidFill>
                  <a:srgbClr val="FFFFFF"/>
                </a:solidFill>
                <a:latin typeface="Lato Black"/>
                <a:cs typeface="Lato Black"/>
              </a:rPr>
              <a:t>spożywcze</a:t>
            </a:r>
            <a:endParaRPr lang="pl-PL" sz="1400" kern="100" spc="-14" dirty="0">
              <a:solidFill>
                <a:srgbClr val="FFFFFF"/>
              </a:solidFill>
              <a:latin typeface="Lato Black"/>
              <a:cs typeface="Lato Black"/>
            </a:endParaRPr>
          </a:p>
        </p:txBody>
      </p:sp>
      <p:sp>
        <p:nvSpPr>
          <p:cNvPr id="160" name="Kształt 150"/>
          <p:cNvSpPr/>
          <p:nvPr/>
        </p:nvSpPr>
        <p:spPr>
          <a:xfrm>
            <a:off x="9042400" y="3623146"/>
            <a:ext cx="2324100" cy="2330450"/>
          </a:xfrm>
          <a:prstGeom prst="roundRect">
            <a:avLst>
              <a:gd name="adj" fmla="val 6011"/>
            </a:avLst>
          </a:prstGeom>
          <a:solidFill>
            <a:srgbClr val="151515"/>
          </a:solidFill>
          <a:ln>
            <a:noFill/>
          </a:ln>
          <a:effectLst>
            <a:outerShdw blurRad="317500" dist="114300" dir="5400000" algn="ctr" rotWithShape="0">
              <a:srgbClr val="000000">
                <a:alpha val="6000"/>
              </a:srgbClr>
            </a:outerShdw>
          </a:effectLst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61" name="Kształt 151"/>
          <p:cNvSpPr/>
          <p:nvPr/>
        </p:nvSpPr>
        <p:spPr>
          <a:xfrm>
            <a:off x="9042421" y="3621931"/>
            <a:ext cx="2324057" cy="1626840"/>
          </a:xfrm>
          <a:custGeom>
            <a:avLst/>
            <a:gdLst/>
            <a:ahLst/>
            <a:cxnLst/>
            <a:rect l="0" t="0" r="r" b="b"/>
            <a:pathLst>
              <a:path w="2324057" h="1626840">
                <a:moveTo>
                  <a:pt x="0" y="0"/>
                </a:moveTo>
                <a:lnTo>
                  <a:pt x="2324057" y="0"/>
                </a:lnTo>
                <a:lnTo>
                  <a:pt x="2324057" y="1626840"/>
                </a:lnTo>
                <a:lnTo>
                  <a:pt x="0" y="1626840"/>
                </a:lnTo>
                <a:close/>
              </a:path>
            </a:pathLst>
          </a:custGeom>
          <a:solidFill>
            <a:srgbClr val="1D2240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62" name="Kształt 152"/>
          <p:cNvSpPr/>
          <p:nvPr/>
        </p:nvSpPr>
        <p:spPr>
          <a:xfrm>
            <a:off x="9205105" y="3726513"/>
            <a:ext cx="1034206" cy="766939"/>
          </a:xfrm>
          <a:custGeom>
            <a:avLst/>
            <a:gdLst/>
            <a:ahLst/>
            <a:cxnLst/>
            <a:rect l="0" t="0" r="r" b="b"/>
            <a:pathLst>
              <a:path w="1034206" h="766939">
                <a:moveTo>
                  <a:pt x="0" y="0"/>
                </a:moveTo>
                <a:lnTo>
                  <a:pt x="1034206" y="0"/>
                </a:lnTo>
                <a:lnTo>
                  <a:pt x="1034206" y="766939"/>
                </a:lnTo>
                <a:lnTo>
                  <a:pt x="0" y="766939"/>
                </a:lnTo>
                <a:close/>
              </a:path>
            </a:pathLst>
          </a:custGeom>
          <a:solidFill>
            <a:srgbClr val="2D3566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63" name="Kształt 153"/>
          <p:cNvSpPr/>
          <p:nvPr/>
        </p:nvSpPr>
        <p:spPr>
          <a:xfrm>
            <a:off x="9263207" y="3784615"/>
            <a:ext cx="918003" cy="650736"/>
          </a:xfrm>
          <a:custGeom>
            <a:avLst/>
            <a:gdLst/>
            <a:ahLst/>
            <a:cxnLst/>
            <a:rect l="0" t="0" r="r" b="b"/>
            <a:pathLst>
              <a:path w="918003" h="650736">
                <a:moveTo>
                  <a:pt x="0" y="0"/>
                </a:moveTo>
                <a:lnTo>
                  <a:pt x="918003" y="0"/>
                </a:lnTo>
                <a:lnTo>
                  <a:pt x="918003" y="650736"/>
                </a:lnTo>
                <a:lnTo>
                  <a:pt x="0" y="650736"/>
                </a:lnTo>
                <a:close/>
              </a:path>
            </a:pathLst>
          </a:custGeom>
          <a:solidFill>
            <a:srgbClr val="28306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64" name="Kształt 154"/>
          <p:cNvSpPr/>
          <p:nvPr/>
        </p:nvSpPr>
        <p:spPr>
          <a:xfrm>
            <a:off x="9797740" y="3865957"/>
            <a:ext cx="232406" cy="232406"/>
          </a:xfrm>
          <a:custGeom>
            <a:avLst/>
            <a:gdLst/>
            <a:ahLst/>
            <a:cxnLst/>
            <a:rect l="0" t="0" r="r" b="b"/>
            <a:pathLst>
              <a:path w="232406" h="232406">
                <a:moveTo>
                  <a:pt x="232406" y="116203"/>
                </a:moveTo>
                <a:lnTo>
                  <a:pt x="230663" y="136538"/>
                </a:lnTo>
                <a:lnTo>
                  <a:pt x="225434" y="155712"/>
                </a:lnTo>
                <a:lnTo>
                  <a:pt x="216718" y="174304"/>
                </a:lnTo>
                <a:lnTo>
                  <a:pt x="205098" y="191154"/>
                </a:lnTo>
                <a:lnTo>
                  <a:pt x="191154" y="205098"/>
                </a:lnTo>
                <a:lnTo>
                  <a:pt x="174304" y="216718"/>
                </a:lnTo>
                <a:lnTo>
                  <a:pt x="155712" y="225434"/>
                </a:lnTo>
                <a:lnTo>
                  <a:pt x="136538" y="230663"/>
                </a:lnTo>
                <a:lnTo>
                  <a:pt x="116203" y="232406"/>
                </a:lnTo>
                <a:lnTo>
                  <a:pt x="95867" y="230663"/>
                </a:lnTo>
                <a:lnTo>
                  <a:pt x="76694" y="225434"/>
                </a:lnTo>
                <a:lnTo>
                  <a:pt x="58101" y="216718"/>
                </a:lnTo>
                <a:lnTo>
                  <a:pt x="41252" y="205098"/>
                </a:lnTo>
                <a:lnTo>
                  <a:pt x="27308" y="191154"/>
                </a:lnTo>
                <a:lnTo>
                  <a:pt x="15687" y="174304"/>
                </a:lnTo>
                <a:lnTo>
                  <a:pt x="6972" y="155712"/>
                </a:lnTo>
                <a:lnTo>
                  <a:pt x="1743" y="136538"/>
                </a:lnTo>
                <a:lnTo>
                  <a:pt x="0" y="116203"/>
                </a:lnTo>
                <a:lnTo>
                  <a:pt x="1743" y="95867"/>
                </a:lnTo>
                <a:lnTo>
                  <a:pt x="6972" y="76694"/>
                </a:lnTo>
                <a:lnTo>
                  <a:pt x="15687" y="58101"/>
                </a:lnTo>
                <a:lnTo>
                  <a:pt x="27308" y="41252"/>
                </a:lnTo>
                <a:lnTo>
                  <a:pt x="41252" y="27308"/>
                </a:lnTo>
                <a:lnTo>
                  <a:pt x="58101" y="15687"/>
                </a:lnTo>
                <a:lnTo>
                  <a:pt x="76694" y="6972"/>
                </a:lnTo>
                <a:lnTo>
                  <a:pt x="95867" y="1743"/>
                </a:lnTo>
                <a:lnTo>
                  <a:pt x="116203" y="0"/>
                </a:lnTo>
                <a:lnTo>
                  <a:pt x="136538" y="1743"/>
                </a:lnTo>
                <a:lnTo>
                  <a:pt x="155712" y="6972"/>
                </a:lnTo>
                <a:lnTo>
                  <a:pt x="174304" y="15687"/>
                </a:lnTo>
                <a:lnTo>
                  <a:pt x="191154" y="27308"/>
                </a:lnTo>
                <a:lnTo>
                  <a:pt x="205098" y="41252"/>
                </a:lnTo>
                <a:lnTo>
                  <a:pt x="216718" y="58101"/>
                </a:lnTo>
                <a:lnTo>
                  <a:pt x="225434" y="76694"/>
                </a:lnTo>
                <a:lnTo>
                  <a:pt x="230663" y="95867"/>
                </a:lnTo>
                <a:close/>
              </a:path>
            </a:pathLst>
          </a:custGeom>
          <a:solidFill>
            <a:srgbClr val="FBE78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65" name="Kształt 155"/>
          <p:cNvSpPr/>
          <p:nvPr/>
        </p:nvSpPr>
        <p:spPr>
          <a:xfrm>
            <a:off x="9867462" y="3842716"/>
            <a:ext cx="209165" cy="209165"/>
          </a:xfrm>
          <a:custGeom>
            <a:avLst/>
            <a:gdLst/>
            <a:ahLst/>
            <a:cxnLst/>
            <a:rect l="0" t="0" r="r" b="b"/>
            <a:pathLst>
              <a:path w="209165" h="209165">
                <a:moveTo>
                  <a:pt x="209165" y="104583"/>
                </a:moveTo>
                <a:lnTo>
                  <a:pt x="207422" y="122594"/>
                </a:lnTo>
                <a:lnTo>
                  <a:pt x="202774" y="140605"/>
                </a:lnTo>
                <a:lnTo>
                  <a:pt x="195221" y="156874"/>
                </a:lnTo>
                <a:lnTo>
                  <a:pt x="184763" y="171980"/>
                </a:lnTo>
                <a:lnTo>
                  <a:pt x="171980" y="184763"/>
                </a:lnTo>
                <a:lnTo>
                  <a:pt x="156874" y="195221"/>
                </a:lnTo>
                <a:lnTo>
                  <a:pt x="140605" y="202774"/>
                </a:lnTo>
                <a:lnTo>
                  <a:pt x="122594" y="207422"/>
                </a:lnTo>
                <a:lnTo>
                  <a:pt x="104583" y="209165"/>
                </a:lnTo>
                <a:lnTo>
                  <a:pt x="86571" y="207422"/>
                </a:lnTo>
                <a:lnTo>
                  <a:pt x="68560" y="202774"/>
                </a:lnTo>
                <a:lnTo>
                  <a:pt x="52291" y="195221"/>
                </a:lnTo>
                <a:lnTo>
                  <a:pt x="37185" y="184763"/>
                </a:lnTo>
                <a:lnTo>
                  <a:pt x="24403" y="171980"/>
                </a:lnTo>
                <a:lnTo>
                  <a:pt x="13944" y="156874"/>
                </a:lnTo>
                <a:lnTo>
                  <a:pt x="6391" y="140605"/>
                </a:lnTo>
                <a:lnTo>
                  <a:pt x="1743" y="122594"/>
                </a:lnTo>
                <a:lnTo>
                  <a:pt x="0" y="104583"/>
                </a:lnTo>
                <a:lnTo>
                  <a:pt x="1743" y="86571"/>
                </a:lnTo>
                <a:lnTo>
                  <a:pt x="6391" y="68560"/>
                </a:lnTo>
                <a:lnTo>
                  <a:pt x="13944" y="52291"/>
                </a:lnTo>
                <a:lnTo>
                  <a:pt x="24403" y="37185"/>
                </a:lnTo>
                <a:lnTo>
                  <a:pt x="37185" y="24403"/>
                </a:lnTo>
                <a:lnTo>
                  <a:pt x="52291" y="13944"/>
                </a:lnTo>
                <a:lnTo>
                  <a:pt x="68560" y="6391"/>
                </a:lnTo>
                <a:lnTo>
                  <a:pt x="86571" y="1743"/>
                </a:lnTo>
                <a:lnTo>
                  <a:pt x="104583" y="0"/>
                </a:lnTo>
                <a:lnTo>
                  <a:pt x="122594" y="1743"/>
                </a:lnTo>
                <a:lnTo>
                  <a:pt x="140605" y="6391"/>
                </a:lnTo>
                <a:lnTo>
                  <a:pt x="156874" y="13944"/>
                </a:lnTo>
                <a:lnTo>
                  <a:pt x="171980" y="24403"/>
                </a:lnTo>
                <a:lnTo>
                  <a:pt x="184763" y="37185"/>
                </a:lnTo>
                <a:lnTo>
                  <a:pt x="195221" y="52291"/>
                </a:lnTo>
                <a:lnTo>
                  <a:pt x="202774" y="68560"/>
                </a:lnTo>
                <a:lnTo>
                  <a:pt x="207422" y="86571"/>
                </a:lnTo>
                <a:close/>
              </a:path>
            </a:pathLst>
          </a:custGeom>
          <a:solidFill>
            <a:srgbClr val="28306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66" name="Kształt 156"/>
          <p:cNvSpPr/>
          <p:nvPr/>
        </p:nvSpPr>
        <p:spPr>
          <a:xfrm>
            <a:off x="9263207" y="4133223"/>
            <a:ext cx="918003" cy="302127"/>
          </a:xfrm>
          <a:custGeom>
            <a:avLst/>
            <a:gdLst/>
            <a:ahLst/>
            <a:cxnLst/>
            <a:rect l="0" t="0" r="r" b="b"/>
            <a:pathLst>
              <a:path w="918003" h="302127">
                <a:moveTo>
                  <a:pt x="0" y="302127"/>
                </a:moveTo>
                <a:lnTo>
                  <a:pt x="0" y="127823"/>
                </a:lnTo>
                <a:lnTo>
                  <a:pt x="139443" y="127823"/>
                </a:lnTo>
                <a:lnTo>
                  <a:pt x="139443" y="46481"/>
                </a:lnTo>
                <a:lnTo>
                  <a:pt x="278887" y="46481"/>
                </a:lnTo>
                <a:lnTo>
                  <a:pt x="278887" y="174304"/>
                </a:lnTo>
                <a:lnTo>
                  <a:pt x="429951" y="174304"/>
                </a:lnTo>
                <a:lnTo>
                  <a:pt x="429951" y="0"/>
                </a:lnTo>
                <a:lnTo>
                  <a:pt x="557774" y="0"/>
                </a:lnTo>
                <a:lnTo>
                  <a:pt x="557774" y="151064"/>
                </a:lnTo>
                <a:lnTo>
                  <a:pt x="708838" y="151064"/>
                </a:lnTo>
                <a:lnTo>
                  <a:pt x="708838" y="81342"/>
                </a:lnTo>
                <a:lnTo>
                  <a:pt x="918003" y="81342"/>
                </a:lnTo>
                <a:lnTo>
                  <a:pt x="918003" y="302127"/>
                </a:lnTo>
                <a:close/>
              </a:path>
            </a:pathLst>
          </a:custGeom>
          <a:solidFill>
            <a:srgbClr val="161B3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67" name="Kształt 157"/>
          <p:cNvSpPr/>
          <p:nvPr/>
        </p:nvSpPr>
        <p:spPr>
          <a:xfrm>
            <a:off x="9309688" y="4307528"/>
            <a:ext cx="34861" cy="34861"/>
          </a:xfrm>
          <a:custGeom>
            <a:avLst/>
            <a:gdLst/>
            <a:ahLst/>
            <a:cxnLst/>
            <a:rect l="0" t="0" r="r" b="b"/>
            <a:pathLst>
              <a:path w="34861" h="34861">
                <a:moveTo>
                  <a:pt x="0" y="0"/>
                </a:moveTo>
                <a:lnTo>
                  <a:pt x="34861" y="0"/>
                </a:lnTo>
                <a:lnTo>
                  <a:pt x="34861" y="34861"/>
                </a:lnTo>
                <a:lnTo>
                  <a:pt x="0" y="34861"/>
                </a:lnTo>
                <a:close/>
              </a:path>
            </a:pathLst>
          </a:custGeom>
          <a:solidFill>
            <a:srgbClr val="FFC24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68" name="Kształt 158"/>
          <p:cNvSpPr/>
          <p:nvPr/>
        </p:nvSpPr>
        <p:spPr>
          <a:xfrm>
            <a:off x="9449131" y="4226186"/>
            <a:ext cx="34861" cy="34861"/>
          </a:xfrm>
          <a:custGeom>
            <a:avLst/>
            <a:gdLst/>
            <a:ahLst/>
            <a:cxnLst/>
            <a:rect l="0" t="0" r="r" b="b"/>
            <a:pathLst>
              <a:path w="34861" h="34861">
                <a:moveTo>
                  <a:pt x="0" y="0"/>
                </a:moveTo>
                <a:lnTo>
                  <a:pt x="34861" y="0"/>
                </a:lnTo>
                <a:lnTo>
                  <a:pt x="34861" y="34861"/>
                </a:lnTo>
                <a:lnTo>
                  <a:pt x="0" y="34861"/>
                </a:lnTo>
                <a:close/>
              </a:path>
            </a:pathLst>
          </a:custGeom>
          <a:solidFill>
            <a:srgbClr val="FFC24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69" name="Kształt 159"/>
          <p:cNvSpPr/>
          <p:nvPr/>
        </p:nvSpPr>
        <p:spPr>
          <a:xfrm>
            <a:off x="9472372" y="4330768"/>
            <a:ext cx="34861" cy="34861"/>
          </a:xfrm>
          <a:custGeom>
            <a:avLst/>
            <a:gdLst/>
            <a:ahLst/>
            <a:cxnLst/>
            <a:rect l="0" t="0" r="r" b="b"/>
            <a:pathLst>
              <a:path w="34861" h="34861">
                <a:moveTo>
                  <a:pt x="0" y="0"/>
                </a:moveTo>
                <a:lnTo>
                  <a:pt x="34861" y="0"/>
                </a:lnTo>
                <a:lnTo>
                  <a:pt x="34861" y="34861"/>
                </a:lnTo>
                <a:lnTo>
                  <a:pt x="0" y="34861"/>
                </a:lnTo>
                <a:close/>
              </a:path>
            </a:pathLst>
          </a:custGeom>
          <a:solidFill>
            <a:srgbClr val="FFC24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70" name="Kształt 160"/>
          <p:cNvSpPr/>
          <p:nvPr/>
        </p:nvSpPr>
        <p:spPr>
          <a:xfrm>
            <a:off x="9588575" y="4354009"/>
            <a:ext cx="34861" cy="34861"/>
          </a:xfrm>
          <a:custGeom>
            <a:avLst/>
            <a:gdLst/>
            <a:ahLst/>
            <a:cxnLst/>
            <a:rect l="0" t="0" r="r" b="b"/>
            <a:pathLst>
              <a:path w="34861" h="34861">
                <a:moveTo>
                  <a:pt x="0" y="0"/>
                </a:moveTo>
                <a:lnTo>
                  <a:pt x="34861" y="0"/>
                </a:lnTo>
                <a:lnTo>
                  <a:pt x="34861" y="34861"/>
                </a:lnTo>
                <a:lnTo>
                  <a:pt x="0" y="34861"/>
                </a:lnTo>
                <a:close/>
              </a:path>
            </a:pathLst>
          </a:custGeom>
          <a:solidFill>
            <a:srgbClr val="FFC24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71" name="Kształt 161"/>
          <p:cNvSpPr/>
          <p:nvPr/>
        </p:nvSpPr>
        <p:spPr>
          <a:xfrm>
            <a:off x="9739638" y="4179704"/>
            <a:ext cx="34861" cy="34861"/>
          </a:xfrm>
          <a:custGeom>
            <a:avLst/>
            <a:gdLst/>
            <a:ahLst/>
            <a:cxnLst/>
            <a:rect l="0" t="0" r="r" b="b"/>
            <a:pathLst>
              <a:path w="34861" h="34861">
                <a:moveTo>
                  <a:pt x="0" y="0"/>
                </a:moveTo>
                <a:lnTo>
                  <a:pt x="34861" y="0"/>
                </a:lnTo>
                <a:lnTo>
                  <a:pt x="34861" y="34861"/>
                </a:lnTo>
                <a:lnTo>
                  <a:pt x="0" y="34861"/>
                </a:lnTo>
                <a:close/>
              </a:path>
            </a:pathLst>
          </a:custGeom>
          <a:solidFill>
            <a:srgbClr val="FFC24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72" name="Kształt 162"/>
          <p:cNvSpPr/>
          <p:nvPr/>
        </p:nvSpPr>
        <p:spPr>
          <a:xfrm>
            <a:off x="9762879" y="4249426"/>
            <a:ext cx="34861" cy="34861"/>
          </a:xfrm>
          <a:custGeom>
            <a:avLst/>
            <a:gdLst/>
            <a:ahLst/>
            <a:cxnLst/>
            <a:rect l="0" t="0" r="r" b="b"/>
            <a:pathLst>
              <a:path w="34861" h="34861">
                <a:moveTo>
                  <a:pt x="0" y="0"/>
                </a:moveTo>
                <a:lnTo>
                  <a:pt x="34861" y="0"/>
                </a:lnTo>
                <a:lnTo>
                  <a:pt x="34861" y="34861"/>
                </a:lnTo>
                <a:lnTo>
                  <a:pt x="0" y="34861"/>
                </a:lnTo>
                <a:close/>
              </a:path>
            </a:pathLst>
          </a:custGeom>
          <a:solidFill>
            <a:srgbClr val="FFC24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73" name="Kształt 163"/>
          <p:cNvSpPr/>
          <p:nvPr/>
        </p:nvSpPr>
        <p:spPr>
          <a:xfrm>
            <a:off x="9867462" y="4330768"/>
            <a:ext cx="34861" cy="34861"/>
          </a:xfrm>
          <a:custGeom>
            <a:avLst/>
            <a:gdLst/>
            <a:ahLst/>
            <a:cxnLst/>
            <a:rect l="0" t="0" r="r" b="b"/>
            <a:pathLst>
              <a:path w="34861" h="34861">
                <a:moveTo>
                  <a:pt x="0" y="0"/>
                </a:moveTo>
                <a:lnTo>
                  <a:pt x="34861" y="0"/>
                </a:lnTo>
                <a:lnTo>
                  <a:pt x="34861" y="34861"/>
                </a:lnTo>
                <a:lnTo>
                  <a:pt x="0" y="34861"/>
                </a:lnTo>
                <a:close/>
              </a:path>
            </a:pathLst>
          </a:custGeom>
          <a:solidFill>
            <a:srgbClr val="FFC24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74" name="Kształt 164"/>
          <p:cNvSpPr/>
          <p:nvPr/>
        </p:nvSpPr>
        <p:spPr>
          <a:xfrm>
            <a:off x="10030146" y="4261046"/>
            <a:ext cx="34861" cy="34861"/>
          </a:xfrm>
          <a:custGeom>
            <a:avLst/>
            <a:gdLst/>
            <a:ahLst/>
            <a:cxnLst/>
            <a:rect l="0" t="0" r="r" b="b"/>
            <a:pathLst>
              <a:path w="34861" h="34861">
                <a:moveTo>
                  <a:pt x="0" y="0"/>
                </a:moveTo>
                <a:lnTo>
                  <a:pt x="34861" y="0"/>
                </a:lnTo>
                <a:lnTo>
                  <a:pt x="34861" y="34861"/>
                </a:lnTo>
                <a:lnTo>
                  <a:pt x="0" y="34861"/>
                </a:lnTo>
                <a:close/>
              </a:path>
            </a:pathLst>
          </a:custGeom>
          <a:solidFill>
            <a:srgbClr val="FFC24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75" name="Kształt 165"/>
          <p:cNvSpPr/>
          <p:nvPr/>
        </p:nvSpPr>
        <p:spPr>
          <a:xfrm>
            <a:off x="10099867" y="4319148"/>
            <a:ext cx="34861" cy="34861"/>
          </a:xfrm>
          <a:custGeom>
            <a:avLst/>
            <a:gdLst/>
            <a:ahLst/>
            <a:cxnLst/>
            <a:rect l="0" t="0" r="r" b="b"/>
            <a:pathLst>
              <a:path w="34861" h="34861">
                <a:moveTo>
                  <a:pt x="0" y="0"/>
                </a:moveTo>
                <a:lnTo>
                  <a:pt x="34861" y="0"/>
                </a:lnTo>
                <a:lnTo>
                  <a:pt x="34861" y="34861"/>
                </a:lnTo>
                <a:lnTo>
                  <a:pt x="0" y="34861"/>
                </a:lnTo>
                <a:close/>
              </a:path>
            </a:pathLst>
          </a:custGeom>
          <a:solidFill>
            <a:srgbClr val="FFC24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76" name="Kształt 166"/>
          <p:cNvSpPr/>
          <p:nvPr/>
        </p:nvSpPr>
        <p:spPr>
          <a:xfrm>
            <a:off x="9710588" y="3784615"/>
            <a:ext cx="23241" cy="650736"/>
          </a:xfrm>
          <a:custGeom>
            <a:avLst/>
            <a:gdLst/>
            <a:ahLst/>
            <a:cxnLst/>
            <a:rect l="0" t="0" r="r" b="b"/>
            <a:pathLst>
              <a:path w="23241" h="650736">
                <a:moveTo>
                  <a:pt x="0" y="0"/>
                </a:moveTo>
                <a:lnTo>
                  <a:pt x="23241" y="0"/>
                </a:lnTo>
                <a:lnTo>
                  <a:pt x="23241" y="650736"/>
                </a:lnTo>
                <a:lnTo>
                  <a:pt x="0" y="650736"/>
                </a:lnTo>
                <a:close/>
              </a:path>
            </a:pathLst>
          </a:custGeom>
          <a:solidFill>
            <a:srgbClr val="2D3566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77" name="Kształt 167"/>
          <p:cNvSpPr/>
          <p:nvPr/>
        </p:nvSpPr>
        <p:spPr>
          <a:xfrm>
            <a:off x="9263207" y="4098362"/>
            <a:ext cx="918003" cy="23241"/>
          </a:xfrm>
          <a:custGeom>
            <a:avLst/>
            <a:gdLst/>
            <a:ahLst/>
            <a:cxnLst/>
            <a:rect l="0" t="0" r="r" b="b"/>
            <a:pathLst>
              <a:path w="918003" h="23241">
                <a:moveTo>
                  <a:pt x="0" y="0"/>
                </a:moveTo>
                <a:lnTo>
                  <a:pt x="918003" y="0"/>
                </a:lnTo>
                <a:lnTo>
                  <a:pt x="918003" y="23241"/>
                </a:lnTo>
                <a:lnTo>
                  <a:pt x="0" y="23241"/>
                </a:lnTo>
                <a:close/>
              </a:path>
            </a:pathLst>
          </a:custGeom>
          <a:solidFill>
            <a:srgbClr val="2D3566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78" name="Kształt 168"/>
          <p:cNvSpPr/>
          <p:nvPr/>
        </p:nvSpPr>
        <p:spPr>
          <a:xfrm>
            <a:off x="9042421" y="4679377"/>
            <a:ext cx="2324057" cy="569394"/>
          </a:xfrm>
          <a:custGeom>
            <a:avLst/>
            <a:gdLst/>
            <a:ahLst/>
            <a:cxnLst/>
            <a:rect l="0" t="0" r="r" b="b"/>
            <a:pathLst>
              <a:path w="2324057" h="569394">
                <a:moveTo>
                  <a:pt x="0" y="81342"/>
                </a:moveTo>
                <a:lnTo>
                  <a:pt x="2324057" y="0"/>
                </a:lnTo>
                <a:lnTo>
                  <a:pt x="2324057" y="569394"/>
                </a:lnTo>
                <a:lnTo>
                  <a:pt x="0" y="569394"/>
                </a:lnTo>
                <a:close/>
              </a:path>
            </a:pathLst>
          </a:custGeom>
          <a:solidFill>
            <a:srgbClr val="5A3A2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79" name="Kształt 169"/>
          <p:cNvSpPr/>
          <p:nvPr/>
        </p:nvSpPr>
        <p:spPr>
          <a:xfrm>
            <a:off x="9042421" y="4679377"/>
            <a:ext cx="2324057" cy="127823"/>
          </a:xfrm>
          <a:custGeom>
            <a:avLst/>
            <a:gdLst/>
            <a:ahLst/>
            <a:cxnLst/>
            <a:rect l="0" t="0" r="r" b="b"/>
            <a:pathLst>
              <a:path w="2324057" h="127823">
                <a:moveTo>
                  <a:pt x="0" y="81342"/>
                </a:moveTo>
                <a:lnTo>
                  <a:pt x="2324057" y="0"/>
                </a:lnTo>
                <a:lnTo>
                  <a:pt x="2324057" y="46481"/>
                </a:lnTo>
                <a:lnTo>
                  <a:pt x="0" y="127823"/>
                </a:lnTo>
                <a:close/>
              </a:path>
            </a:pathLst>
          </a:custGeom>
          <a:solidFill>
            <a:srgbClr val="6D402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80" name="Kształt 170"/>
          <p:cNvSpPr/>
          <p:nvPr/>
        </p:nvSpPr>
        <p:spPr>
          <a:xfrm>
            <a:off x="9560686" y="4307528"/>
            <a:ext cx="51129" cy="45319"/>
          </a:xfrm>
          <a:custGeom>
            <a:avLst/>
            <a:gdLst/>
            <a:ahLst/>
            <a:cxnLst/>
            <a:rect l="0" t="0" r="r" b="b"/>
            <a:pathLst>
              <a:path w="51129" h="45319">
                <a:moveTo>
                  <a:pt x="51129" y="0"/>
                </a:moveTo>
                <a:lnTo>
                  <a:pt x="24984" y="45319"/>
                </a:lnTo>
                <a:lnTo>
                  <a:pt x="0" y="20336"/>
                </a:lnTo>
                <a:close/>
              </a:path>
            </a:pathLst>
          </a:custGeom>
          <a:solidFill>
            <a:srgbClr val="E9D290"/>
          </a:solidFill>
          <a:ln w="3486">
            <a:solidFill>
              <a:srgbClr val="E9D290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81" name="Kształt 171"/>
          <p:cNvSpPr/>
          <p:nvPr/>
        </p:nvSpPr>
        <p:spPr>
          <a:xfrm>
            <a:off x="9560686" y="4302298"/>
            <a:ext cx="51129" cy="25565"/>
          </a:xfrm>
          <a:custGeom>
            <a:avLst/>
            <a:gdLst/>
            <a:ahLst/>
            <a:cxnLst/>
            <a:rect l="0" t="0" r="r" b="b"/>
            <a:pathLst>
              <a:path w="51129" h="25565">
                <a:moveTo>
                  <a:pt x="51129" y="5229"/>
                </a:moveTo>
                <a:lnTo>
                  <a:pt x="0" y="25565"/>
                </a:lnTo>
                <a:lnTo>
                  <a:pt x="15106" y="0"/>
                </a:lnTo>
                <a:close/>
              </a:path>
            </a:pathLst>
          </a:custGeom>
          <a:solidFill>
            <a:srgbClr val="F6E7B8"/>
          </a:solidFill>
          <a:ln w="3486">
            <a:solidFill>
              <a:srgbClr val="F6E7B8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82" name="Kształt 172"/>
          <p:cNvSpPr/>
          <p:nvPr/>
        </p:nvSpPr>
        <p:spPr>
          <a:xfrm>
            <a:off x="9529311" y="4295907"/>
            <a:ext cx="46481" cy="31956"/>
          </a:xfrm>
          <a:custGeom>
            <a:avLst/>
            <a:gdLst/>
            <a:ahLst/>
            <a:cxnLst/>
            <a:rect l="0" t="0" r="r" b="b"/>
            <a:pathLst>
              <a:path w="46481" h="31956">
                <a:moveTo>
                  <a:pt x="0" y="0"/>
                </a:moveTo>
                <a:lnTo>
                  <a:pt x="46481" y="6391"/>
                </a:lnTo>
                <a:lnTo>
                  <a:pt x="31375" y="31956"/>
                </a:lnTo>
                <a:close/>
              </a:path>
            </a:pathLst>
          </a:custGeom>
          <a:solidFill>
            <a:srgbClr val="F9ECC3"/>
          </a:solidFill>
          <a:ln w="3486">
            <a:solidFill>
              <a:srgbClr val="F9ECC3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83" name="Kształt 173"/>
          <p:cNvSpPr/>
          <p:nvPr/>
        </p:nvSpPr>
        <p:spPr>
          <a:xfrm>
            <a:off x="9526406" y="4334254"/>
            <a:ext cx="59263" cy="29632"/>
          </a:xfrm>
          <a:custGeom>
            <a:avLst/>
            <a:gdLst/>
            <a:ahLst/>
            <a:cxnLst/>
            <a:rect l="0" t="0" r="r" b="b"/>
            <a:pathLst>
              <a:path w="59263" h="29632">
                <a:moveTo>
                  <a:pt x="59263" y="18592"/>
                </a:moveTo>
                <a:lnTo>
                  <a:pt x="0" y="29632"/>
                </a:lnTo>
                <a:lnTo>
                  <a:pt x="1743" y="0"/>
                </a:lnTo>
                <a:close/>
              </a:path>
            </a:pathLst>
          </a:custGeom>
          <a:solidFill>
            <a:srgbClr val="EEDAA0"/>
          </a:solidFill>
          <a:ln w="3486">
            <a:solidFill>
              <a:srgbClr val="EEDAA0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84" name="Kształt 174"/>
          <p:cNvSpPr/>
          <p:nvPr/>
        </p:nvSpPr>
        <p:spPr>
          <a:xfrm>
            <a:off x="9528149" y="4327863"/>
            <a:ext cx="57520" cy="24984"/>
          </a:xfrm>
          <a:custGeom>
            <a:avLst/>
            <a:gdLst/>
            <a:ahLst/>
            <a:cxnLst/>
            <a:rect l="0" t="0" r="r" b="b"/>
            <a:pathLst>
              <a:path w="57520" h="24984">
                <a:moveTo>
                  <a:pt x="57520" y="24984"/>
                </a:moveTo>
                <a:lnTo>
                  <a:pt x="0" y="6391"/>
                </a:lnTo>
                <a:lnTo>
                  <a:pt x="32537" y="0"/>
                </a:lnTo>
                <a:close/>
              </a:path>
            </a:pathLst>
          </a:custGeom>
          <a:solidFill>
            <a:srgbClr val="ECD699"/>
          </a:solidFill>
          <a:ln w="3486">
            <a:solidFill>
              <a:srgbClr val="ECD699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85" name="Kształt 175"/>
          <p:cNvSpPr/>
          <p:nvPr/>
        </p:nvSpPr>
        <p:spPr>
          <a:xfrm>
            <a:off x="9528149" y="4295907"/>
            <a:ext cx="32537" cy="38347"/>
          </a:xfrm>
          <a:custGeom>
            <a:avLst/>
            <a:gdLst/>
            <a:ahLst/>
            <a:cxnLst/>
            <a:rect l="0" t="0" r="r" b="b"/>
            <a:pathLst>
              <a:path w="32537" h="38347">
                <a:moveTo>
                  <a:pt x="1162" y="0"/>
                </a:moveTo>
                <a:lnTo>
                  <a:pt x="32537" y="31956"/>
                </a:lnTo>
                <a:lnTo>
                  <a:pt x="0" y="38347"/>
                </a:lnTo>
                <a:close/>
              </a:path>
            </a:pathLst>
          </a:custGeom>
          <a:solidFill>
            <a:srgbClr val="FDF3D0"/>
          </a:solidFill>
          <a:ln w="3486">
            <a:solidFill>
              <a:srgbClr val="FDF3D0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86" name="Kształt 176"/>
          <p:cNvSpPr/>
          <p:nvPr/>
        </p:nvSpPr>
        <p:spPr>
          <a:xfrm>
            <a:off x="9479344" y="4316243"/>
            <a:ext cx="47062" cy="47643"/>
          </a:xfrm>
          <a:custGeom>
            <a:avLst/>
            <a:gdLst/>
            <a:ahLst/>
            <a:cxnLst/>
            <a:rect l="0" t="0" r="r" b="b"/>
            <a:pathLst>
              <a:path w="47062" h="47643">
                <a:moveTo>
                  <a:pt x="47062" y="47643"/>
                </a:moveTo>
                <a:lnTo>
                  <a:pt x="0" y="16268"/>
                </a:lnTo>
                <a:lnTo>
                  <a:pt x="22079" y="0"/>
                </a:lnTo>
                <a:close/>
              </a:path>
            </a:pathLst>
          </a:custGeom>
          <a:solidFill>
            <a:srgbClr val="F9ECC3"/>
          </a:solidFill>
          <a:ln w="3486">
            <a:solidFill>
              <a:srgbClr val="F9ECC3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87" name="Kształt 177"/>
          <p:cNvSpPr/>
          <p:nvPr/>
        </p:nvSpPr>
        <p:spPr>
          <a:xfrm>
            <a:off x="9501423" y="4316243"/>
            <a:ext cx="26727" cy="47643"/>
          </a:xfrm>
          <a:custGeom>
            <a:avLst/>
            <a:gdLst/>
            <a:ahLst/>
            <a:cxnLst/>
            <a:rect l="0" t="0" r="r" b="b"/>
            <a:pathLst>
              <a:path w="26727" h="47643">
                <a:moveTo>
                  <a:pt x="24984" y="47643"/>
                </a:moveTo>
                <a:lnTo>
                  <a:pt x="0" y="0"/>
                </a:lnTo>
                <a:lnTo>
                  <a:pt x="26727" y="18011"/>
                </a:lnTo>
                <a:close/>
              </a:path>
            </a:pathLst>
          </a:custGeom>
          <a:solidFill>
            <a:srgbClr val="FAEEC5"/>
          </a:solidFill>
          <a:ln w="3486">
            <a:solidFill>
              <a:srgbClr val="FAEEC5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88" name="Kształt 178"/>
          <p:cNvSpPr/>
          <p:nvPr/>
        </p:nvSpPr>
        <p:spPr>
          <a:xfrm>
            <a:off x="9501423" y="4295907"/>
            <a:ext cx="27889" cy="38347"/>
          </a:xfrm>
          <a:custGeom>
            <a:avLst/>
            <a:gdLst/>
            <a:ahLst/>
            <a:cxnLst/>
            <a:rect l="0" t="0" r="r" b="b"/>
            <a:pathLst>
              <a:path w="27889" h="38347">
                <a:moveTo>
                  <a:pt x="27889" y="0"/>
                </a:moveTo>
                <a:lnTo>
                  <a:pt x="26727" y="38347"/>
                </a:lnTo>
                <a:lnTo>
                  <a:pt x="0" y="20336"/>
                </a:lnTo>
                <a:close/>
              </a:path>
            </a:pathLst>
          </a:custGeom>
          <a:solidFill>
            <a:srgbClr val="FEF5D4"/>
          </a:solidFill>
          <a:ln w="3486">
            <a:solidFill>
              <a:srgbClr val="FEF5D4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89" name="Kształt 179"/>
          <p:cNvSpPr/>
          <p:nvPr/>
        </p:nvSpPr>
        <p:spPr>
          <a:xfrm>
            <a:off x="9479344" y="4282544"/>
            <a:ext cx="22079" cy="49967"/>
          </a:xfrm>
          <a:custGeom>
            <a:avLst/>
            <a:gdLst/>
            <a:ahLst/>
            <a:cxnLst/>
            <a:rect l="0" t="0" r="r" b="b"/>
            <a:pathLst>
              <a:path w="22079" h="49967">
                <a:moveTo>
                  <a:pt x="0" y="49967"/>
                </a:moveTo>
                <a:lnTo>
                  <a:pt x="0" y="0"/>
                </a:lnTo>
                <a:lnTo>
                  <a:pt x="22079" y="5810"/>
                </a:lnTo>
                <a:close/>
              </a:path>
            </a:pathLst>
          </a:custGeom>
          <a:solidFill>
            <a:srgbClr val="FFFBED"/>
          </a:solidFill>
          <a:ln w="3486">
            <a:solidFill>
              <a:srgbClr val="FFFBED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90" name="Kształt 180"/>
          <p:cNvSpPr/>
          <p:nvPr/>
        </p:nvSpPr>
        <p:spPr>
          <a:xfrm>
            <a:off x="9479344" y="4288354"/>
            <a:ext cx="22079" cy="44157"/>
          </a:xfrm>
          <a:custGeom>
            <a:avLst/>
            <a:gdLst/>
            <a:ahLst/>
            <a:cxnLst/>
            <a:rect l="0" t="0" r="r" b="b"/>
            <a:pathLst>
              <a:path w="22079" h="44157">
                <a:moveTo>
                  <a:pt x="0" y="44157"/>
                </a:moveTo>
                <a:lnTo>
                  <a:pt x="22079" y="0"/>
                </a:lnTo>
                <a:lnTo>
                  <a:pt x="22079" y="27889"/>
                </a:lnTo>
                <a:close/>
              </a:path>
            </a:pathLst>
          </a:custGeom>
          <a:solidFill>
            <a:srgbClr val="FFF8DF"/>
          </a:solidFill>
          <a:ln w="3486">
            <a:solidFill>
              <a:srgbClr val="FFF8D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91" name="Kształt 181"/>
          <p:cNvSpPr/>
          <p:nvPr/>
        </p:nvSpPr>
        <p:spPr>
          <a:xfrm>
            <a:off x="9501423" y="4288354"/>
            <a:ext cx="27889" cy="27889"/>
          </a:xfrm>
          <a:custGeom>
            <a:avLst/>
            <a:gdLst/>
            <a:ahLst/>
            <a:cxnLst/>
            <a:rect l="0" t="0" r="r" b="b"/>
            <a:pathLst>
              <a:path w="27889" h="27889">
                <a:moveTo>
                  <a:pt x="27889" y="7553"/>
                </a:moveTo>
                <a:lnTo>
                  <a:pt x="0" y="27889"/>
                </a:lnTo>
                <a:lnTo>
                  <a:pt x="0" y="0"/>
                </a:lnTo>
                <a:close/>
              </a:path>
            </a:pathLst>
          </a:custGeom>
          <a:solidFill>
            <a:srgbClr val="FFFAE6"/>
          </a:solidFill>
          <a:ln w="3486">
            <a:solidFill>
              <a:srgbClr val="FFFAE6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92" name="Kształt 182"/>
          <p:cNvSpPr/>
          <p:nvPr/>
        </p:nvSpPr>
        <p:spPr>
          <a:xfrm>
            <a:off x="9479344" y="4251169"/>
            <a:ext cx="48805" cy="31375"/>
          </a:xfrm>
          <a:custGeom>
            <a:avLst/>
            <a:gdLst/>
            <a:ahLst/>
            <a:cxnLst/>
            <a:rect l="0" t="0" r="r" b="b"/>
            <a:pathLst>
              <a:path w="48805" h="31375">
                <a:moveTo>
                  <a:pt x="0" y="31375"/>
                </a:moveTo>
                <a:lnTo>
                  <a:pt x="47062" y="0"/>
                </a:lnTo>
                <a:lnTo>
                  <a:pt x="48805" y="19754"/>
                </a:lnTo>
                <a:close/>
              </a:path>
            </a:pathLst>
          </a:custGeom>
          <a:solidFill>
            <a:srgbClr val="FFFCF1"/>
          </a:solidFill>
          <a:ln w="3486">
            <a:solidFill>
              <a:srgbClr val="FFFCF1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93" name="Kształt 183"/>
          <p:cNvSpPr/>
          <p:nvPr/>
        </p:nvSpPr>
        <p:spPr>
          <a:xfrm>
            <a:off x="9479344" y="4270924"/>
            <a:ext cx="48805" cy="17430"/>
          </a:xfrm>
          <a:custGeom>
            <a:avLst/>
            <a:gdLst/>
            <a:ahLst/>
            <a:cxnLst/>
            <a:rect l="0" t="0" r="r" b="b"/>
            <a:pathLst>
              <a:path w="48805" h="17430">
                <a:moveTo>
                  <a:pt x="0" y="11620"/>
                </a:moveTo>
                <a:lnTo>
                  <a:pt x="48805" y="0"/>
                </a:lnTo>
                <a:lnTo>
                  <a:pt x="22079" y="17430"/>
                </a:lnTo>
                <a:close/>
              </a:path>
            </a:pathLst>
          </a:custGeom>
          <a:solidFill>
            <a:srgbClr val="FFFDF3"/>
          </a:solidFill>
          <a:ln w="3486">
            <a:solidFill>
              <a:srgbClr val="FFFDF3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94" name="Kształt 184"/>
          <p:cNvSpPr/>
          <p:nvPr/>
        </p:nvSpPr>
        <p:spPr>
          <a:xfrm>
            <a:off x="9501423" y="4270924"/>
            <a:ext cx="27889" cy="24984"/>
          </a:xfrm>
          <a:custGeom>
            <a:avLst/>
            <a:gdLst/>
            <a:ahLst/>
            <a:cxnLst/>
            <a:rect l="0" t="0" r="r" b="b"/>
            <a:pathLst>
              <a:path w="27889" h="24984">
                <a:moveTo>
                  <a:pt x="27889" y="24984"/>
                </a:moveTo>
                <a:lnTo>
                  <a:pt x="0" y="17430"/>
                </a:lnTo>
                <a:lnTo>
                  <a:pt x="26727" y="0"/>
                </a:lnTo>
                <a:close/>
              </a:path>
            </a:pathLst>
          </a:custGeom>
          <a:solidFill>
            <a:srgbClr val="FFFAE6"/>
          </a:solidFill>
          <a:ln w="3486">
            <a:solidFill>
              <a:srgbClr val="FFFAE6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95" name="Kształt 185"/>
          <p:cNvSpPr/>
          <p:nvPr/>
        </p:nvSpPr>
        <p:spPr>
          <a:xfrm>
            <a:off x="9526406" y="4251169"/>
            <a:ext cx="59263" cy="25565"/>
          </a:xfrm>
          <a:custGeom>
            <a:avLst/>
            <a:gdLst/>
            <a:ahLst/>
            <a:cxnLst/>
            <a:rect l="0" t="0" r="r" b="b"/>
            <a:pathLst>
              <a:path w="59263" h="25565">
                <a:moveTo>
                  <a:pt x="0" y="0"/>
                </a:moveTo>
                <a:lnTo>
                  <a:pt x="59263" y="11039"/>
                </a:lnTo>
                <a:lnTo>
                  <a:pt x="34280" y="25565"/>
                </a:lnTo>
                <a:close/>
              </a:path>
            </a:pathLst>
          </a:custGeom>
          <a:solidFill>
            <a:srgbClr val="FFFBEC"/>
          </a:solidFill>
          <a:ln w="3486">
            <a:solidFill>
              <a:srgbClr val="FFFBEC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96" name="Kształt 186"/>
          <p:cNvSpPr/>
          <p:nvPr/>
        </p:nvSpPr>
        <p:spPr>
          <a:xfrm>
            <a:off x="9526406" y="4251169"/>
            <a:ext cx="34280" cy="25565"/>
          </a:xfrm>
          <a:custGeom>
            <a:avLst/>
            <a:gdLst/>
            <a:ahLst/>
            <a:cxnLst/>
            <a:rect l="0" t="0" r="r" b="b"/>
            <a:pathLst>
              <a:path w="34280" h="25565">
                <a:moveTo>
                  <a:pt x="0" y="0"/>
                </a:moveTo>
                <a:lnTo>
                  <a:pt x="34280" y="25565"/>
                </a:lnTo>
                <a:lnTo>
                  <a:pt x="1743" y="19754"/>
                </a:lnTo>
                <a:close/>
              </a:path>
            </a:pathLst>
          </a:custGeom>
          <a:solidFill>
            <a:srgbClr val="FFFBEA"/>
          </a:solidFill>
          <a:ln w="3486">
            <a:solidFill>
              <a:srgbClr val="FFFBEA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97" name="Kształt 187"/>
          <p:cNvSpPr/>
          <p:nvPr/>
        </p:nvSpPr>
        <p:spPr>
          <a:xfrm>
            <a:off x="9528149" y="4270924"/>
            <a:ext cx="32537" cy="24984"/>
          </a:xfrm>
          <a:custGeom>
            <a:avLst/>
            <a:gdLst/>
            <a:ahLst/>
            <a:cxnLst/>
            <a:rect l="0" t="0" r="r" b="b"/>
            <a:pathLst>
              <a:path w="32537" h="24984">
                <a:moveTo>
                  <a:pt x="1162" y="24984"/>
                </a:moveTo>
                <a:lnTo>
                  <a:pt x="0" y="0"/>
                </a:lnTo>
                <a:lnTo>
                  <a:pt x="32537" y="5810"/>
                </a:lnTo>
                <a:close/>
              </a:path>
            </a:pathLst>
          </a:custGeom>
          <a:solidFill>
            <a:srgbClr val="FFFAE8"/>
          </a:solidFill>
          <a:ln w="3486">
            <a:solidFill>
              <a:srgbClr val="FFFAE8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98" name="Kształt 188"/>
          <p:cNvSpPr/>
          <p:nvPr/>
        </p:nvSpPr>
        <p:spPr>
          <a:xfrm>
            <a:off x="9575792" y="4262208"/>
            <a:ext cx="36023" cy="45319"/>
          </a:xfrm>
          <a:custGeom>
            <a:avLst/>
            <a:gdLst/>
            <a:ahLst/>
            <a:cxnLst/>
            <a:rect l="0" t="0" r="r" b="b"/>
            <a:pathLst>
              <a:path w="36023" h="45319">
                <a:moveTo>
                  <a:pt x="9877" y="0"/>
                </a:moveTo>
                <a:lnTo>
                  <a:pt x="36023" y="45319"/>
                </a:lnTo>
                <a:lnTo>
                  <a:pt x="0" y="40090"/>
                </a:lnTo>
                <a:close/>
              </a:path>
            </a:pathLst>
          </a:custGeom>
          <a:solidFill>
            <a:srgbClr val="F8EBC1"/>
          </a:solidFill>
          <a:ln w="3486">
            <a:solidFill>
              <a:srgbClr val="F8EBC1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99" name="Kształt 189"/>
          <p:cNvSpPr/>
          <p:nvPr/>
        </p:nvSpPr>
        <p:spPr>
          <a:xfrm>
            <a:off x="9560686" y="4262208"/>
            <a:ext cx="24984" cy="40090"/>
          </a:xfrm>
          <a:custGeom>
            <a:avLst/>
            <a:gdLst/>
            <a:ahLst/>
            <a:cxnLst/>
            <a:rect l="0" t="0" r="r" b="b"/>
            <a:pathLst>
              <a:path w="24984" h="40090">
                <a:moveTo>
                  <a:pt x="24984" y="0"/>
                </a:moveTo>
                <a:lnTo>
                  <a:pt x="15106" y="40090"/>
                </a:lnTo>
                <a:lnTo>
                  <a:pt x="0" y="14525"/>
                </a:lnTo>
                <a:close/>
              </a:path>
            </a:pathLst>
          </a:custGeom>
          <a:solidFill>
            <a:srgbClr val="FFF8DE"/>
          </a:solidFill>
          <a:ln w="3486">
            <a:solidFill>
              <a:srgbClr val="FFF8DE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00" name="Kształt 190"/>
          <p:cNvSpPr/>
          <p:nvPr/>
        </p:nvSpPr>
        <p:spPr>
          <a:xfrm>
            <a:off x="9529311" y="4276734"/>
            <a:ext cx="46481" cy="25565"/>
          </a:xfrm>
          <a:custGeom>
            <a:avLst/>
            <a:gdLst/>
            <a:ahLst/>
            <a:cxnLst/>
            <a:rect l="0" t="0" r="r" b="b"/>
            <a:pathLst>
              <a:path w="46481" h="25565">
                <a:moveTo>
                  <a:pt x="0" y="19173"/>
                </a:moveTo>
                <a:lnTo>
                  <a:pt x="31375" y="0"/>
                </a:lnTo>
                <a:lnTo>
                  <a:pt x="46481" y="25565"/>
                </a:lnTo>
                <a:close/>
              </a:path>
            </a:pathLst>
          </a:custGeom>
          <a:solidFill>
            <a:srgbClr val="FFF6D8"/>
          </a:solidFill>
          <a:ln w="3486">
            <a:solidFill>
              <a:srgbClr val="FFF6D8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01" name="Kształt 191"/>
          <p:cNvSpPr/>
          <p:nvPr/>
        </p:nvSpPr>
        <p:spPr>
          <a:xfrm>
            <a:off x="9665269" y="4261046"/>
            <a:ext cx="51129" cy="45319"/>
          </a:xfrm>
          <a:custGeom>
            <a:avLst/>
            <a:gdLst/>
            <a:ahLst/>
            <a:cxnLst/>
            <a:rect l="0" t="0" r="r" b="b"/>
            <a:pathLst>
              <a:path w="51129" h="45319">
                <a:moveTo>
                  <a:pt x="51129" y="0"/>
                </a:moveTo>
                <a:lnTo>
                  <a:pt x="24984" y="45319"/>
                </a:lnTo>
                <a:lnTo>
                  <a:pt x="0" y="20336"/>
                </a:lnTo>
                <a:close/>
              </a:path>
            </a:pathLst>
          </a:custGeom>
          <a:solidFill>
            <a:srgbClr val="E8D18D"/>
          </a:solidFill>
          <a:ln w="3486">
            <a:solidFill>
              <a:srgbClr val="E8D18D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02" name="Kształt 192"/>
          <p:cNvSpPr/>
          <p:nvPr/>
        </p:nvSpPr>
        <p:spPr>
          <a:xfrm>
            <a:off x="9665269" y="4255817"/>
            <a:ext cx="51129" cy="25565"/>
          </a:xfrm>
          <a:custGeom>
            <a:avLst/>
            <a:gdLst/>
            <a:ahLst/>
            <a:cxnLst/>
            <a:rect l="0" t="0" r="r" b="b"/>
            <a:pathLst>
              <a:path w="51129" h="25565">
                <a:moveTo>
                  <a:pt x="51129" y="5229"/>
                </a:moveTo>
                <a:lnTo>
                  <a:pt x="0" y="25565"/>
                </a:lnTo>
                <a:lnTo>
                  <a:pt x="15106" y="0"/>
                </a:lnTo>
                <a:close/>
              </a:path>
            </a:pathLst>
          </a:custGeom>
          <a:solidFill>
            <a:srgbClr val="F1DEA1"/>
          </a:solidFill>
          <a:ln w="3486">
            <a:solidFill>
              <a:srgbClr val="F1DEA1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03" name="Kształt 193"/>
          <p:cNvSpPr/>
          <p:nvPr/>
        </p:nvSpPr>
        <p:spPr>
          <a:xfrm>
            <a:off x="9633894" y="4249426"/>
            <a:ext cx="46481" cy="31956"/>
          </a:xfrm>
          <a:custGeom>
            <a:avLst/>
            <a:gdLst/>
            <a:ahLst/>
            <a:cxnLst/>
            <a:rect l="0" t="0" r="r" b="b"/>
            <a:pathLst>
              <a:path w="46481" h="31956">
                <a:moveTo>
                  <a:pt x="0" y="0"/>
                </a:moveTo>
                <a:lnTo>
                  <a:pt x="46481" y="6391"/>
                </a:lnTo>
                <a:lnTo>
                  <a:pt x="31375" y="31956"/>
                </a:lnTo>
                <a:close/>
              </a:path>
            </a:pathLst>
          </a:custGeom>
          <a:solidFill>
            <a:srgbClr val="F4E1A6"/>
          </a:solidFill>
          <a:ln w="3486">
            <a:solidFill>
              <a:srgbClr val="F4E1A6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04" name="Kształt 194"/>
          <p:cNvSpPr/>
          <p:nvPr/>
        </p:nvSpPr>
        <p:spPr>
          <a:xfrm>
            <a:off x="9630989" y="4287773"/>
            <a:ext cx="59263" cy="29632"/>
          </a:xfrm>
          <a:custGeom>
            <a:avLst/>
            <a:gdLst/>
            <a:ahLst/>
            <a:cxnLst/>
            <a:rect l="0" t="0" r="r" b="b"/>
            <a:pathLst>
              <a:path w="59263" h="29632">
                <a:moveTo>
                  <a:pt x="59263" y="18592"/>
                </a:moveTo>
                <a:lnTo>
                  <a:pt x="0" y="29632"/>
                </a:lnTo>
                <a:lnTo>
                  <a:pt x="1743" y="0"/>
                </a:lnTo>
                <a:close/>
              </a:path>
            </a:pathLst>
          </a:custGeom>
          <a:solidFill>
            <a:srgbClr val="ECD695"/>
          </a:solidFill>
          <a:ln w="3486">
            <a:solidFill>
              <a:srgbClr val="ECD695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05" name="Kształt 195"/>
          <p:cNvSpPr/>
          <p:nvPr/>
        </p:nvSpPr>
        <p:spPr>
          <a:xfrm>
            <a:off x="9632732" y="4281382"/>
            <a:ext cx="57520" cy="24984"/>
          </a:xfrm>
          <a:custGeom>
            <a:avLst/>
            <a:gdLst/>
            <a:ahLst/>
            <a:cxnLst/>
            <a:rect l="0" t="0" r="r" b="b"/>
            <a:pathLst>
              <a:path w="57520" h="24984">
                <a:moveTo>
                  <a:pt x="57520" y="24984"/>
                </a:moveTo>
                <a:lnTo>
                  <a:pt x="0" y="6391"/>
                </a:lnTo>
                <a:lnTo>
                  <a:pt x="32537" y="0"/>
                </a:lnTo>
                <a:close/>
              </a:path>
            </a:pathLst>
          </a:custGeom>
          <a:solidFill>
            <a:srgbClr val="EAD491"/>
          </a:solidFill>
          <a:ln w="3486">
            <a:solidFill>
              <a:srgbClr val="EAD491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06" name="Kształt 196"/>
          <p:cNvSpPr/>
          <p:nvPr/>
        </p:nvSpPr>
        <p:spPr>
          <a:xfrm>
            <a:off x="9632732" y="4249426"/>
            <a:ext cx="32537" cy="38347"/>
          </a:xfrm>
          <a:custGeom>
            <a:avLst/>
            <a:gdLst/>
            <a:ahLst/>
            <a:cxnLst/>
            <a:rect l="0" t="0" r="r" b="b"/>
            <a:pathLst>
              <a:path w="32537" h="38347">
                <a:moveTo>
                  <a:pt x="1162" y="0"/>
                </a:moveTo>
                <a:lnTo>
                  <a:pt x="32537" y="31956"/>
                </a:lnTo>
                <a:lnTo>
                  <a:pt x="0" y="38347"/>
                </a:lnTo>
                <a:close/>
              </a:path>
            </a:pathLst>
          </a:custGeom>
          <a:solidFill>
            <a:srgbClr val="F7E5AD"/>
          </a:solidFill>
          <a:ln w="3486">
            <a:solidFill>
              <a:srgbClr val="F7E5AD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07" name="Kształt 197"/>
          <p:cNvSpPr/>
          <p:nvPr/>
        </p:nvSpPr>
        <p:spPr>
          <a:xfrm>
            <a:off x="9583927" y="4269762"/>
            <a:ext cx="47062" cy="47643"/>
          </a:xfrm>
          <a:custGeom>
            <a:avLst/>
            <a:gdLst/>
            <a:ahLst/>
            <a:cxnLst/>
            <a:rect l="0" t="0" r="r" b="b"/>
            <a:pathLst>
              <a:path w="47062" h="47643">
                <a:moveTo>
                  <a:pt x="47062" y="47643"/>
                </a:moveTo>
                <a:lnTo>
                  <a:pt x="0" y="16268"/>
                </a:lnTo>
                <a:lnTo>
                  <a:pt x="22079" y="0"/>
                </a:lnTo>
                <a:close/>
              </a:path>
            </a:pathLst>
          </a:custGeom>
          <a:solidFill>
            <a:srgbClr val="F4E1A7"/>
          </a:solidFill>
          <a:ln w="3486">
            <a:solidFill>
              <a:srgbClr val="F4E1A7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08" name="Kształt 198"/>
          <p:cNvSpPr/>
          <p:nvPr/>
        </p:nvSpPr>
        <p:spPr>
          <a:xfrm>
            <a:off x="9606005" y="4269762"/>
            <a:ext cx="26727" cy="47643"/>
          </a:xfrm>
          <a:custGeom>
            <a:avLst/>
            <a:gdLst/>
            <a:ahLst/>
            <a:cxnLst/>
            <a:rect l="0" t="0" r="r" b="b"/>
            <a:pathLst>
              <a:path w="26727" h="47643">
                <a:moveTo>
                  <a:pt x="24984" y="47643"/>
                </a:moveTo>
                <a:lnTo>
                  <a:pt x="0" y="0"/>
                </a:lnTo>
                <a:lnTo>
                  <a:pt x="26727" y="18011"/>
                </a:lnTo>
                <a:close/>
              </a:path>
            </a:pathLst>
          </a:custGeom>
          <a:solidFill>
            <a:srgbClr val="F4E2A8"/>
          </a:solidFill>
          <a:ln w="3486">
            <a:solidFill>
              <a:srgbClr val="F4E2A8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09" name="Kształt 199"/>
          <p:cNvSpPr/>
          <p:nvPr/>
        </p:nvSpPr>
        <p:spPr>
          <a:xfrm>
            <a:off x="9606005" y="4249426"/>
            <a:ext cx="27889" cy="38347"/>
          </a:xfrm>
          <a:custGeom>
            <a:avLst/>
            <a:gdLst/>
            <a:ahLst/>
            <a:cxnLst/>
            <a:rect l="0" t="0" r="r" b="b"/>
            <a:pathLst>
              <a:path w="27889" h="38347">
                <a:moveTo>
                  <a:pt x="27889" y="0"/>
                </a:moveTo>
                <a:lnTo>
                  <a:pt x="26727" y="38347"/>
                </a:lnTo>
                <a:lnTo>
                  <a:pt x="0" y="20336"/>
                </a:lnTo>
                <a:close/>
              </a:path>
            </a:pathLst>
          </a:custGeom>
          <a:solidFill>
            <a:srgbClr val="F8E6AF"/>
          </a:solidFill>
          <a:ln w="3486">
            <a:solidFill>
              <a:srgbClr val="F8E6A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10" name="Kształt 200"/>
          <p:cNvSpPr/>
          <p:nvPr/>
        </p:nvSpPr>
        <p:spPr>
          <a:xfrm>
            <a:off x="9583927" y="4236063"/>
            <a:ext cx="22079" cy="49967"/>
          </a:xfrm>
          <a:custGeom>
            <a:avLst/>
            <a:gdLst/>
            <a:ahLst/>
            <a:cxnLst/>
            <a:rect l="0" t="0" r="r" b="b"/>
            <a:pathLst>
              <a:path w="22079" h="49967">
                <a:moveTo>
                  <a:pt x="0" y="49967"/>
                </a:moveTo>
                <a:lnTo>
                  <a:pt x="0" y="0"/>
                </a:lnTo>
                <a:lnTo>
                  <a:pt x="22079" y="5810"/>
                </a:lnTo>
                <a:close/>
              </a:path>
            </a:pathLst>
          </a:custGeom>
          <a:solidFill>
            <a:srgbClr val="FDF8E4"/>
          </a:solidFill>
          <a:ln w="3486">
            <a:solidFill>
              <a:srgbClr val="FDF8E4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11" name="Kształt 201"/>
          <p:cNvSpPr/>
          <p:nvPr/>
        </p:nvSpPr>
        <p:spPr>
          <a:xfrm>
            <a:off x="9583927" y="4241873"/>
            <a:ext cx="22079" cy="44157"/>
          </a:xfrm>
          <a:custGeom>
            <a:avLst/>
            <a:gdLst/>
            <a:ahLst/>
            <a:cxnLst/>
            <a:rect l="0" t="0" r="r" b="b"/>
            <a:pathLst>
              <a:path w="22079" h="44157">
                <a:moveTo>
                  <a:pt x="0" y="44157"/>
                </a:moveTo>
                <a:lnTo>
                  <a:pt x="22079" y="0"/>
                </a:lnTo>
                <a:lnTo>
                  <a:pt x="22079" y="27889"/>
                </a:lnTo>
                <a:close/>
              </a:path>
            </a:pathLst>
          </a:custGeom>
          <a:solidFill>
            <a:srgbClr val="FAEDC3"/>
          </a:solidFill>
          <a:ln w="3486">
            <a:solidFill>
              <a:srgbClr val="FAEDC3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12" name="Kształt 202"/>
          <p:cNvSpPr/>
          <p:nvPr/>
        </p:nvSpPr>
        <p:spPr>
          <a:xfrm>
            <a:off x="9606005" y="4241873"/>
            <a:ext cx="27889" cy="27889"/>
          </a:xfrm>
          <a:custGeom>
            <a:avLst/>
            <a:gdLst/>
            <a:ahLst/>
            <a:cxnLst/>
            <a:rect l="0" t="0" r="r" b="b"/>
            <a:pathLst>
              <a:path w="27889" h="27889">
                <a:moveTo>
                  <a:pt x="27889" y="7553"/>
                </a:moveTo>
                <a:lnTo>
                  <a:pt x="0" y="27889"/>
                </a:lnTo>
                <a:lnTo>
                  <a:pt x="0" y="0"/>
                </a:lnTo>
                <a:close/>
              </a:path>
            </a:pathLst>
          </a:custGeom>
          <a:solidFill>
            <a:srgbClr val="FCF3D5"/>
          </a:solidFill>
          <a:ln w="3486">
            <a:solidFill>
              <a:srgbClr val="FCF3D5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13" name="Kształt 203"/>
          <p:cNvSpPr/>
          <p:nvPr/>
        </p:nvSpPr>
        <p:spPr>
          <a:xfrm>
            <a:off x="9583927" y="4204688"/>
            <a:ext cx="48805" cy="31375"/>
          </a:xfrm>
          <a:custGeom>
            <a:avLst/>
            <a:gdLst/>
            <a:ahLst/>
            <a:cxnLst/>
            <a:rect l="0" t="0" r="r" b="b"/>
            <a:pathLst>
              <a:path w="48805" h="31375">
                <a:moveTo>
                  <a:pt x="0" y="31375"/>
                </a:moveTo>
                <a:lnTo>
                  <a:pt x="47062" y="0"/>
                </a:lnTo>
                <a:lnTo>
                  <a:pt x="48805" y="19754"/>
                </a:lnTo>
                <a:close/>
              </a:path>
            </a:pathLst>
          </a:custGeom>
          <a:solidFill>
            <a:srgbClr val="FEFBEE"/>
          </a:solidFill>
          <a:ln w="3486">
            <a:solidFill>
              <a:srgbClr val="FEFBEE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14" name="Kształt 204"/>
          <p:cNvSpPr/>
          <p:nvPr/>
        </p:nvSpPr>
        <p:spPr>
          <a:xfrm>
            <a:off x="9583927" y="4224443"/>
            <a:ext cx="48805" cy="17430"/>
          </a:xfrm>
          <a:custGeom>
            <a:avLst/>
            <a:gdLst/>
            <a:ahLst/>
            <a:cxnLst/>
            <a:rect l="0" t="0" r="r" b="b"/>
            <a:pathLst>
              <a:path w="48805" h="17430">
                <a:moveTo>
                  <a:pt x="0" y="11620"/>
                </a:moveTo>
                <a:lnTo>
                  <a:pt x="48805" y="0"/>
                </a:lnTo>
                <a:lnTo>
                  <a:pt x="22079" y="17430"/>
                </a:lnTo>
                <a:close/>
              </a:path>
            </a:pathLst>
          </a:custGeom>
          <a:solidFill>
            <a:srgbClr val="FFFCF2"/>
          </a:solidFill>
          <a:ln w="3486">
            <a:solidFill>
              <a:srgbClr val="FFFCF2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15" name="Kształt 205"/>
          <p:cNvSpPr/>
          <p:nvPr/>
        </p:nvSpPr>
        <p:spPr>
          <a:xfrm>
            <a:off x="9606005" y="4224443"/>
            <a:ext cx="27889" cy="24984"/>
          </a:xfrm>
          <a:custGeom>
            <a:avLst/>
            <a:gdLst/>
            <a:ahLst/>
            <a:cxnLst/>
            <a:rect l="0" t="0" r="r" b="b"/>
            <a:pathLst>
              <a:path w="27889" h="24984">
                <a:moveTo>
                  <a:pt x="27889" y="24984"/>
                </a:moveTo>
                <a:lnTo>
                  <a:pt x="0" y="17430"/>
                </a:lnTo>
                <a:lnTo>
                  <a:pt x="26727" y="0"/>
                </a:lnTo>
                <a:close/>
              </a:path>
            </a:pathLst>
          </a:custGeom>
          <a:solidFill>
            <a:srgbClr val="FCF3D4"/>
          </a:solidFill>
          <a:ln w="3486">
            <a:solidFill>
              <a:srgbClr val="FCF3D4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16" name="Kształt 206"/>
          <p:cNvSpPr/>
          <p:nvPr/>
        </p:nvSpPr>
        <p:spPr>
          <a:xfrm>
            <a:off x="9630989" y="4204688"/>
            <a:ext cx="59263" cy="25565"/>
          </a:xfrm>
          <a:custGeom>
            <a:avLst/>
            <a:gdLst/>
            <a:ahLst/>
            <a:cxnLst/>
            <a:rect l="0" t="0" r="r" b="b"/>
            <a:pathLst>
              <a:path w="59263" h="25565">
                <a:moveTo>
                  <a:pt x="0" y="0"/>
                </a:moveTo>
                <a:lnTo>
                  <a:pt x="59263" y="11039"/>
                </a:lnTo>
                <a:lnTo>
                  <a:pt x="34280" y="25565"/>
                </a:lnTo>
                <a:close/>
              </a:path>
            </a:pathLst>
          </a:custGeom>
          <a:solidFill>
            <a:srgbClr val="FDF7E2"/>
          </a:solidFill>
          <a:ln w="3486">
            <a:solidFill>
              <a:srgbClr val="FDF7E2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17" name="Kształt 207"/>
          <p:cNvSpPr/>
          <p:nvPr/>
        </p:nvSpPr>
        <p:spPr>
          <a:xfrm>
            <a:off x="9630989" y="4204688"/>
            <a:ext cx="34280" cy="25565"/>
          </a:xfrm>
          <a:custGeom>
            <a:avLst/>
            <a:gdLst/>
            <a:ahLst/>
            <a:cxnLst/>
            <a:rect l="0" t="0" r="r" b="b"/>
            <a:pathLst>
              <a:path w="34280" h="25565">
                <a:moveTo>
                  <a:pt x="0" y="0"/>
                </a:moveTo>
                <a:lnTo>
                  <a:pt x="34280" y="25565"/>
                </a:lnTo>
                <a:lnTo>
                  <a:pt x="1743" y="19754"/>
                </a:lnTo>
                <a:close/>
              </a:path>
            </a:pathLst>
          </a:custGeom>
          <a:solidFill>
            <a:srgbClr val="FDF6DE"/>
          </a:solidFill>
          <a:ln w="3486">
            <a:solidFill>
              <a:srgbClr val="FDF6DE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18" name="Kształt 208"/>
          <p:cNvSpPr/>
          <p:nvPr/>
        </p:nvSpPr>
        <p:spPr>
          <a:xfrm>
            <a:off x="9632732" y="4224443"/>
            <a:ext cx="32537" cy="24984"/>
          </a:xfrm>
          <a:custGeom>
            <a:avLst/>
            <a:gdLst/>
            <a:ahLst/>
            <a:cxnLst/>
            <a:rect l="0" t="0" r="r" b="b"/>
            <a:pathLst>
              <a:path w="32537" h="24984">
                <a:moveTo>
                  <a:pt x="1162" y="24984"/>
                </a:moveTo>
                <a:lnTo>
                  <a:pt x="0" y="0"/>
                </a:lnTo>
                <a:lnTo>
                  <a:pt x="32537" y="5810"/>
                </a:lnTo>
                <a:close/>
              </a:path>
            </a:pathLst>
          </a:custGeom>
          <a:solidFill>
            <a:srgbClr val="FCF4D9"/>
          </a:solidFill>
          <a:ln w="3486">
            <a:solidFill>
              <a:srgbClr val="FCF4D9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19" name="Kształt 209"/>
          <p:cNvSpPr/>
          <p:nvPr/>
        </p:nvSpPr>
        <p:spPr>
          <a:xfrm>
            <a:off x="9680375" y="4215727"/>
            <a:ext cx="36023" cy="45319"/>
          </a:xfrm>
          <a:custGeom>
            <a:avLst/>
            <a:gdLst/>
            <a:ahLst/>
            <a:cxnLst/>
            <a:rect l="0" t="0" r="r" b="b"/>
            <a:pathLst>
              <a:path w="36023" h="45319">
                <a:moveTo>
                  <a:pt x="9877" y="0"/>
                </a:moveTo>
                <a:lnTo>
                  <a:pt x="36023" y="45319"/>
                </a:lnTo>
                <a:lnTo>
                  <a:pt x="0" y="40090"/>
                </a:lnTo>
                <a:close/>
              </a:path>
            </a:pathLst>
          </a:custGeom>
          <a:solidFill>
            <a:srgbClr val="F3E0A5"/>
          </a:solidFill>
          <a:ln w="3486">
            <a:solidFill>
              <a:srgbClr val="F3E0A5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20" name="Kształt 210"/>
          <p:cNvSpPr/>
          <p:nvPr/>
        </p:nvSpPr>
        <p:spPr>
          <a:xfrm>
            <a:off x="9665269" y="4215727"/>
            <a:ext cx="24984" cy="40090"/>
          </a:xfrm>
          <a:custGeom>
            <a:avLst/>
            <a:gdLst/>
            <a:ahLst/>
            <a:cxnLst/>
            <a:rect l="0" t="0" r="r" b="b"/>
            <a:pathLst>
              <a:path w="24984" h="40090">
                <a:moveTo>
                  <a:pt x="24984" y="0"/>
                </a:moveTo>
                <a:lnTo>
                  <a:pt x="15106" y="40090"/>
                </a:lnTo>
                <a:lnTo>
                  <a:pt x="0" y="14525"/>
                </a:lnTo>
                <a:close/>
              </a:path>
            </a:pathLst>
          </a:custGeom>
          <a:solidFill>
            <a:srgbClr val="FAEDC2"/>
          </a:solidFill>
          <a:ln w="3486">
            <a:solidFill>
              <a:srgbClr val="FAEDC2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21" name="Kształt 211"/>
          <p:cNvSpPr/>
          <p:nvPr/>
        </p:nvSpPr>
        <p:spPr>
          <a:xfrm>
            <a:off x="9633894" y="4230253"/>
            <a:ext cx="46481" cy="25565"/>
          </a:xfrm>
          <a:custGeom>
            <a:avLst/>
            <a:gdLst/>
            <a:ahLst/>
            <a:cxnLst/>
            <a:rect l="0" t="0" r="r" b="b"/>
            <a:pathLst>
              <a:path w="46481" h="25565">
                <a:moveTo>
                  <a:pt x="0" y="19173"/>
                </a:moveTo>
                <a:lnTo>
                  <a:pt x="31375" y="0"/>
                </a:lnTo>
                <a:lnTo>
                  <a:pt x="46481" y="25565"/>
                </a:lnTo>
                <a:close/>
              </a:path>
            </a:pathLst>
          </a:custGeom>
          <a:solidFill>
            <a:srgbClr val="F8E8B3"/>
          </a:solidFill>
          <a:ln w="3486">
            <a:solidFill>
              <a:srgbClr val="F8E8B3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22" name="Kształt 212"/>
          <p:cNvSpPr/>
          <p:nvPr/>
        </p:nvSpPr>
        <p:spPr>
          <a:xfrm>
            <a:off x="9769851" y="4284287"/>
            <a:ext cx="51129" cy="45319"/>
          </a:xfrm>
          <a:custGeom>
            <a:avLst/>
            <a:gdLst/>
            <a:ahLst/>
            <a:cxnLst/>
            <a:rect l="0" t="0" r="r" b="b"/>
            <a:pathLst>
              <a:path w="51129" h="45319">
                <a:moveTo>
                  <a:pt x="51129" y="0"/>
                </a:moveTo>
                <a:lnTo>
                  <a:pt x="24984" y="45319"/>
                </a:lnTo>
                <a:lnTo>
                  <a:pt x="0" y="20336"/>
                </a:lnTo>
                <a:close/>
              </a:path>
            </a:pathLst>
          </a:custGeom>
          <a:solidFill>
            <a:srgbClr val="E9D290"/>
          </a:solidFill>
          <a:ln w="3486">
            <a:solidFill>
              <a:srgbClr val="E9D290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23" name="Kształt 213"/>
          <p:cNvSpPr/>
          <p:nvPr/>
        </p:nvSpPr>
        <p:spPr>
          <a:xfrm>
            <a:off x="9769851" y="4279058"/>
            <a:ext cx="51129" cy="25565"/>
          </a:xfrm>
          <a:custGeom>
            <a:avLst/>
            <a:gdLst/>
            <a:ahLst/>
            <a:cxnLst/>
            <a:rect l="0" t="0" r="r" b="b"/>
            <a:pathLst>
              <a:path w="51129" h="25565">
                <a:moveTo>
                  <a:pt x="51129" y="5229"/>
                </a:moveTo>
                <a:lnTo>
                  <a:pt x="0" y="25565"/>
                </a:lnTo>
                <a:lnTo>
                  <a:pt x="15106" y="0"/>
                </a:lnTo>
                <a:close/>
              </a:path>
            </a:pathLst>
          </a:custGeom>
          <a:solidFill>
            <a:srgbClr val="F6E7B8"/>
          </a:solidFill>
          <a:ln w="3486">
            <a:solidFill>
              <a:srgbClr val="F6E7B8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24" name="Kształt 214"/>
          <p:cNvSpPr/>
          <p:nvPr/>
        </p:nvSpPr>
        <p:spPr>
          <a:xfrm>
            <a:off x="9738476" y="4272667"/>
            <a:ext cx="46481" cy="31956"/>
          </a:xfrm>
          <a:custGeom>
            <a:avLst/>
            <a:gdLst/>
            <a:ahLst/>
            <a:cxnLst/>
            <a:rect l="0" t="0" r="r" b="b"/>
            <a:pathLst>
              <a:path w="46481" h="31956">
                <a:moveTo>
                  <a:pt x="0" y="0"/>
                </a:moveTo>
                <a:lnTo>
                  <a:pt x="46481" y="6391"/>
                </a:lnTo>
                <a:lnTo>
                  <a:pt x="31375" y="31956"/>
                </a:lnTo>
                <a:close/>
              </a:path>
            </a:pathLst>
          </a:custGeom>
          <a:solidFill>
            <a:srgbClr val="F9ECC3"/>
          </a:solidFill>
          <a:ln w="3486">
            <a:solidFill>
              <a:srgbClr val="F9ECC3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25" name="Kształt 215"/>
          <p:cNvSpPr/>
          <p:nvPr/>
        </p:nvSpPr>
        <p:spPr>
          <a:xfrm>
            <a:off x="9735571" y="4311014"/>
            <a:ext cx="59263" cy="29632"/>
          </a:xfrm>
          <a:custGeom>
            <a:avLst/>
            <a:gdLst/>
            <a:ahLst/>
            <a:cxnLst/>
            <a:rect l="0" t="0" r="r" b="b"/>
            <a:pathLst>
              <a:path w="59263" h="29632">
                <a:moveTo>
                  <a:pt x="59263" y="18592"/>
                </a:moveTo>
                <a:lnTo>
                  <a:pt x="0" y="29632"/>
                </a:lnTo>
                <a:lnTo>
                  <a:pt x="1743" y="0"/>
                </a:lnTo>
                <a:close/>
              </a:path>
            </a:pathLst>
          </a:custGeom>
          <a:solidFill>
            <a:srgbClr val="EEDAA0"/>
          </a:solidFill>
          <a:ln w="3486">
            <a:solidFill>
              <a:srgbClr val="EEDAA0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26" name="Kształt 216"/>
          <p:cNvSpPr/>
          <p:nvPr/>
        </p:nvSpPr>
        <p:spPr>
          <a:xfrm>
            <a:off x="9737314" y="4304623"/>
            <a:ext cx="57520" cy="24984"/>
          </a:xfrm>
          <a:custGeom>
            <a:avLst/>
            <a:gdLst/>
            <a:ahLst/>
            <a:cxnLst/>
            <a:rect l="0" t="0" r="r" b="b"/>
            <a:pathLst>
              <a:path w="57520" h="24984">
                <a:moveTo>
                  <a:pt x="57520" y="24984"/>
                </a:moveTo>
                <a:lnTo>
                  <a:pt x="0" y="6391"/>
                </a:lnTo>
                <a:lnTo>
                  <a:pt x="32537" y="0"/>
                </a:lnTo>
                <a:close/>
              </a:path>
            </a:pathLst>
          </a:custGeom>
          <a:solidFill>
            <a:srgbClr val="ECD699"/>
          </a:solidFill>
          <a:ln w="3486">
            <a:solidFill>
              <a:srgbClr val="ECD699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27" name="Kształt 217"/>
          <p:cNvSpPr/>
          <p:nvPr/>
        </p:nvSpPr>
        <p:spPr>
          <a:xfrm>
            <a:off x="9737314" y="4272667"/>
            <a:ext cx="32537" cy="38347"/>
          </a:xfrm>
          <a:custGeom>
            <a:avLst/>
            <a:gdLst/>
            <a:ahLst/>
            <a:cxnLst/>
            <a:rect l="0" t="0" r="r" b="b"/>
            <a:pathLst>
              <a:path w="32537" h="38347">
                <a:moveTo>
                  <a:pt x="1162" y="0"/>
                </a:moveTo>
                <a:lnTo>
                  <a:pt x="32537" y="31956"/>
                </a:lnTo>
                <a:lnTo>
                  <a:pt x="0" y="38347"/>
                </a:lnTo>
                <a:close/>
              </a:path>
            </a:pathLst>
          </a:custGeom>
          <a:solidFill>
            <a:srgbClr val="FDF3D0"/>
          </a:solidFill>
          <a:ln w="3486">
            <a:solidFill>
              <a:srgbClr val="FDF3D0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28" name="Kształt 218"/>
          <p:cNvSpPr/>
          <p:nvPr/>
        </p:nvSpPr>
        <p:spPr>
          <a:xfrm>
            <a:off x="9688509" y="4293002"/>
            <a:ext cx="47062" cy="47643"/>
          </a:xfrm>
          <a:custGeom>
            <a:avLst/>
            <a:gdLst/>
            <a:ahLst/>
            <a:cxnLst/>
            <a:rect l="0" t="0" r="r" b="b"/>
            <a:pathLst>
              <a:path w="47062" h="47643">
                <a:moveTo>
                  <a:pt x="47062" y="47643"/>
                </a:moveTo>
                <a:lnTo>
                  <a:pt x="0" y="16268"/>
                </a:lnTo>
                <a:lnTo>
                  <a:pt x="22079" y="0"/>
                </a:lnTo>
                <a:close/>
              </a:path>
            </a:pathLst>
          </a:custGeom>
          <a:solidFill>
            <a:srgbClr val="F9ECC3"/>
          </a:solidFill>
          <a:ln w="3486">
            <a:solidFill>
              <a:srgbClr val="F9ECC3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29" name="Kształt 219"/>
          <p:cNvSpPr/>
          <p:nvPr/>
        </p:nvSpPr>
        <p:spPr>
          <a:xfrm>
            <a:off x="9710588" y="4293002"/>
            <a:ext cx="26727" cy="47643"/>
          </a:xfrm>
          <a:custGeom>
            <a:avLst/>
            <a:gdLst/>
            <a:ahLst/>
            <a:cxnLst/>
            <a:rect l="0" t="0" r="r" b="b"/>
            <a:pathLst>
              <a:path w="26727" h="47643">
                <a:moveTo>
                  <a:pt x="24984" y="47643"/>
                </a:moveTo>
                <a:lnTo>
                  <a:pt x="0" y="0"/>
                </a:lnTo>
                <a:lnTo>
                  <a:pt x="26727" y="18011"/>
                </a:lnTo>
                <a:close/>
              </a:path>
            </a:pathLst>
          </a:custGeom>
          <a:solidFill>
            <a:srgbClr val="FAEEC5"/>
          </a:solidFill>
          <a:ln w="3486">
            <a:solidFill>
              <a:srgbClr val="FAEEC5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30" name="Kształt 220"/>
          <p:cNvSpPr/>
          <p:nvPr/>
        </p:nvSpPr>
        <p:spPr>
          <a:xfrm>
            <a:off x="9710588" y="4272667"/>
            <a:ext cx="27889" cy="38347"/>
          </a:xfrm>
          <a:custGeom>
            <a:avLst/>
            <a:gdLst/>
            <a:ahLst/>
            <a:cxnLst/>
            <a:rect l="0" t="0" r="r" b="b"/>
            <a:pathLst>
              <a:path w="27889" h="38347">
                <a:moveTo>
                  <a:pt x="27889" y="0"/>
                </a:moveTo>
                <a:lnTo>
                  <a:pt x="26727" y="38347"/>
                </a:lnTo>
                <a:lnTo>
                  <a:pt x="0" y="20336"/>
                </a:lnTo>
                <a:close/>
              </a:path>
            </a:pathLst>
          </a:custGeom>
          <a:solidFill>
            <a:srgbClr val="FEF5D4"/>
          </a:solidFill>
          <a:ln w="3486">
            <a:solidFill>
              <a:srgbClr val="FEF5D4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31" name="Kształt 221"/>
          <p:cNvSpPr/>
          <p:nvPr/>
        </p:nvSpPr>
        <p:spPr>
          <a:xfrm>
            <a:off x="9688509" y="4259303"/>
            <a:ext cx="22079" cy="49967"/>
          </a:xfrm>
          <a:custGeom>
            <a:avLst/>
            <a:gdLst/>
            <a:ahLst/>
            <a:cxnLst/>
            <a:rect l="0" t="0" r="r" b="b"/>
            <a:pathLst>
              <a:path w="22079" h="49967">
                <a:moveTo>
                  <a:pt x="0" y="49967"/>
                </a:moveTo>
                <a:lnTo>
                  <a:pt x="0" y="0"/>
                </a:lnTo>
                <a:lnTo>
                  <a:pt x="22079" y="5810"/>
                </a:lnTo>
                <a:close/>
              </a:path>
            </a:pathLst>
          </a:custGeom>
          <a:solidFill>
            <a:srgbClr val="FFFBED"/>
          </a:solidFill>
          <a:ln w="3486">
            <a:solidFill>
              <a:srgbClr val="FFFBED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32" name="Kształt 222"/>
          <p:cNvSpPr/>
          <p:nvPr/>
        </p:nvSpPr>
        <p:spPr>
          <a:xfrm>
            <a:off x="9688509" y="4265114"/>
            <a:ext cx="22079" cy="44157"/>
          </a:xfrm>
          <a:custGeom>
            <a:avLst/>
            <a:gdLst/>
            <a:ahLst/>
            <a:cxnLst/>
            <a:rect l="0" t="0" r="r" b="b"/>
            <a:pathLst>
              <a:path w="22079" h="44157">
                <a:moveTo>
                  <a:pt x="0" y="44157"/>
                </a:moveTo>
                <a:lnTo>
                  <a:pt x="22079" y="0"/>
                </a:lnTo>
                <a:lnTo>
                  <a:pt x="22079" y="27889"/>
                </a:lnTo>
                <a:close/>
              </a:path>
            </a:pathLst>
          </a:custGeom>
          <a:solidFill>
            <a:srgbClr val="FFF8DF"/>
          </a:solidFill>
          <a:ln w="3486">
            <a:solidFill>
              <a:srgbClr val="FFF8D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33" name="Kształt 223"/>
          <p:cNvSpPr/>
          <p:nvPr/>
        </p:nvSpPr>
        <p:spPr>
          <a:xfrm>
            <a:off x="9710588" y="4265114"/>
            <a:ext cx="27889" cy="27889"/>
          </a:xfrm>
          <a:custGeom>
            <a:avLst/>
            <a:gdLst/>
            <a:ahLst/>
            <a:cxnLst/>
            <a:rect l="0" t="0" r="r" b="b"/>
            <a:pathLst>
              <a:path w="27889" h="27889">
                <a:moveTo>
                  <a:pt x="27889" y="7553"/>
                </a:moveTo>
                <a:lnTo>
                  <a:pt x="0" y="27889"/>
                </a:lnTo>
                <a:lnTo>
                  <a:pt x="0" y="0"/>
                </a:lnTo>
                <a:close/>
              </a:path>
            </a:pathLst>
          </a:custGeom>
          <a:solidFill>
            <a:srgbClr val="FFFAE6"/>
          </a:solidFill>
          <a:ln w="3486">
            <a:solidFill>
              <a:srgbClr val="FFFAE6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34" name="Kształt 224"/>
          <p:cNvSpPr/>
          <p:nvPr/>
        </p:nvSpPr>
        <p:spPr>
          <a:xfrm>
            <a:off x="9688509" y="4227929"/>
            <a:ext cx="48805" cy="31375"/>
          </a:xfrm>
          <a:custGeom>
            <a:avLst/>
            <a:gdLst/>
            <a:ahLst/>
            <a:cxnLst/>
            <a:rect l="0" t="0" r="r" b="b"/>
            <a:pathLst>
              <a:path w="48805" h="31375">
                <a:moveTo>
                  <a:pt x="0" y="31375"/>
                </a:moveTo>
                <a:lnTo>
                  <a:pt x="47062" y="0"/>
                </a:lnTo>
                <a:lnTo>
                  <a:pt x="48805" y="19754"/>
                </a:lnTo>
                <a:close/>
              </a:path>
            </a:pathLst>
          </a:custGeom>
          <a:solidFill>
            <a:srgbClr val="FFFCF1"/>
          </a:solidFill>
          <a:ln w="3486">
            <a:solidFill>
              <a:srgbClr val="FFFCF1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35" name="Kształt 225"/>
          <p:cNvSpPr/>
          <p:nvPr/>
        </p:nvSpPr>
        <p:spPr>
          <a:xfrm>
            <a:off x="9688509" y="4247683"/>
            <a:ext cx="48805" cy="17430"/>
          </a:xfrm>
          <a:custGeom>
            <a:avLst/>
            <a:gdLst/>
            <a:ahLst/>
            <a:cxnLst/>
            <a:rect l="0" t="0" r="r" b="b"/>
            <a:pathLst>
              <a:path w="48805" h="17430">
                <a:moveTo>
                  <a:pt x="0" y="11620"/>
                </a:moveTo>
                <a:lnTo>
                  <a:pt x="48805" y="0"/>
                </a:lnTo>
                <a:lnTo>
                  <a:pt x="22079" y="17430"/>
                </a:lnTo>
                <a:close/>
              </a:path>
            </a:pathLst>
          </a:custGeom>
          <a:solidFill>
            <a:srgbClr val="FFFDF3"/>
          </a:solidFill>
          <a:ln w="3486">
            <a:solidFill>
              <a:srgbClr val="FFFDF3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36" name="Kształt 226"/>
          <p:cNvSpPr/>
          <p:nvPr/>
        </p:nvSpPr>
        <p:spPr>
          <a:xfrm>
            <a:off x="9710588" y="4247683"/>
            <a:ext cx="27889" cy="24984"/>
          </a:xfrm>
          <a:custGeom>
            <a:avLst/>
            <a:gdLst/>
            <a:ahLst/>
            <a:cxnLst/>
            <a:rect l="0" t="0" r="r" b="b"/>
            <a:pathLst>
              <a:path w="27889" h="24984">
                <a:moveTo>
                  <a:pt x="27889" y="24984"/>
                </a:moveTo>
                <a:lnTo>
                  <a:pt x="0" y="17430"/>
                </a:lnTo>
                <a:lnTo>
                  <a:pt x="26727" y="0"/>
                </a:lnTo>
                <a:close/>
              </a:path>
            </a:pathLst>
          </a:custGeom>
          <a:solidFill>
            <a:srgbClr val="FFFAE6"/>
          </a:solidFill>
          <a:ln w="3486">
            <a:solidFill>
              <a:srgbClr val="FFFAE6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37" name="Kształt 227"/>
          <p:cNvSpPr/>
          <p:nvPr/>
        </p:nvSpPr>
        <p:spPr>
          <a:xfrm>
            <a:off x="9735571" y="4227929"/>
            <a:ext cx="59263" cy="25565"/>
          </a:xfrm>
          <a:custGeom>
            <a:avLst/>
            <a:gdLst/>
            <a:ahLst/>
            <a:cxnLst/>
            <a:rect l="0" t="0" r="r" b="b"/>
            <a:pathLst>
              <a:path w="59263" h="25565">
                <a:moveTo>
                  <a:pt x="0" y="0"/>
                </a:moveTo>
                <a:lnTo>
                  <a:pt x="59263" y="11039"/>
                </a:lnTo>
                <a:lnTo>
                  <a:pt x="34280" y="25565"/>
                </a:lnTo>
                <a:close/>
              </a:path>
            </a:pathLst>
          </a:custGeom>
          <a:solidFill>
            <a:srgbClr val="FFFBEC"/>
          </a:solidFill>
          <a:ln w="3486">
            <a:solidFill>
              <a:srgbClr val="FFFBEC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38" name="Kształt 228"/>
          <p:cNvSpPr/>
          <p:nvPr/>
        </p:nvSpPr>
        <p:spPr>
          <a:xfrm>
            <a:off x="9735571" y="4227929"/>
            <a:ext cx="34280" cy="25565"/>
          </a:xfrm>
          <a:custGeom>
            <a:avLst/>
            <a:gdLst/>
            <a:ahLst/>
            <a:cxnLst/>
            <a:rect l="0" t="0" r="r" b="b"/>
            <a:pathLst>
              <a:path w="34280" h="25565">
                <a:moveTo>
                  <a:pt x="0" y="0"/>
                </a:moveTo>
                <a:lnTo>
                  <a:pt x="34280" y="25565"/>
                </a:lnTo>
                <a:lnTo>
                  <a:pt x="1743" y="19754"/>
                </a:lnTo>
                <a:close/>
              </a:path>
            </a:pathLst>
          </a:custGeom>
          <a:solidFill>
            <a:srgbClr val="FFFBEA"/>
          </a:solidFill>
          <a:ln w="3486">
            <a:solidFill>
              <a:srgbClr val="FFFBEA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39" name="Kształt 229"/>
          <p:cNvSpPr/>
          <p:nvPr/>
        </p:nvSpPr>
        <p:spPr>
          <a:xfrm>
            <a:off x="9737314" y="4247683"/>
            <a:ext cx="32537" cy="24984"/>
          </a:xfrm>
          <a:custGeom>
            <a:avLst/>
            <a:gdLst/>
            <a:ahLst/>
            <a:cxnLst/>
            <a:rect l="0" t="0" r="r" b="b"/>
            <a:pathLst>
              <a:path w="32537" h="24984">
                <a:moveTo>
                  <a:pt x="1162" y="24984"/>
                </a:moveTo>
                <a:lnTo>
                  <a:pt x="0" y="0"/>
                </a:lnTo>
                <a:lnTo>
                  <a:pt x="32537" y="5810"/>
                </a:lnTo>
                <a:close/>
              </a:path>
            </a:pathLst>
          </a:custGeom>
          <a:solidFill>
            <a:srgbClr val="FFFAE8"/>
          </a:solidFill>
          <a:ln w="3486">
            <a:solidFill>
              <a:srgbClr val="FFFAE8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40" name="Kształt 230"/>
          <p:cNvSpPr/>
          <p:nvPr/>
        </p:nvSpPr>
        <p:spPr>
          <a:xfrm>
            <a:off x="9784958" y="4238968"/>
            <a:ext cx="36023" cy="45319"/>
          </a:xfrm>
          <a:custGeom>
            <a:avLst/>
            <a:gdLst/>
            <a:ahLst/>
            <a:cxnLst/>
            <a:rect l="0" t="0" r="r" b="b"/>
            <a:pathLst>
              <a:path w="36023" h="45319">
                <a:moveTo>
                  <a:pt x="9877" y="0"/>
                </a:moveTo>
                <a:lnTo>
                  <a:pt x="36023" y="45319"/>
                </a:lnTo>
                <a:lnTo>
                  <a:pt x="0" y="40090"/>
                </a:lnTo>
                <a:close/>
              </a:path>
            </a:pathLst>
          </a:custGeom>
          <a:solidFill>
            <a:srgbClr val="F8EBC1"/>
          </a:solidFill>
          <a:ln w="3486">
            <a:solidFill>
              <a:srgbClr val="F8EBC1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41" name="Kształt 231"/>
          <p:cNvSpPr/>
          <p:nvPr/>
        </p:nvSpPr>
        <p:spPr>
          <a:xfrm>
            <a:off x="9769851" y="4238968"/>
            <a:ext cx="24984" cy="40090"/>
          </a:xfrm>
          <a:custGeom>
            <a:avLst/>
            <a:gdLst/>
            <a:ahLst/>
            <a:cxnLst/>
            <a:rect l="0" t="0" r="r" b="b"/>
            <a:pathLst>
              <a:path w="24984" h="40090">
                <a:moveTo>
                  <a:pt x="24984" y="0"/>
                </a:moveTo>
                <a:lnTo>
                  <a:pt x="15106" y="40090"/>
                </a:lnTo>
                <a:lnTo>
                  <a:pt x="0" y="14525"/>
                </a:lnTo>
                <a:close/>
              </a:path>
            </a:pathLst>
          </a:custGeom>
          <a:solidFill>
            <a:srgbClr val="FFF8DE"/>
          </a:solidFill>
          <a:ln w="3486">
            <a:solidFill>
              <a:srgbClr val="FFF8DE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42" name="Kształt 232"/>
          <p:cNvSpPr/>
          <p:nvPr/>
        </p:nvSpPr>
        <p:spPr>
          <a:xfrm>
            <a:off x="9738476" y="4253493"/>
            <a:ext cx="46481" cy="25565"/>
          </a:xfrm>
          <a:custGeom>
            <a:avLst/>
            <a:gdLst/>
            <a:ahLst/>
            <a:cxnLst/>
            <a:rect l="0" t="0" r="r" b="b"/>
            <a:pathLst>
              <a:path w="46481" h="25565">
                <a:moveTo>
                  <a:pt x="0" y="19173"/>
                </a:moveTo>
                <a:lnTo>
                  <a:pt x="31375" y="0"/>
                </a:lnTo>
                <a:lnTo>
                  <a:pt x="46481" y="25565"/>
                </a:lnTo>
                <a:close/>
              </a:path>
            </a:pathLst>
          </a:custGeom>
          <a:solidFill>
            <a:srgbClr val="FFF6D8"/>
          </a:solidFill>
          <a:ln w="3486">
            <a:solidFill>
              <a:srgbClr val="FFF6D8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43" name="Kształt 233"/>
          <p:cNvSpPr/>
          <p:nvPr/>
        </p:nvSpPr>
        <p:spPr>
          <a:xfrm>
            <a:off x="9874434" y="4295907"/>
            <a:ext cx="51129" cy="45319"/>
          </a:xfrm>
          <a:custGeom>
            <a:avLst/>
            <a:gdLst/>
            <a:ahLst/>
            <a:cxnLst/>
            <a:rect l="0" t="0" r="r" b="b"/>
            <a:pathLst>
              <a:path w="51129" h="45319">
                <a:moveTo>
                  <a:pt x="51129" y="0"/>
                </a:moveTo>
                <a:lnTo>
                  <a:pt x="24984" y="45319"/>
                </a:lnTo>
                <a:lnTo>
                  <a:pt x="0" y="20336"/>
                </a:lnTo>
                <a:close/>
              </a:path>
            </a:pathLst>
          </a:custGeom>
          <a:solidFill>
            <a:srgbClr val="E8D18D"/>
          </a:solidFill>
          <a:ln w="3486">
            <a:solidFill>
              <a:srgbClr val="E8D18D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44" name="Kształt 234"/>
          <p:cNvSpPr/>
          <p:nvPr/>
        </p:nvSpPr>
        <p:spPr>
          <a:xfrm>
            <a:off x="9874434" y="4290678"/>
            <a:ext cx="51129" cy="25565"/>
          </a:xfrm>
          <a:custGeom>
            <a:avLst/>
            <a:gdLst/>
            <a:ahLst/>
            <a:cxnLst/>
            <a:rect l="0" t="0" r="r" b="b"/>
            <a:pathLst>
              <a:path w="51129" h="25565">
                <a:moveTo>
                  <a:pt x="51129" y="5229"/>
                </a:moveTo>
                <a:lnTo>
                  <a:pt x="0" y="25565"/>
                </a:lnTo>
                <a:lnTo>
                  <a:pt x="15106" y="0"/>
                </a:lnTo>
                <a:close/>
              </a:path>
            </a:pathLst>
          </a:custGeom>
          <a:solidFill>
            <a:srgbClr val="F1DEA1"/>
          </a:solidFill>
          <a:ln w="3486">
            <a:solidFill>
              <a:srgbClr val="F1DEA1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45" name="Kształt 235"/>
          <p:cNvSpPr/>
          <p:nvPr/>
        </p:nvSpPr>
        <p:spPr>
          <a:xfrm>
            <a:off x="9843059" y="4284287"/>
            <a:ext cx="46481" cy="31956"/>
          </a:xfrm>
          <a:custGeom>
            <a:avLst/>
            <a:gdLst/>
            <a:ahLst/>
            <a:cxnLst/>
            <a:rect l="0" t="0" r="r" b="b"/>
            <a:pathLst>
              <a:path w="46481" h="31956">
                <a:moveTo>
                  <a:pt x="0" y="0"/>
                </a:moveTo>
                <a:lnTo>
                  <a:pt x="46481" y="6391"/>
                </a:lnTo>
                <a:lnTo>
                  <a:pt x="31375" y="31956"/>
                </a:lnTo>
                <a:close/>
              </a:path>
            </a:pathLst>
          </a:custGeom>
          <a:solidFill>
            <a:srgbClr val="F4E1A6"/>
          </a:solidFill>
          <a:ln w="3486">
            <a:solidFill>
              <a:srgbClr val="F4E1A6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46" name="Kształt 236"/>
          <p:cNvSpPr/>
          <p:nvPr/>
        </p:nvSpPr>
        <p:spPr>
          <a:xfrm>
            <a:off x="9840154" y="4322634"/>
            <a:ext cx="59263" cy="29632"/>
          </a:xfrm>
          <a:custGeom>
            <a:avLst/>
            <a:gdLst/>
            <a:ahLst/>
            <a:cxnLst/>
            <a:rect l="0" t="0" r="r" b="b"/>
            <a:pathLst>
              <a:path w="59263" h="29632">
                <a:moveTo>
                  <a:pt x="59263" y="18592"/>
                </a:moveTo>
                <a:lnTo>
                  <a:pt x="0" y="29632"/>
                </a:lnTo>
                <a:lnTo>
                  <a:pt x="1743" y="0"/>
                </a:lnTo>
                <a:close/>
              </a:path>
            </a:pathLst>
          </a:custGeom>
          <a:solidFill>
            <a:srgbClr val="ECD695"/>
          </a:solidFill>
          <a:ln w="3486">
            <a:solidFill>
              <a:srgbClr val="ECD695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47" name="Kształt 237"/>
          <p:cNvSpPr/>
          <p:nvPr/>
        </p:nvSpPr>
        <p:spPr>
          <a:xfrm>
            <a:off x="9841897" y="4316243"/>
            <a:ext cx="57520" cy="24984"/>
          </a:xfrm>
          <a:custGeom>
            <a:avLst/>
            <a:gdLst/>
            <a:ahLst/>
            <a:cxnLst/>
            <a:rect l="0" t="0" r="r" b="b"/>
            <a:pathLst>
              <a:path w="57520" h="24984">
                <a:moveTo>
                  <a:pt x="57520" y="24984"/>
                </a:moveTo>
                <a:lnTo>
                  <a:pt x="0" y="6391"/>
                </a:lnTo>
                <a:lnTo>
                  <a:pt x="32537" y="0"/>
                </a:lnTo>
                <a:close/>
              </a:path>
            </a:pathLst>
          </a:custGeom>
          <a:solidFill>
            <a:srgbClr val="EAD491"/>
          </a:solidFill>
          <a:ln w="3486">
            <a:solidFill>
              <a:srgbClr val="EAD491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48" name="Kształt 238"/>
          <p:cNvSpPr/>
          <p:nvPr/>
        </p:nvSpPr>
        <p:spPr>
          <a:xfrm>
            <a:off x="9841897" y="4284287"/>
            <a:ext cx="32537" cy="38347"/>
          </a:xfrm>
          <a:custGeom>
            <a:avLst/>
            <a:gdLst/>
            <a:ahLst/>
            <a:cxnLst/>
            <a:rect l="0" t="0" r="r" b="b"/>
            <a:pathLst>
              <a:path w="32537" h="38347">
                <a:moveTo>
                  <a:pt x="1162" y="0"/>
                </a:moveTo>
                <a:lnTo>
                  <a:pt x="32537" y="31956"/>
                </a:lnTo>
                <a:lnTo>
                  <a:pt x="0" y="38347"/>
                </a:lnTo>
                <a:close/>
              </a:path>
            </a:pathLst>
          </a:custGeom>
          <a:solidFill>
            <a:srgbClr val="F7E5AD"/>
          </a:solidFill>
          <a:ln w="3486">
            <a:solidFill>
              <a:srgbClr val="F7E5AD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49" name="Kształt 239"/>
          <p:cNvSpPr/>
          <p:nvPr/>
        </p:nvSpPr>
        <p:spPr>
          <a:xfrm>
            <a:off x="9793092" y="4304623"/>
            <a:ext cx="47062" cy="47643"/>
          </a:xfrm>
          <a:custGeom>
            <a:avLst/>
            <a:gdLst/>
            <a:ahLst/>
            <a:cxnLst/>
            <a:rect l="0" t="0" r="r" b="b"/>
            <a:pathLst>
              <a:path w="47062" h="47643">
                <a:moveTo>
                  <a:pt x="47062" y="47643"/>
                </a:moveTo>
                <a:lnTo>
                  <a:pt x="0" y="16268"/>
                </a:lnTo>
                <a:lnTo>
                  <a:pt x="22079" y="0"/>
                </a:lnTo>
                <a:close/>
              </a:path>
            </a:pathLst>
          </a:custGeom>
          <a:solidFill>
            <a:srgbClr val="F4E1A7"/>
          </a:solidFill>
          <a:ln w="3486">
            <a:solidFill>
              <a:srgbClr val="F4E1A7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50" name="Kształt 240"/>
          <p:cNvSpPr/>
          <p:nvPr/>
        </p:nvSpPr>
        <p:spPr>
          <a:xfrm>
            <a:off x="9815170" y="4304623"/>
            <a:ext cx="26727" cy="47643"/>
          </a:xfrm>
          <a:custGeom>
            <a:avLst/>
            <a:gdLst/>
            <a:ahLst/>
            <a:cxnLst/>
            <a:rect l="0" t="0" r="r" b="b"/>
            <a:pathLst>
              <a:path w="26727" h="47643">
                <a:moveTo>
                  <a:pt x="24984" y="47643"/>
                </a:moveTo>
                <a:lnTo>
                  <a:pt x="0" y="0"/>
                </a:lnTo>
                <a:lnTo>
                  <a:pt x="26727" y="18011"/>
                </a:lnTo>
                <a:close/>
              </a:path>
            </a:pathLst>
          </a:custGeom>
          <a:solidFill>
            <a:srgbClr val="F4E2A8"/>
          </a:solidFill>
          <a:ln w="3486">
            <a:solidFill>
              <a:srgbClr val="F4E2A8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51" name="Kształt 241"/>
          <p:cNvSpPr/>
          <p:nvPr/>
        </p:nvSpPr>
        <p:spPr>
          <a:xfrm>
            <a:off x="9815170" y="4284287"/>
            <a:ext cx="27889" cy="38347"/>
          </a:xfrm>
          <a:custGeom>
            <a:avLst/>
            <a:gdLst/>
            <a:ahLst/>
            <a:cxnLst/>
            <a:rect l="0" t="0" r="r" b="b"/>
            <a:pathLst>
              <a:path w="27889" h="38347">
                <a:moveTo>
                  <a:pt x="27889" y="0"/>
                </a:moveTo>
                <a:lnTo>
                  <a:pt x="26727" y="38347"/>
                </a:lnTo>
                <a:lnTo>
                  <a:pt x="0" y="20336"/>
                </a:lnTo>
                <a:close/>
              </a:path>
            </a:pathLst>
          </a:custGeom>
          <a:solidFill>
            <a:srgbClr val="F8E6AF"/>
          </a:solidFill>
          <a:ln w="3486">
            <a:solidFill>
              <a:srgbClr val="F8E6A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52" name="Kształt 242"/>
          <p:cNvSpPr/>
          <p:nvPr/>
        </p:nvSpPr>
        <p:spPr>
          <a:xfrm>
            <a:off x="9793092" y="4270924"/>
            <a:ext cx="22079" cy="49967"/>
          </a:xfrm>
          <a:custGeom>
            <a:avLst/>
            <a:gdLst/>
            <a:ahLst/>
            <a:cxnLst/>
            <a:rect l="0" t="0" r="r" b="b"/>
            <a:pathLst>
              <a:path w="22079" h="49967">
                <a:moveTo>
                  <a:pt x="0" y="49967"/>
                </a:moveTo>
                <a:lnTo>
                  <a:pt x="0" y="0"/>
                </a:lnTo>
                <a:lnTo>
                  <a:pt x="22079" y="5810"/>
                </a:lnTo>
                <a:close/>
              </a:path>
            </a:pathLst>
          </a:custGeom>
          <a:solidFill>
            <a:srgbClr val="FDF8E4"/>
          </a:solidFill>
          <a:ln w="3486">
            <a:solidFill>
              <a:srgbClr val="FDF8E4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53" name="Kształt 243"/>
          <p:cNvSpPr/>
          <p:nvPr/>
        </p:nvSpPr>
        <p:spPr>
          <a:xfrm>
            <a:off x="9793092" y="4276734"/>
            <a:ext cx="22079" cy="44157"/>
          </a:xfrm>
          <a:custGeom>
            <a:avLst/>
            <a:gdLst/>
            <a:ahLst/>
            <a:cxnLst/>
            <a:rect l="0" t="0" r="r" b="b"/>
            <a:pathLst>
              <a:path w="22079" h="44157">
                <a:moveTo>
                  <a:pt x="0" y="44157"/>
                </a:moveTo>
                <a:lnTo>
                  <a:pt x="22079" y="0"/>
                </a:lnTo>
                <a:lnTo>
                  <a:pt x="22079" y="27889"/>
                </a:lnTo>
                <a:close/>
              </a:path>
            </a:pathLst>
          </a:custGeom>
          <a:solidFill>
            <a:srgbClr val="FAEDC3"/>
          </a:solidFill>
          <a:ln w="3486">
            <a:solidFill>
              <a:srgbClr val="FAEDC3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54" name="Kształt 244"/>
          <p:cNvSpPr/>
          <p:nvPr/>
        </p:nvSpPr>
        <p:spPr>
          <a:xfrm>
            <a:off x="9815170" y="4276734"/>
            <a:ext cx="27889" cy="27889"/>
          </a:xfrm>
          <a:custGeom>
            <a:avLst/>
            <a:gdLst/>
            <a:ahLst/>
            <a:cxnLst/>
            <a:rect l="0" t="0" r="r" b="b"/>
            <a:pathLst>
              <a:path w="27889" h="27889">
                <a:moveTo>
                  <a:pt x="27889" y="7553"/>
                </a:moveTo>
                <a:lnTo>
                  <a:pt x="0" y="27889"/>
                </a:lnTo>
                <a:lnTo>
                  <a:pt x="0" y="0"/>
                </a:lnTo>
                <a:close/>
              </a:path>
            </a:pathLst>
          </a:custGeom>
          <a:solidFill>
            <a:srgbClr val="FCF3D5"/>
          </a:solidFill>
          <a:ln w="3486">
            <a:solidFill>
              <a:srgbClr val="FCF3D5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55" name="Kształt 245"/>
          <p:cNvSpPr/>
          <p:nvPr/>
        </p:nvSpPr>
        <p:spPr>
          <a:xfrm>
            <a:off x="9793092" y="4239549"/>
            <a:ext cx="48805" cy="31375"/>
          </a:xfrm>
          <a:custGeom>
            <a:avLst/>
            <a:gdLst/>
            <a:ahLst/>
            <a:cxnLst/>
            <a:rect l="0" t="0" r="r" b="b"/>
            <a:pathLst>
              <a:path w="48805" h="31375">
                <a:moveTo>
                  <a:pt x="0" y="31375"/>
                </a:moveTo>
                <a:lnTo>
                  <a:pt x="47062" y="0"/>
                </a:lnTo>
                <a:lnTo>
                  <a:pt x="48805" y="19754"/>
                </a:lnTo>
                <a:close/>
              </a:path>
            </a:pathLst>
          </a:custGeom>
          <a:solidFill>
            <a:srgbClr val="FEFBEE"/>
          </a:solidFill>
          <a:ln w="3486">
            <a:solidFill>
              <a:srgbClr val="FEFBEE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56" name="Kształt 246"/>
          <p:cNvSpPr/>
          <p:nvPr/>
        </p:nvSpPr>
        <p:spPr>
          <a:xfrm>
            <a:off x="9793092" y="4259303"/>
            <a:ext cx="48805" cy="17430"/>
          </a:xfrm>
          <a:custGeom>
            <a:avLst/>
            <a:gdLst/>
            <a:ahLst/>
            <a:cxnLst/>
            <a:rect l="0" t="0" r="r" b="b"/>
            <a:pathLst>
              <a:path w="48805" h="17430">
                <a:moveTo>
                  <a:pt x="0" y="11620"/>
                </a:moveTo>
                <a:lnTo>
                  <a:pt x="48805" y="0"/>
                </a:lnTo>
                <a:lnTo>
                  <a:pt x="22079" y="17430"/>
                </a:lnTo>
                <a:close/>
              </a:path>
            </a:pathLst>
          </a:custGeom>
          <a:solidFill>
            <a:srgbClr val="FFFCF2"/>
          </a:solidFill>
          <a:ln w="3486">
            <a:solidFill>
              <a:srgbClr val="FFFCF2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57" name="Kształt 247"/>
          <p:cNvSpPr/>
          <p:nvPr/>
        </p:nvSpPr>
        <p:spPr>
          <a:xfrm>
            <a:off x="9815170" y="4259303"/>
            <a:ext cx="27889" cy="24984"/>
          </a:xfrm>
          <a:custGeom>
            <a:avLst/>
            <a:gdLst/>
            <a:ahLst/>
            <a:cxnLst/>
            <a:rect l="0" t="0" r="r" b="b"/>
            <a:pathLst>
              <a:path w="27889" h="24984">
                <a:moveTo>
                  <a:pt x="27889" y="24984"/>
                </a:moveTo>
                <a:lnTo>
                  <a:pt x="0" y="17430"/>
                </a:lnTo>
                <a:lnTo>
                  <a:pt x="26727" y="0"/>
                </a:lnTo>
                <a:close/>
              </a:path>
            </a:pathLst>
          </a:custGeom>
          <a:solidFill>
            <a:srgbClr val="FCF3D4"/>
          </a:solidFill>
          <a:ln w="3486">
            <a:solidFill>
              <a:srgbClr val="FCF3D4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58" name="Kształt 248"/>
          <p:cNvSpPr/>
          <p:nvPr/>
        </p:nvSpPr>
        <p:spPr>
          <a:xfrm>
            <a:off x="9840154" y="4239549"/>
            <a:ext cx="59263" cy="25565"/>
          </a:xfrm>
          <a:custGeom>
            <a:avLst/>
            <a:gdLst/>
            <a:ahLst/>
            <a:cxnLst/>
            <a:rect l="0" t="0" r="r" b="b"/>
            <a:pathLst>
              <a:path w="59263" h="25565">
                <a:moveTo>
                  <a:pt x="0" y="0"/>
                </a:moveTo>
                <a:lnTo>
                  <a:pt x="59263" y="11039"/>
                </a:lnTo>
                <a:lnTo>
                  <a:pt x="34280" y="25565"/>
                </a:lnTo>
                <a:close/>
              </a:path>
            </a:pathLst>
          </a:custGeom>
          <a:solidFill>
            <a:srgbClr val="FDF7E2"/>
          </a:solidFill>
          <a:ln w="3486">
            <a:solidFill>
              <a:srgbClr val="FDF7E2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59" name="Kształt 249"/>
          <p:cNvSpPr/>
          <p:nvPr/>
        </p:nvSpPr>
        <p:spPr>
          <a:xfrm>
            <a:off x="9840154" y="4239549"/>
            <a:ext cx="34280" cy="25565"/>
          </a:xfrm>
          <a:custGeom>
            <a:avLst/>
            <a:gdLst/>
            <a:ahLst/>
            <a:cxnLst/>
            <a:rect l="0" t="0" r="r" b="b"/>
            <a:pathLst>
              <a:path w="34280" h="25565">
                <a:moveTo>
                  <a:pt x="0" y="0"/>
                </a:moveTo>
                <a:lnTo>
                  <a:pt x="34280" y="25565"/>
                </a:lnTo>
                <a:lnTo>
                  <a:pt x="1743" y="19754"/>
                </a:lnTo>
                <a:close/>
              </a:path>
            </a:pathLst>
          </a:custGeom>
          <a:solidFill>
            <a:srgbClr val="FDF6DE"/>
          </a:solidFill>
          <a:ln w="3486">
            <a:solidFill>
              <a:srgbClr val="FDF6DE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60" name="Kształt 250"/>
          <p:cNvSpPr/>
          <p:nvPr/>
        </p:nvSpPr>
        <p:spPr>
          <a:xfrm>
            <a:off x="9841897" y="4259303"/>
            <a:ext cx="32537" cy="24984"/>
          </a:xfrm>
          <a:custGeom>
            <a:avLst/>
            <a:gdLst/>
            <a:ahLst/>
            <a:cxnLst/>
            <a:rect l="0" t="0" r="r" b="b"/>
            <a:pathLst>
              <a:path w="32537" h="24984">
                <a:moveTo>
                  <a:pt x="1162" y="24984"/>
                </a:moveTo>
                <a:lnTo>
                  <a:pt x="0" y="0"/>
                </a:lnTo>
                <a:lnTo>
                  <a:pt x="32537" y="5810"/>
                </a:lnTo>
                <a:close/>
              </a:path>
            </a:pathLst>
          </a:custGeom>
          <a:solidFill>
            <a:srgbClr val="FCF4D9"/>
          </a:solidFill>
          <a:ln w="3486">
            <a:solidFill>
              <a:srgbClr val="FCF4D9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61" name="Kształt 251"/>
          <p:cNvSpPr/>
          <p:nvPr/>
        </p:nvSpPr>
        <p:spPr>
          <a:xfrm>
            <a:off x="9889540" y="4250588"/>
            <a:ext cx="36023" cy="45319"/>
          </a:xfrm>
          <a:custGeom>
            <a:avLst/>
            <a:gdLst/>
            <a:ahLst/>
            <a:cxnLst/>
            <a:rect l="0" t="0" r="r" b="b"/>
            <a:pathLst>
              <a:path w="36023" h="45319">
                <a:moveTo>
                  <a:pt x="9877" y="0"/>
                </a:moveTo>
                <a:lnTo>
                  <a:pt x="36023" y="45319"/>
                </a:lnTo>
                <a:lnTo>
                  <a:pt x="0" y="40090"/>
                </a:lnTo>
                <a:close/>
              </a:path>
            </a:pathLst>
          </a:custGeom>
          <a:solidFill>
            <a:srgbClr val="F3E0A5"/>
          </a:solidFill>
          <a:ln w="3486">
            <a:solidFill>
              <a:srgbClr val="F3E0A5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62" name="Kształt 252"/>
          <p:cNvSpPr/>
          <p:nvPr/>
        </p:nvSpPr>
        <p:spPr>
          <a:xfrm>
            <a:off x="9874434" y="4250588"/>
            <a:ext cx="24984" cy="40090"/>
          </a:xfrm>
          <a:custGeom>
            <a:avLst/>
            <a:gdLst/>
            <a:ahLst/>
            <a:cxnLst/>
            <a:rect l="0" t="0" r="r" b="b"/>
            <a:pathLst>
              <a:path w="24984" h="40090">
                <a:moveTo>
                  <a:pt x="24984" y="0"/>
                </a:moveTo>
                <a:lnTo>
                  <a:pt x="15106" y="40090"/>
                </a:lnTo>
                <a:lnTo>
                  <a:pt x="0" y="14525"/>
                </a:lnTo>
                <a:close/>
              </a:path>
            </a:pathLst>
          </a:custGeom>
          <a:solidFill>
            <a:srgbClr val="FAEDC2"/>
          </a:solidFill>
          <a:ln w="3486">
            <a:solidFill>
              <a:srgbClr val="FAEDC2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63" name="Kształt 253"/>
          <p:cNvSpPr/>
          <p:nvPr/>
        </p:nvSpPr>
        <p:spPr>
          <a:xfrm>
            <a:off x="9843059" y="4265114"/>
            <a:ext cx="46481" cy="25565"/>
          </a:xfrm>
          <a:custGeom>
            <a:avLst/>
            <a:gdLst/>
            <a:ahLst/>
            <a:cxnLst/>
            <a:rect l="0" t="0" r="r" b="b"/>
            <a:pathLst>
              <a:path w="46481" h="25565">
                <a:moveTo>
                  <a:pt x="0" y="19173"/>
                </a:moveTo>
                <a:lnTo>
                  <a:pt x="31375" y="0"/>
                </a:lnTo>
                <a:lnTo>
                  <a:pt x="46481" y="25565"/>
                </a:lnTo>
                <a:close/>
              </a:path>
            </a:pathLst>
          </a:custGeom>
          <a:solidFill>
            <a:srgbClr val="F8E8B3"/>
          </a:solidFill>
          <a:ln w="3486">
            <a:solidFill>
              <a:srgbClr val="F8E8B3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64" name="Kształt 254"/>
          <p:cNvSpPr/>
          <p:nvPr/>
        </p:nvSpPr>
        <p:spPr>
          <a:xfrm>
            <a:off x="9618788" y="4342388"/>
            <a:ext cx="51129" cy="45319"/>
          </a:xfrm>
          <a:custGeom>
            <a:avLst/>
            <a:gdLst/>
            <a:ahLst/>
            <a:cxnLst/>
            <a:rect l="0" t="0" r="r" b="b"/>
            <a:pathLst>
              <a:path w="51129" h="45319">
                <a:moveTo>
                  <a:pt x="51129" y="0"/>
                </a:moveTo>
                <a:lnTo>
                  <a:pt x="24984" y="45319"/>
                </a:lnTo>
                <a:lnTo>
                  <a:pt x="0" y="20336"/>
                </a:lnTo>
                <a:close/>
              </a:path>
            </a:pathLst>
          </a:custGeom>
          <a:solidFill>
            <a:srgbClr val="E8D18D"/>
          </a:solidFill>
          <a:ln w="3486">
            <a:solidFill>
              <a:srgbClr val="E8D18D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65" name="Kształt 255"/>
          <p:cNvSpPr/>
          <p:nvPr/>
        </p:nvSpPr>
        <p:spPr>
          <a:xfrm>
            <a:off x="9618788" y="4337159"/>
            <a:ext cx="51129" cy="25565"/>
          </a:xfrm>
          <a:custGeom>
            <a:avLst/>
            <a:gdLst/>
            <a:ahLst/>
            <a:cxnLst/>
            <a:rect l="0" t="0" r="r" b="b"/>
            <a:pathLst>
              <a:path w="51129" h="25565">
                <a:moveTo>
                  <a:pt x="51129" y="5229"/>
                </a:moveTo>
                <a:lnTo>
                  <a:pt x="0" y="25565"/>
                </a:lnTo>
                <a:lnTo>
                  <a:pt x="15106" y="0"/>
                </a:lnTo>
                <a:close/>
              </a:path>
            </a:pathLst>
          </a:custGeom>
          <a:solidFill>
            <a:srgbClr val="F1DEA1"/>
          </a:solidFill>
          <a:ln w="3486">
            <a:solidFill>
              <a:srgbClr val="F1DEA1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66" name="Kształt 256"/>
          <p:cNvSpPr/>
          <p:nvPr/>
        </p:nvSpPr>
        <p:spPr>
          <a:xfrm>
            <a:off x="9587413" y="4330768"/>
            <a:ext cx="46481" cy="31956"/>
          </a:xfrm>
          <a:custGeom>
            <a:avLst/>
            <a:gdLst/>
            <a:ahLst/>
            <a:cxnLst/>
            <a:rect l="0" t="0" r="r" b="b"/>
            <a:pathLst>
              <a:path w="46481" h="31956">
                <a:moveTo>
                  <a:pt x="0" y="0"/>
                </a:moveTo>
                <a:lnTo>
                  <a:pt x="46481" y="6391"/>
                </a:lnTo>
                <a:lnTo>
                  <a:pt x="31375" y="31956"/>
                </a:lnTo>
                <a:close/>
              </a:path>
            </a:pathLst>
          </a:custGeom>
          <a:solidFill>
            <a:srgbClr val="F4E1A6"/>
          </a:solidFill>
          <a:ln w="3486">
            <a:solidFill>
              <a:srgbClr val="F4E1A6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67" name="Kształt 257"/>
          <p:cNvSpPr/>
          <p:nvPr/>
        </p:nvSpPr>
        <p:spPr>
          <a:xfrm>
            <a:off x="9584508" y="4369115"/>
            <a:ext cx="59263" cy="29632"/>
          </a:xfrm>
          <a:custGeom>
            <a:avLst/>
            <a:gdLst/>
            <a:ahLst/>
            <a:cxnLst/>
            <a:rect l="0" t="0" r="r" b="b"/>
            <a:pathLst>
              <a:path w="59263" h="29632">
                <a:moveTo>
                  <a:pt x="59263" y="18592"/>
                </a:moveTo>
                <a:lnTo>
                  <a:pt x="0" y="29632"/>
                </a:lnTo>
                <a:lnTo>
                  <a:pt x="1743" y="0"/>
                </a:lnTo>
                <a:close/>
              </a:path>
            </a:pathLst>
          </a:custGeom>
          <a:solidFill>
            <a:srgbClr val="ECD695"/>
          </a:solidFill>
          <a:ln w="3486">
            <a:solidFill>
              <a:srgbClr val="ECD695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68" name="Kształt 258"/>
          <p:cNvSpPr/>
          <p:nvPr/>
        </p:nvSpPr>
        <p:spPr>
          <a:xfrm>
            <a:off x="9586251" y="4362724"/>
            <a:ext cx="57520" cy="24984"/>
          </a:xfrm>
          <a:custGeom>
            <a:avLst/>
            <a:gdLst/>
            <a:ahLst/>
            <a:cxnLst/>
            <a:rect l="0" t="0" r="r" b="b"/>
            <a:pathLst>
              <a:path w="57520" h="24984">
                <a:moveTo>
                  <a:pt x="57520" y="24984"/>
                </a:moveTo>
                <a:lnTo>
                  <a:pt x="0" y="6391"/>
                </a:lnTo>
                <a:lnTo>
                  <a:pt x="32537" y="0"/>
                </a:lnTo>
                <a:close/>
              </a:path>
            </a:pathLst>
          </a:custGeom>
          <a:solidFill>
            <a:srgbClr val="EAD491"/>
          </a:solidFill>
          <a:ln w="3486">
            <a:solidFill>
              <a:srgbClr val="EAD491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69" name="Kształt 259"/>
          <p:cNvSpPr/>
          <p:nvPr/>
        </p:nvSpPr>
        <p:spPr>
          <a:xfrm>
            <a:off x="9586251" y="4330768"/>
            <a:ext cx="32537" cy="38347"/>
          </a:xfrm>
          <a:custGeom>
            <a:avLst/>
            <a:gdLst/>
            <a:ahLst/>
            <a:cxnLst/>
            <a:rect l="0" t="0" r="r" b="b"/>
            <a:pathLst>
              <a:path w="32537" h="38347">
                <a:moveTo>
                  <a:pt x="1162" y="0"/>
                </a:moveTo>
                <a:lnTo>
                  <a:pt x="32537" y="31956"/>
                </a:lnTo>
                <a:lnTo>
                  <a:pt x="0" y="38347"/>
                </a:lnTo>
                <a:close/>
              </a:path>
            </a:pathLst>
          </a:custGeom>
          <a:solidFill>
            <a:srgbClr val="F7E5AD"/>
          </a:solidFill>
          <a:ln w="3486">
            <a:solidFill>
              <a:srgbClr val="F7E5AD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70" name="Kształt 260"/>
          <p:cNvSpPr/>
          <p:nvPr/>
        </p:nvSpPr>
        <p:spPr>
          <a:xfrm>
            <a:off x="9537445" y="4351104"/>
            <a:ext cx="47062" cy="47643"/>
          </a:xfrm>
          <a:custGeom>
            <a:avLst/>
            <a:gdLst/>
            <a:ahLst/>
            <a:cxnLst/>
            <a:rect l="0" t="0" r="r" b="b"/>
            <a:pathLst>
              <a:path w="47062" h="47643">
                <a:moveTo>
                  <a:pt x="47062" y="47643"/>
                </a:moveTo>
                <a:lnTo>
                  <a:pt x="0" y="16268"/>
                </a:lnTo>
                <a:lnTo>
                  <a:pt x="22079" y="0"/>
                </a:lnTo>
                <a:close/>
              </a:path>
            </a:pathLst>
          </a:custGeom>
          <a:solidFill>
            <a:srgbClr val="F4E1A7"/>
          </a:solidFill>
          <a:ln w="3486">
            <a:solidFill>
              <a:srgbClr val="F4E1A7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71" name="Kształt 261"/>
          <p:cNvSpPr/>
          <p:nvPr/>
        </p:nvSpPr>
        <p:spPr>
          <a:xfrm>
            <a:off x="9559524" y="4351104"/>
            <a:ext cx="26727" cy="47643"/>
          </a:xfrm>
          <a:custGeom>
            <a:avLst/>
            <a:gdLst/>
            <a:ahLst/>
            <a:cxnLst/>
            <a:rect l="0" t="0" r="r" b="b"/>
            <a:pathLst>
              <a:path w="26727" h="47643">
                <a:moveTo>
                  <a:pt x="24984" y="47643"/>
                </a:moveTo>
                <a:lnTo>
                  <a:pt x="0" y="0"/>
                </a:lnTo>
                <a:lnTo>
                  <a:pt x="26727" y="18011"/>
                </a:lnTo>
                <a:close/>
              </a:path>
            </a:pathLst>
          </a:custGeom>
          <a:solidFill>
            <a:srgbClr val="F4E2A8"/>
          </a:solidFill>
          <a:ln w="3486">
            <a:solidFill>
              <a:srgbClr val="F4E2A8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72" name="Kształt 262"/>
          <p:cNvSpPr/>
          <p:nvPr/>
        </p:nvSpPr>
        <p:spPr>
          <a:xfrm>
            <a:off x="9559524" y="4330768"/>
            <a:ext cx="27889" cy="38347"/>
          </a:xfrm>
          <a:custGeom>
            <a:avLst/>
            <a:gdLst/>
            <a:ahLst/>
            <a:cxnLst/>
            <a:rect l="0" t="0" r="r" b="b"/>
            <a:pathLst>
              <a:path w="27889" h="38347">
                <a:moveTo>
                  <a:pt x="27889" y="0"/>
                </a:moveTo>
                <a:lnTo>
                  <a:pt x="26727" y="38347"/>
                </a:lnTo>
                <a:lnTo>
                  <a:pt x="0" y="20336"/>
                </a:lnTo>
                <a:close/>
              </a:path>
            </a:pathLst>
          </a:custGeom>
          <a:solidFill>
            <a:srgbClr val="F8E6AF"/>
          </a:solidFill>
          <a:ln w="3486">
            <a:solidFill>
              <a:srgbClr val="F8E6A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73" name="Kształt 263"/>
          <p:cNvSpPr/>
          <p:nvPr/>
        </p:nvSpPr>
        <p:spPr>
          <a:xfrm>
            <a:off x="9537445" y="4317405"/>
            <a:ext cx="22079" cy="49967"/>
          </a:xfrm>
          <a:custGeom>
            <a:avLst/>
            <a:gdLst/>
            <a:ahLst/>
            <a:cxnLst/>
            <a:rect l="0" t="0" r="r" b="b"/>
            <a:pathLst>
              <a:path w="22079" h="49967">
                <a:moveTo>
                  <a:pt x="0" y="49967"/>
                </a:moveTo>
                <a:lnTo>
                  <a:pt x="0" y="0"/>
                </a:lnTo>
                <a:lnTo>
                  <a:pt x="22079" y="5810"/>
                </a:lnTo>
                <a:close/>
              </a:path>
            </a:pathLst>
          </a:custGeom>
          <a:solidFill>
            <a:srgbClr val="FDF8E4"/>
          </a:solidFill>
          <a:ln w="3486">
            <a:solidFill>
              <a:srgbClr val="FDF8E4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74" name="Kształt 264"/>
          <p:cNvSpPr/>
          <p:nvPr/>
        </p:nvSpPr>
        <p:spPr>
          <a:xfrm>
            <a:off x="9537445" y="4323215"/>
            <a:ext cx="22079" cy="44157"/>
          </a:xfrm>
          <a:custGeom>
            <a:avLst/>
            <a:gdLst/>
            <a:ahLst/>
            <a:cxnLst/>
            <a:rect l="0" t="0" r="r" b="b"/>
            <a:pathLst>
              <a:path w="22079" h="44157">
                <a:moveTo>
                  <a:pt x="0" y="44157"/>
                </a:moveTo>
                <a:lnTo>
                  <a:pt x="22079" y="0"/>
                </a:lnTo>
                <a:lnTo>
                  <a:pt x="22079" y="27889"/>
                </a:lnTo>
                <a:close/>
              </a:path>
            </a:pathLst>
          </a:custGeom>
          <a:solidFill>
            <a:srgbClr val="FAEDC3"/>
          </a:solidFill>
          <a:ln w="3486">
            <a:solidFill>
              <a:srgbClr val="FAEDC3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75" name="Kształt 265"/>
          <p:cNvSpPr/>
          <p:nvPr/>
        </p:nvSpPr>
        <p:spPr>
          <a:xfrm>
            <a:off x="9559524" y="4323215"/>
            <a:ext cx="27889" cy="27889"/>
          </a:xfrm>
          <a:custGeom>
            <a:avLst/>
            <a:gdLst/>
            <a:ahLst/>
            <a:cxnLst/>
            <a:rect l="0" t="0" r="r" b="b"/>
            <a:pathLst>
              <a:path w="27889" h="27889">
                <a:moveTo>
                  <a:pt x="27889" y="7553"/>
                </a:moveTo>
                <a:lnTo>
                  <a:pt x="0" y="27889"/>
                </a:lnTo>
                <a:lnTo>
                  <a:pt x="0" y="0"/>
                </a:lnTo>
                <a:close/>
              </a:path>
            </a:pathLst>
          </a:custGeom>
          <a:solidFill>
            <a:srgbClr val="FCF3D5"/>
          </a:solidFill>
          <a:ln w="3486">
            <a:solidFill>
              <a:srgbClr val="FCF3D5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76" name="Kształt 266"/>
          <p:cNvSpPr/>
          <p:nvPr/>
        </p:nvSpPr>
        <p:spPr>
          <a:xfrm>
            <a:off x="9537445" y="4286030"/>
            <a:ext cx="48805" cy="31375"/>
          </a:xfrm>
          <a:custGeom>
            <a:avLst/>
            <a:gdLst/>
            <a:ahLst/>
            <a:cxnLst/>
            <a:rect l="0" t="0" r="r" b="b"/>
            <a:pathLst>
              <a:path w="48805" h="31375">
                <a:moveTo>
                  <a:pt x="0" y="31375"/>
                </a:moveTo>
                <a:lnTo>
                  <a:pt x="47062" y="0"/>
                </a:lnTo>
                <a:lnTo>
                  <a:pt x="48805" y="19754"/>
                </a:lnTo>
                <a:close/>
              </a:path>
            </a:pathLst>
          </a:custGeom>
          <a:solidFill>
            <a:srgbClr val="FEFBEE"/>
          </a:solidFill>
          <a:ln w="3486">
            <a:solidFill>
              <a:srgbClr val="FEFBEE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77" name="Kształt 267"/>
          <p:cNvSpPr/>
          <p:nvPr/>
        </p:nvSpPr>
        <p:spPr>
          <a:xfrm>
            <a:off x="9537445" y="4305785"/>
            <a:ext cx="48805" cy="17430"/>
          </a:xfrm>
          <a:custGeom>
            <a:avLst/>
            <a:gdLst/>
            <a:ahLst/>
            <a:cxnLst/>
            <a:rect l="0" t="0" r="r" b="b"/>
            <a:pathLst>
              <a:path w="48805" h="17430">
                <a:moveTo>
                  <a:pt x="0" y="11620"/>
                </a:moveTo>
                <a:lnTo>
                  <a:pt x="48805" y="0"/>
                </a:lnTo>
                <a:lnTo>
                  <a:pt x="22079" y="17430"/>
                </a:lnTo>
                <a:close/>
              </a:path>
            </a:pathLst>
          </a:custGeom>
          <a:solidFill>
            <a:srgbClr val="FFFCF2"/>
          </a:solidFill>
          <a:ln w="3486">
            <a:solidFill>
              <a:srgbClr val="FFFCF2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78" name="Kształt 268"/>
          <p:cNvSpPr/>
          <p:nvPr/>
        </p:nvSpPr>
        <p:spPr>
          <a:xfrm>
            <a:off x="9559524" y="4305785"/>
            <a:ext cx="27889" cy="24984"/>
          </a:xfrm>
          <a:custGeom>
            <a:avLst/>
            <a:gdLst/>
            <a:ahLst/>
            <a:cxnLst/>
            <a:rect l="0" t="0" r="r" b="b"/>
            <a:pathLst>
              <a:path w="27889" h="24984">
                <a:moveTo>
                  <a:pt x="27889" y="24984"/>
                </a:moveTo>
                <a:lnTo>
                  <a:pt x="0" y="17430"/>
                </a:lnTo>
                <a:lnTo>
                  <a:pt x="26727" y="0"/>
                </a:lnTo>
                <a:close/>
              </a:path>
            </a:pathLst>
          </a:custGeom>
          <a:solidFill>
            <a:srgbClr val="FCF3D4"/>
          </a:solidFill>
          <a:ln w="3486">
            <a:solidFill>
              <a:srgbClr val="FCF3D4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79" name="Kształt 269"/>
          <p:cNvSpPr/>
          <p:nvPr/>
        </p:nvSpPr>
        <p:spPr>
          <a:xfrm>
            <a:off x="9584508" y="4286030"/>
            <a:ext cx="59263" cy="25565"/>
          </a:xfrm>
          <a:custGeom>
            <a:avLst/>
            <a:gdLst/>
            <a:ahLst/>
            <a:cxnLst/>
            <a:rect l="0" t="0" r="r" b="b"/>
            <a:pathLst>
              <a:path w="59263" h="25565">
                <a:moveTo>
                  <a:pt x="0" y="0"/>
                </a:moveTo>
                <a:lnTo>
                  <a:pt x="59263" y="11039"/>
                </a:lnTo>
                <a:lnTo>
                  <a:pt x="34280" y="25565"/>
                </a:lnTo>
                <a:close/>
              </a:path>
            </a:pathLst>
          </a:custGeom>
          <a:solidFill>
            <a:srgbClr val="FDF7E2"/>
          </a:solidFill>
          <a:ln w="3486">
            <a:solidFill>
              <a:srgbClr val="FDF7E2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80" name="Kształt 270"/>
          <p:cNvSpPr/>
          <p:nvPr/>
        </p:nvSpPr>
        <p:spPr>
          <a:xfrm>
            <a:off x="9584508" y="4286030"/>
            <a:ext cx="34280" cy="25565"/>
          </a:xfrm>
          <a:custGeom>
            <a:avLst/>
            <a:gdLst/>
            <a:ahLst/>
            <a:cxnLst/>
            <a:rect l="0" t="0" r="r" b="b"/>
            <a:pathLst>
              <a:path w="34280" h="25565">
                <a:moveTo>
                  <a:pt x="0" y="0"/>
                </a:moveTo>
                <a:lnTo>
                  <a:pt x="34280" y="25565"/>
                </a:lnTo>
                <a:lnTo>
                  <a:pt x="1743" y="19754"/>
                </a:lnTo>
                <a:close/>
              </a:path>
            </a:pathLst>
          </a:custGeom>
          <a:solidFill>
            <a:srgbClr val="FDF6DE"/>
          </a:solidFill>
          <a:ln w="3486">
            <a:solidFill>
              <a:srgbClr val="FDF6DE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81" name="Kształt 271"/>
          <p:cNvSpPr/>
          <p:nvPr/>
        </p:nvSpPr>
        <p:spPr>
          <a:xfrm>
            <a:off x="9586251" y="4305785"/>
            <a:ext cx="32537" cy="24984"/>
          </a:xfrm>
          <a:custGeom>
            <a:avLst/>
            <a:gdLst/>
            <a:ahLst/>
            <a:cxnLst/>
            <a:rect l="0" t="0" r="r" b="b"/>
            <a:pathLst>
              <a:path w="32537" h="24984">
                <a:moveTo>
                  <a:pt x="1162" y="24984"/>
                </a:moveTo>
                <a:lnTo>
                  <a:pt x="0" y="0"/>
                </a:lnTo>
                <a:lnTo>
                  <a:pt x="32537" y="5810"/>
                </a:lnTo>
                <a:close/>
              </a:path>
            </a:pathLst>
          </a:custGeom>
          <a:solidFill>
            <a:srgbClr val="FCF4D9"/>
          </a:solidFill>
          <a:ln w="3486">
            <a:solidFill>
              <a:srgbClr val="FCF4D9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82" name="Kształt 272"/>
          <p:cNvSpPr/>
          <p:nvPr/>
        </p:nvSpPr>
        <p:spPr>
          <a:xfrm>
            <a:off x="9633894" y="4297069"/>
            <a:ext cx="36023" cy="45319"/>
          </a:xfrm>
          <a:custGeom>
            <a:avLst/>
            <a:gdLst/>
            <a:ahLst/>
            <a:cxnLst/>
            <a:rect l="0" t="0" r="r" b="b"/>
            <a:pathLst>
              <a:path w="36023" h="45319">
                <a:moveTo>
                  <a:pt x="9877" y="0"/>
                </a:moveTo>
                <a:lnTo>
                  <a:pt x="36023" y="45319"/>
                </a:lnTo>
                <a:lnTo>
                  <a:pt x="0" y="40090"/>
                </a:lnTo>
                <a:close/>
              </a:path>
            </a:pathLst>
          </a:custGeom>
          <a:solidFill>
            <a:srgbClr val="F3E0A5"/>
          </a:solidFill>
          <a:ln w="3486">
            <a:solidFill>
              <a:srgbClr val="F3E0A5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83" name="Kształt 273"/>
          <p:cNvSpPr/>
          <p:nvPr/>
        </p:nvSpPr>
        <p:spPr>
          <a:xfrm>
            <a:off x="9618788" y="4297069"/>
            <a:ext cx="24984" cy="40090"/>
          </a:xfrm>
          <a:custGeom>
            <a:avLst/>
            <a:gdLst/>
            <a:ahLst/>
            <a:cxnLst/>
            <a:rect l="0" t="0" r="r" b="b"/>
            <a:pathLst>
              <a:path w="24984" h="40090">
                <a:moveTo>
                  <a:pt x="24984" y="0"/>
                </a:moveTo>
                <a:lnTo>
                  <a:pt x="15106" y="40090"/>
                </a:lnTo>
                <a:lnTo>
                  <a:pt x="0" y="14525"/>
                </a:lnTo>
                <a:close/>
              </a:path>
            </a:pathLst>
          </a:custGeom>
          <a:solidFill>
            <a:srgbClr val="FAEDC2"/>
          </a:solidFill>
          <a:ln w="3486">
            <a:solidFill>
              <a:srgbClr val="FAEDC2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84" name="Kształt 274"/>
          <p:cNvSpPr/>
          <p:nvPr/>
        </p:nvSpPr>
        <p:spPr>
          <a:xfrm>
            <a:off x="9587413" y="4311595"/>
            <a:ext cx="46481" cy="25565"/>
          </a:xfrm>
          <a:custGeom>
            <a:avLst/>
            <a:gdLst/>
            <a:ahLst/>
            <a:cxnLst/>
            <a:rect l="0" t="0" r="r" b="b"/>
            <a:pathLst>
              <a:path w="46481" h="25565">
                <a:moveTo>
                  <a:pt x="0" y="19173"/>
                </a:moveTo>
                <a:lnTo>
                  <a:pt x="31375" y="0"/>
                </a:lnTo>
                <a:lnTo>
                  <a:pt x="46481" y="25565"/>
                </a:lnTo>
                <a:close/>
              </a:path>
            </a:pathLst>
          </a:custGeom>
          <a:solidFill>
            <a:srgbClr val="F8E8B3"/>
          </a:solidFill>
          <a:ln w="3486">
            <a:solidFill>
              <a:srgbClr val="F8E8B3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85" name="Kształt 275"/>
          <p:cNvSpPr/>
          <p:nvPr/>
        </p:nvSpPr>
        <p:spPr>
          <a:xfrm>
            <a:off x="9827953" y="4342388"/>
            <a:ext cx="51129" cy="45319"/>
          </a:xfrm>
          <a:custGeom>
            <a:avLst/>
            <a:gdLst/>
            <a:ahLst/>
            <a:cxnLst/>
            <a:rect l="0" t="0" r="r" b="b"/>
            <a:pathLst>
              <a:path w="51129" h="45319">
                <a:moveTo>
                  <a:pt x="51129" y="0"/>
                </a:moveTo>
                <a:lnTo>
                  <a:pt x="24984" y="45319"/>
                </a:lnTo>
                <a:lnTo>
                  <a:pt x="0" y="20336"/>
                </a:lnTo>
                <a:close/>
              </a:path>
            </a:pathLst>
          </a:custGeom>
          <a:solidFill>
            <a:srgbClr val="E9D290"/>
          </a:solidFill>
          <a:ln w="3486">
            <a:solidFill>
              <a:srgbClr val="E9D290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86" name="Kształt 276"/>
          <p:cNvSpPr/>
          <p:nvPr/>
        </p:nvSpPr>
        <p:spPr>
          <a:xfrm>
            <a:off x="9827953" y="4337159"/>
            <a:ext cx="51129" cy="25565"/>
          </a:xfrm>
          <a:custGeom>
            <a:avLst/>
            <a:gdLst/>
            <a:ahLst/>
            <a:cxnLst/>
            <a:rect l="0" t="0" r="r" b="b"/>
            <a:pathLst>
              <a:path w="51129" h="25565">
                <a:moveTo>
                  <a:pt x="51129" y="5229"/>
                </a:moveTo>
                <a:lnTo>
                  <a:pt x="0" y="25565"/>
                </a:lnTo>
                <a:lnTo>
                  <a:pt x="15106" y="0"/>
                </a:lnTo>
                <a:close/>
              </a:path>
            </a:pathLst>
          </a:custGeom>
          <a:solidFill>
            <a:srgbClr val="F6E7B8"/>
          </a:solidFill>
          <a:ln w="3486">
            <a:solidFill>
              <a:srgbClr val="F6E7B8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87" name="Kształt 277"/>
          <p:cNvSpPr/>
          <p:nvPr/>
        </p:nvSpPr>
        <p:spPr>
          <a:xfrm>
            <a:off x="9796578" y="4330768"/>
            <a:ext cx="46481" cy="31956"/>
          </a:xfrm>
          <a:custGeom>
            <a:avLst/>
            <a:gdLst/>
            <a:ahLst/>
            <a:cxnLst/>
            <a:rect l="0" t="0" r="r" b="b"/>
            <a:pathLst>
              <a:path w="46481" h="31956">
                <a:moveTo>
                  <a:pt x="0" y="0"/>
                </a:moveTo>
                <a:lnTo>
                  <a:pt x="46481" y="6391"/>
                </a:lnTo>
                <a:lnTo>
                  <a:pt x="31375" y="31956"/>
                </a:lnTo>
                <a:close/>
              </a:path>
            </a:pathLst>
          </a:custGeom>
          <a:solidFill>
            <a:srgbClr val="F9ECC3"/>
          </a:solidFill>
          <a:ln w="3486">
            <a:solidFill>
              <a:srgbClr val="F9ECC3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88" name="Kształt 278"/>
          <p:cNvSpPr/>
          <p:nvPr/>
        </p:nvSpPr>
        <p:spPr>
          <a:xfrm>
            <a:off x="9793673" y="4369115"/>
            <a:ext cx="59263" cy="29632"/>
          </a:xfrm>
          <a:custGeom>
            <a:avLst/>
            <a:gdLst/>
            <a:ahLst/>
            <a:cxnLst/>
            <a:rect l="0" t="0" r="r" b="b"/>
            <a:pathLst>
              <a:path w="59263" h="29632">
                <a:moveTo>
                  <a:pt x="59263" y="18592"/>
                </a:moveTo>
                <a:lnTo>
                  <a:pt x="0" y="29632"/>
                </a:lnTo>
                <a:lnTo>
                  <a:pt x="1743" y="0"/>
                </a:lnTo>
                <a:close/>
              </a:path>
            </a:pathLst>
          </a:custGeom>
          <a:solidFill>
            <a:srgbClr val="EEDAA0"/>
          </a:solidFill>
          <a:ln w="3486">
            <a:solidFill>
              <a:srgbClr val="EEDAA0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89" name="Kształt 279"/>
          <p:cNvSpPr/>
          <p:nvPr/>
        </p:nvSpPr>
        <p:spPr>
          <a:xfrm>
            <a:off x="9795416" y="4362724"/>
            <a:ext cx="57520" cy="24984"/>
          </a:xfrm>
          <a:custGeom>
            <a:avLst/>
            <a:gdLst/>
            <a:ahLst/>
            <a:cxnLst/>
            <a:rect l="0" t="0" r="r" b="b"/>
            <a:pathLst>
              <a:path w="57520" h="24984">
                <a:moveTo>
                  <a:pt x="57520" y="24984"/>
                </a:moveTo>
                <a:lnTo>
                  <a:pt x="0" y="6391"/>
                </a:lnTo>
                <a:lnTo>
                  <a:pt x="32537" y="0"/>
                </a:lnTo>
                <a:close/>
              </a:path>
            </a:pathLst>
          </a:custGeom>
          <a:solidFill>
            <a:srgbClr val="ECD699"/>
          </a:solidFill>
          <a:ln w="3486">
            <a:solidFill>
              <a:srgbClr val="ECD699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90" name="Kształt 280"/>
          <p:cNvSpPr/>
          <p:nvPr/>
        </p:nvSpPr>
        <p:spPr>
          <a:xfrm>
            <a:off x="9795416" y="4330768"/>
            <a:ext cx="32537" cy="38347"/>
          </a:xfrm>
          <a:custGeom>
            <a:avLst/>
            <a:gdLst/>
            <a:ahLst/>
            <a:cxnLst/>
            <a:rect l="0" t="0" r="r" b="b"/>
            <a:pathLst>
              <a:path w="32537" h="38347">
                <a:moveTo>
                  <a:pt x="1162" y="0"/>
                </a:moveTo>
                <a:lnTo>
                  <a:pt x="32537" y="31956"/>
                </a:lnTo>
                <a:lnTo>
                  <a:pt x="0" y="38347"/>
                </a:lnTo>
                <a:close/>
              </a:path>
            </a:pathLst>
          </a:custGeom>
          <a:solidFill>
            <a:srgbClr val="FDF3D0"/>
          </a:solidFill>
          <a:ln w="3486">
            <a:solidFill>
              <a:srgbClr val="FDF3D0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91" name="Kształt 281"/>
          <p:cNvSpPr/>
          <p:nvPr/>
        </p:nvSpPr>
        <p:spPr>
          <a:xfrm>
            <a:off x="9746611" y="4351104"/>
            <a:ext cx="47062" cy="47643"/>
          </a:xfrm>
          <a:custGeom>
            <a:avLst/>
            <a:gdLst/>
            <a:ahLst/>
            <a:cxnLst/>
            <a:rect l="0" t="0" r="r" b="b"/>
            <a:pathLst>
              <a:path w="47062" h="47643">
                <a:moveTo>
                  <a:pt x="47062" y="47643"/>
                </a:moveTo>
                <a:lnTo>
                  <a:pt x="0" y="16268"/>
                </a:lnTo>
                <a:lnTo>
                  <a:pt x="22079" y="0"/>
                </a:lnTo>
                <a:close/>
              </a:path>
            </a:pathLst>
          </a:custGeom>
          <a:solidFill>
            <a:srgbClr val="F9ECC3"/>
          </a:solidFill>
          <a:ln w="3486">
            <a:solidFill>
              <a:srgbClr val="F9ECC3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92" name="Kształt 282"/>
          <p:cNvSpPr/>
          <p:nvPr/>
        </p:nvSpPr>
        <p:spPr>
          <a:xfrm>
            <a:off x="9768689" y="4351104"/>
            <a:ext cx="26727" cy="47643"/>
          </a:xfrm>
          <a:custGeom>
            <a:avLst/>
            <a:gdLst/>
            <a:ahLst/>
            <a:cxnLst/>
            <a:rect l="0" t="0" r="r" b="b"/>
            <a:pathLst>
              <a:path w="26727" h="47643">
                <a:moveTo>
                  <a:pt x="24984" y="47643"/>
                </a:moveTo>
                <a:lnTo>
                  <a:pt x="0" y="0"/>
                </a:lnTo>
                <a:lnTo>
                  <a:pt x="26727" y="18011"/>
                </a:lnTo>
                <a:close/>
              </a:path>
            </a:pathLst>
          </a:custGeom>
          <a:solidFill>
            <a:srgbClr val="FAEEC5"/>
          </a:solidFill>
          <a:ln w="3486">
            <a:solidFill>
              <a:srgbClr val="FAEEC5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93" name="Kształt 283"/>
          <p:cNvSpPr/>
          <p:nvPr/>
        </p:nvSpPr>
        <p:spPr>
          <a:xfrm>
            <a:off x="9768689" y="4330768"/>
            <a:ext cx="27889" cy="38347"/>
          </a:xfrm>
          <a:custGeom>
            <a:avLst/>
            <a:gdLst/>
            <a:ahLst/>
            <a:cxnLst/>
            <a:rect l="0" t="0" r="r" b="b"/>
            <a:pathLst>
              <a:path w="27889" h="38347">
                <a:moveTo>
                  <a:pt x="27889" y="0"/>
                </a:moveTo>
                <a:lnTo>
                  <a:pt x="26727" y="38347"/>
                </a:lnTo>
                <a:lnTo>
                  <a:pt x="0" y="20336"/>
                </a:lnTo>
                <a:close/>
              </a:path>
            </a:pathLst>
          </a:custGeom>
          <a:solidFill>
            <a:srgbClr val="FEF5D4"/>
          </a:solidFill>
          <a:ln w="3486">
            <a:solidFill>
              <a:srgbClr val="FEF5D4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94" name="Kształt 284"/>
          <p:cNvSpPr/>
          <p:nvPr/>
        </p:nvSpPr>
        <p:spPr>
          <a:xfrm>
            <a:off x="9746611" y="4317405"/>
            <a:ext cx="22079" cy="49967"/>
          </a:xfrm>
          <a:custGeom>
            <a:avLst/>
            <a:gdLst/>
            <a:ahLst/>
            <a:cxnLst/>
            <a:rect l="0" t="0" r="r" b="b"/>
            <a:pathLst>
              <a:path w="22079" h="49967">
                <a:moveTo>
                  <a:pt x="0" y="49967"/>
                </a:moveTo>
                <a:lnTo>
                  <a:pt x="0" y="0"/>
                </a:lnTo>
                <a:lnTo>
                  <a:pt x="22079" y="5810"/>
                </a:lnTo>
                <a:close/>
              </a:path>
            </a:pathLst>
          </a:custGeom>
          <a:solidFill>
            <a:srgbClr val="FFFBED"/>
          </a:solidFill>
          <a:ln w="3486">
            <a:solidFill>
              <a:srgbClr val="FFFBED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95" name="Kształt 285"/>
          <p:cNvSpPr/>
          <p:nvPr/>
        </p:nvSpPr>
        <p:spPr>
          <a:xfrm>
            <a:off x="9746611" y="4323215"/>
            <a:ext cx="22079" cy="44157"/>
          </a:xfrm>
          <a:custGeom>
            <a:avLst/>
            <a:gdLst/>
            <a:ahLst/>
            <a:cxnLst/>
            <a:rect l="0" t="0" r="r" b="b"/>
            <a:pathLst>
              <a:path w="22079" h="44157">
                <a:moveTo>
                  <a:pt x="0" y="44157"/>
                </a:moveTo>
                <a:lnTo>
                  <a:pt x="22079" y="0"/>
                </a:lnTo>
                <a:lnTo>
                  <a:pt x="22079" y="27889"/>
                </a:lnTo>
                <a:close/>
              </a:path>
            </a:pathLst>
          </a:custGeom>
          <a:solidFill>
            <a:srgbClr val="FFF8DF"/>
          </a:solidFill>
          <a:ln w="3486">
            <a:solidFill>
              <a:srgbClr val="FFF8D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96" name="Kształt 286"/>
          <p:cNvSpPr/>
          <p:nvPr/>
        </p:nvSpPr>
        <p:spPr>
          <a:xfrm>
            <a:off x="9768689" y="4323215"/>
            <a:ext cx="27889" cy="27889"/>
          </a:xfrm>
          <a:custGeom>
            <a:avLst/>
            <a:gdLst/>
            <a:ahLst/>
            <a:cxnLst/>
            <a:rect l="0" t="0" r="r" b="b"/>
            <a:pathLst>
              <a:path w="27889" h="27889">
                <a:moveTo>
                  <a:pt x="27889" y="7553"/>
                </a:moveTo>
                <a:lnTo>
                  <a:pt x="0" y="27889"/>
                </a:lnTo>
                <a:lnTo>
                  <a:pt x="0" y="0"/>
                </a:lnTo>
                <a:close/>
              </a:path>
            </a:pathLst>
          </a:custGeom>
          <a:solidFill>
            <a:srgbClr val="FFFAE6"/>
          </a:solidFill>
          <a:ln w="3486">
            <a:solidFill>
              <a:srgbClr val="FFFAE6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97" name="Kształt 287"/>
          <p:cNvSpPr/>
          <p:nvPr/>
        </p:nvSpPr>
        <p:spPr>
          <a:xfrm>
            <a:off x="9746611" y="4286030"/>
            <a:ext cx="48805" cy="31375"/>
          </a:xfrm>
          <a:custGeom>
            <a:avLst/>
            <a:gdLst/>
            <a:ahLst/>
            <a:cxnLst/>
            <a:rect l="0" t="0" r="r" b="b"/>
            <a:pathLst>
              <a:path w="48805" h="31375">
                <a:moveTo>
                  <a:pt x="0" y="31375"/>
                </a:moveTo>
                <a:lnTo>
                  <a:pt x="47062" y="0"/>
                </a:lnTo>
                <a:lnTo>
                  <a:pt x="48805" y="19754"/>
                </a:lnTo>
                <a:close/>
              </a:path>
            </a:pathLst>
          </a:custGeom>
          <a:solidFill>
            <a:srgbClr val="FFFCF1"/>
          </a:solidFill>
          <a:ln w="3486">
            <a:solidFill>
              <a:srgbClr val="FFFCF1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98" name="Kształt 288"/>
          <p:cNvSpPr/>
          <p:nvPr/>
        </p:nvSpPr>
        <p:spPr>
          <a:xfrm>
            <a:off x="9746611" y="4305785"/>
            <a:ext cx="48805" cy="17430"/>
          </a:xfrm>
          <a:custGeom>
            <a:avLst/>
            <a:gdLst/>
            <a:ahLst/>
            <a:cxnLst/>
            <a:rect l="0" t="0" r="r" b="b"/>
            <a:pathLst>
              <a:path w="48805" h="17430">
                <a:moveTo>
                  <a:pt x="0" y="11620"/>
                </a:moveTo>
                <a:lnTo>
                  <a:pt x="48805" y="0"/>
                </a:lnTo>
                <a:lnTo>
                  <a:pt x="22079" y="17430"/>
                </a:lnTo>
                <a:close/>
              </a:path>
            </a:pathLst>
          </a:custGeom>
          <a:solidFill>
            <a:srgbClr val="FFFDF3"/>
          </a:solidFill>
          <a:ln w="3486">
            <a:solidFill>
              <a:srgbClr val="FFFDF3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99" name="Kształt 289"/>
          <p:cNvSpPr/>
          <p:nvPr/>
        </p:nvSpPr>
        <p:spPr>
          <a:xfrm>
            <a:off x="9768689" y="4305785"/>
            <a:ext cx="27889" cy="24984"/>
          </a:xfrm>
          <a:custGeom>
            <a:avLst/>
            <a:gdLst/>
            <a:ahLst/>
            <a:cxnLst/>
            <a:rect l="0" t="0" r="r" b="b"/>
            <a:pathLst>
              <a:path w="27889" h="24984">
                <a:moveTo>
                  <a:pt x="27889" y="24984"/>
                </a:moveTo>
                <a:lnTo>
                  <a:pt x="0" y="17430"/>
                </a:lnTo>
                <a:lnTo>
                  <a:pt x="26727" y="0"/>
                </a:lnTo>
                <a:close/>
              </a:path>
            </a:pathLst>
          </a:custGeom>
          <a:solidFill>
            <a:srgbClr val="FFFAE6"/>
          </a:solidFill>
          <a:ln w="3486">
            <a:solidFill>
              <a:srgbClr val="FFFAE6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00" name="Kształt 290"/>
          <p:cNvSpPr/>
          <p:nvPr/>
        </p:nvSpPr>
        <p:spPr>
          <a:xfrm>
            <a:off x="9793673" y="4286030"/>
            <a:ext cx="59263" cy="25565"/>
          </a:xfrm>
          <a:custGeom>
            <a:avLst/>
            <a:gdLst/>
            <a:ahLst/>
            <a:cxnLst/>
            <a:rect l="0" t="0" r="r" b="b"/>
            <a:pathLst>
              <a:path w="59263" h="25565">
                <a:moveTo>
                  <a:pt x="0" y="0"/>
                </a:moveTo>
                <a:lnTo>
                  <a:pt x="59263" y="11039"/>
                </a:lnTo>
                <a:lnTo>
                  <a:pt x="34280" y="25565"/>
                </a:lnTo>
                <a:close/>
              </a:path>
            </a:pathLst>
          </a:custGeom>
          <a:solidFill>
            <a:srgbClr val="FFFBEC"/>
          </a:solidFill>
          <a:ln w="3486">
            <a:solidFill>
              <a:srgbClr val="FFFBEC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01" name="Kształt 291"/>
          <p:cNvSpPr/>
          <p:nvPr/>
        </p:nvSpPr>
        <p:spPr>
          <a:xfrm>
            <a:off x="9793673" y="4286030"/>
            <a:ext cx="34280" cy="25565"/>
          </a:xfrm>
          <a:custGeom>
            <a:avLst/>
            <a:gdLst/>
            <a:ahLst/>
            <a:cxnLst/>
            <a:rect l="0" t="0" r="r" b="b"/>
            <a:pathLst>
              <a:path w="34280" h="25565">
                <a:moveTo>
                  <a:pt x="0" y="0"/>
                </a:moveTo>
                <a:lnTo>
                  <a:pt x="34280" y="25565"/>
                </a:lnTo>
                <a:lnTo>
                  <a:pt x="1743" y="19754"/>
                </a:lnTo>
                <a:close/>
              </a:path>
            </a:pathLst>
          </a:custGeom>
          <a:solidFill>
            <a:srgbClr val="FFFBEA"/>
          </a:solidFill>
          <a:ln w="3486">
            <a:solidFill>
              <a:srgbClr val="FFFBEA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02" name="Kształt 292"/>
          <p:cNvSpPr/>
          <p:nvPr/>
        </p:nvSpPr>
        <p:spPr>
          <a:xfrm>
            <a:off x="9795416" y="4305785"/>
            <a:ext cx="32537" cy="24984"/>
          </a:xfrm>
          <a:custGeom>
            <a:avLst/>
            <a:gdLst/>
            <a:ahLst/>
            <a:cxnLst/>
            <a:rect l="0" t="0" r="r" b="b"/>
            <a:pathLst>
              <a:path w="32537" h="24984">
                <a:moveTo>
                  <a:pt x="1162" y="24984"/>
                </a:moveTo>
                <a:lnTo>
                  <a:pt x="0" y="0"/>
                </a:lnTo>
                <a:lnTo>
                  <a:pt x="32537" y="5810"/>
                </a:lnTo>
                <a:close/>
              </a:path>
            </a:pathLst>
          </a:custGeom>
          <a:solidFill>
            <a:srgbClr val="FFFAE8"/>
          </a:solidFill>
          <a:ln w="3486">
            <a:solidFill>
              <a:srgbClr val="FFFAE8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03" name="Kształt 293"/>
          <p:cNvSpPr/>
          <p:nvPr/>
        </p:nvSpPr>
        <p:spPr>
          <a:xfrm>
            <a:off x="9843059" y="4297069"/>
            <a:ext cx="36023" cy="45319"/>
          </a:xfrm>
          <a:custGeom>
            <a:avLst/>
            <a:gdLst/>
            <a:ahLst/>
            <a:cxnLst/>
            <a:rect l="0" t="0" r="r" b="b"/>
            <a:pathLst>
              <a:path w="36023" h="45319">
                <a:moveTo>
                  <a:pt x="9877" y="0"/>
                </a:moveTo>
                <a:lnTo>
                  <a:pt x="36023" y="45319"/>
                </a:lnTo>
                <a:lnTo>
                  <a:pt x="0" y="40090"/>
                </a:lnTo>
                <a:close/>
              </a:path>
            </a:pathLst>
          </a:custGeom>
          <a:solidFill>
            <a:srgbClr val="F8EBC1"/>
          </a:solidFill>
          <a:ln w="3486">
            <a:solidFill>
              <a:srgbClr val="F8EBC1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04" name="Kształt 294"/>
          <p:cNvSpPr/>
          <p:nvPr/>
        </p:nvSpPr>
        <p:spPr>
          <a:xfrm>
            <a:off x="9827953" y="4297069"/>
            <a:ext cx="24984" cy="40090"/>
          </a:xfrm>
          <a:custGeom>
            <a:avLst/>
            <a:gdLst/>
            <a:ahLst/>
            <a:cxnLst/>
            <a:rect l="0" t="0" r="r" b="b"/>
            <a:pathLst>
              <a:path w="24984" h="40090">
                <a:moveTo>
                  <a:pt x="24984" y="0"/>
                </a:moveTo>
                <a:lnTo>
                  <a:pt x="15106" y="40090"/>
                </a:lnTo>
                <a:lnTo>
                  <a:pt x="0" y="14525"/>
                </a:lnTo>
                <a:close/>
              </a:path>
            </a:pathLst>
          </a:custGeom>
          <a:solidFill>
            <a:srgbClr val="FFF8DE"/>
          </a:solidFill>
          <a:ln w="3486">
            <a:solidFill>
              <a:srgbClr val="FFF8DE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05" name="Kształt 295"/>
          <p:cNvSpPr/>
          <p:nvPr/>
        </p:nvSpPr>
        <p:spPr>
          <a:xfrm>
            <a:off x="9796578" y="4311595"/>
            <a:ext cx="46481" cy="25565"/>
          </a:xfrm>
          <a:custGeom>
            <a:avLst/>
            <a:gdLst/>
            <a:ahLst/>
            <a:cxnLst/>
            <a:rect l="0" t="0" r="r" b="b"/>
            <a:pathLst>
              <a:path w="46481" h="25565">
                <a:moveTo>
                  <a:pt x="0" y="19173"/>
                </a:moveTo>
                <a:lnTo>
                  <a:pt x="31375" y="0"/>
                </a:lnTo>
                <a:lnTo>
                  <a:pt x="46481" y="25565"/>
                </a:lnTo>
                <a:close/>
              </a:path>
            </a:pathLst>
          </a:custGeom>
          <a:solidFill>
            <a:srgbClr val="FFF6D8"/>
          </a:solidFill>
          <a:ln w="3486">
            <a:solidFill>
              <a:srgbClr val="FFF6D8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06" name="Kształt 296"/>
          <p:cNvSpPr/>
          <p:nvPr/>
        </p:nvSpPr>
        <p:spPr>
          <a:xfrm>
            <a:off x="9723370" y="4342388"/>
            <a:ext cx="51129" cy="45319"/>
          </a:xfrm>
          <a:custGeom>
            <a:avLst/>
            <a:gdLst/>
            <a:ahLst/>
            <a:cxnLst/>
            <a:rect l="0" t="0" r="r" b="b"/>
            <a:pathLst>
              <a:path w="51129" h="45319">
                <a:moveTo>
                  <a:pt x="51129" y="0"/>
                </a:moveTo>
                <a:lnTo>
                  <a:pt x="24984" y="45319"/>
                </a:lnTo>
                <a:lnTo>
                  <a:pt x="0" y="20336"/>
                </a:lnTo>
                <a:close/>
              </a:path>
            </a:pathLst>
          </a:custGeom>
          <a:solidFill>
            <a:srgbClr val="E9D290"/>
          </a:solidFill>
          <a:ln w="3486">
            <a:solidFill>
              <a:srgbClr val="E9D290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07" name="Kształt 297"/>
          <p:cNvSpPr/>
          <p:nvPr/>
        </p:nvSpPr>
        <p:spPr>
          <a:xfrm>
            <a:off x="9723370" y="4337159"/>
            <a:ext cx="51129" cy="25565"/>
          </a:xfrm>
          <a:custGeom>
            <a:avLst/>
            <a:gdLst/>
            <a:ahLst/>
            <a:cxnLst/>
            <a:rect l="0" t="0" r="r" b="b"/>
            <a:pathLst>
              <a:path w="51129" h="25565">
                <a:moveTo>
                  <a:pt x="51129" y="5229"/>
                </a:moveTo>
                <a:lnTo>
                  <a:pt x="0" y="25565"/>
                </a:lnTo>
                <a:lnTo>
                  <a:pt x="15106" y="0"/>
                </a:lnTo>
                <a:close/>
              </a:path>
            </a:pathLst>
          </a:custGeom>
          <a:solidFill>
            <a:srgbClr val="F6E7B8"/>
          </a:solidFill>
          <a:ln w="3486">
            <a:solidFill>
              <a:srgbClr val="F6E7B8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08" name="Kształt 298"/>
          <p:cNvSpPr/>
          <p:nvPr/>
        </p:nvSpPr>
        <p:spPr>
          <a:xfrm>
            <a:off x="9691995" y="4330768"/>
            <a:ext cx="46481" cy="31956"/>
          </a:xfrm>
          <a:custGeom>
            <a:avLst/>
            <a:gdLst/>
            <a:ahLst/>
            <a:cxnLst/>
            <a:rect l="0" t="0" r="r" b="b"/>
            <a:pathLst>
              <a:path w="46481" h="31956">
                <a:moveTo>
                  <a:pt x="0" y="0"/>
                </a:moveTo>
                <a:lnTo>
                  <a:pt x="46481" y="6391"/>
                </a:lnTo>
                <a:lnTo>
                  <a:pt x="31375" y="31956"/>
                </a:lnTo>
                <a:close/>
              </a:path>
            </a:pathLst>
          </a:custGeom>
          <a:solidFill>
            <a:srgbClr val="F9ECC3"/>
          </a:solidFill>
          <a:ln w="3486">
            <a:solidFill>
              <a:srgbClr val="F9ECC3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09" name="Kształt 299"/>
          <p:cNvSpPr/>
          <p:nvPr/>
        </p:nvSpPr>
        <p:spPr>
          <a:xfrm>
            <a:off x="9689090" y="4369115"/>
            <a:ext cx="59263" cy="29632"/>
          </a:xfrm>
          <a:custGeom>
            <a:avLst/>
            <a:gdLst/>
            <a:ahLst/>
            <a:cxnLst/>
            <a:rect l="0" t="0" r="r" b="b"/>
            <a:pathLst>
              <a:path w="59263" h="29632">
                <a:moveTo>
                  <a:pt x="59263" y="18592"/>
                </a:moveTo>
                <a:lnTo>
                  <a:pt x="0" y="29632"/>
                </a:lnTo>
                <a:lnTo>
                  <a:pt x="1743" y="0"/>
                </a:lnTo>
                <a:close/>
              </a:path>
            </a:pathLst>
          </a:custGeom>
          <a:solidFill>
            <a:srgbClr val="EEDAA0"/>
          </a:solidFill>
          <a:ln w="3486">
            <a:solidFill>
              <a:srgbClr val="EEDAA0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10" name="Kształt 300"/>
          <p:cNvSpPr/>
          <p:nvPr/>
        </p:nvSpPr>
        <p:spPr>
          <a:xfrm>
            <a:off x="9690833" y="4362724"/>
            <a:ext cx="57520" cy="24984"/>
          </a:xfrm>
          <a:custGeom>
            <a:avLst/>
            <a:gdLst/>
            <a:ahLst/>
            <a:cxnLst/>
            <a:rect l="0" t="0" r="r" b="b"/>
            <a:pathLst>
              <a:path w="57520" h="24984">
                <a:moveTo>
                  <a:pt x="57520" y="24984"/>
                </a:moveTo>
                <a:lnTo>
                  <a:pt x="0" y="6391"/>
                </a:lnTo>
                <a:lnTo>
                  <a:pt x="32537" y="0"/>
                </a:lnTo>
                <a:close/>
              </a:path>
            </a:pathLst>
          </a:custGeom>
          <a:solidFill>
            <a:srgbClr val="ECD699"/>
          </a:solidFill>
          <a:ln w="3486">
            <a:solidFill>
              <a:srgbClr val="ECD699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11" name="Kształt 301"/>
          <p:cNvSpPr/>
          <p:nvPr/>
        </p:nvSpPr>
        <p:spPr>
          <a:xfrm>
            <a:off x="9690833" y="4330768"/>
            <a:ext cx="32537" cy="38347"/>
          </a:xfrm>
          <a:custGeom>
            <a:avLst/>
            <a:gdLst/>
            <a:ahLst/>
            <a:cxnLst/>
            <a:rect l="0" t="0" r="r" b="b"/>
            <a:pathLst>
              <a:path w="32537" h="38347">
                <a:moveTo>
                  <a:pt x="1162" y="0"/>
                </a:moveTo>
                <a:lnTo>
                  <a:pt x="32537" y="31956"/>
                </a:lnTo>
                <a:lnTo>
                  <a:pt x="0" y="38347"/>
                </a:lnTo>
                <a:close/>
              </a:path>
            </a:pathLst>
          </a:custGeom>
          <a:solidFill>
            <a:srgbClr val="FDF3D0"/>
          </a:solidFill>
          <a:ln w="3486">
            <a:solidFill>
              <a:srgbClr val="FDF3D0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12" name="Kształt 302"/>
          <p:cNvSpPr/>
          <p:nvPr/>
        </p:nvSpPr>
        <p:spPr>
          <a:xfrm>
            <a:off x="9642028" y="4351104"/>
            <a:ext cx="47062" cy="47643"/>
          </a:xfrm>
          <a:custGeom>
            <a:avLst/>
            <a:gdLst/>
            <a:ahLst/>
            <a:cxnLst/>
            <a:rect l="0" t="0" r="r" b="b"/>
            <a:pathLst>
              <a:path w="47062" h="47643">
                <a:moveTo>
                  <a:pt x="47062" y="47643"/>
                </a:moveTo>
                <a:lnTo>
                  <a:pt x="0" y="16268"/>
                </a:lnTo>
                <a:lnTo>
                  <a:pt x="22079" y="0"/>
                </a:lnTo>
                <a:close/>
              </a:path>
            </a:pathLst>
          </a:custGeom>
          <a:solidFill>
            <a:srgbClr val="F9ECC3"/>
          </a:solidFill>
          <a:ln w="3486">
            <a:solidFill>
              <a:srgbClr val="F9ECC3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13" name="Kształt 303"/>
          <p:cNvSpPr/>
          <p:nvPr/>
        </p:nvSpPr>
        <p:spPr>
          <a:xfrm>
            <a:off x="9664107" y="4351104"/>
            <a:ext cx="26727" cy="47643"/>
          </a:xfrm>
          <a:custGeom>
            <a:avLst/>
            <a:gdLst/>
            <a:ahLst/>
            <a:cxnLst/>
            <a:rect l="0" t="0" r="r" b="b"/>
            <a:pathLst>
              <a:path w="26727" h="47643">
                <a:moveTo>
                  <a:pt x="24984" y="47643"/>
                </a:moveTo>
                <a:lnTo>
                  <a:pt x="0" y="0"/>
                </a:lnTo>
                <a:lnTo>
                  <a:pt x="26727" y="18011"/>
                </a:lnTo>
                <a:close/>
              </a:path>
            </a:pathLst>
          </a:custGeom>
          <a:solidFill>
            <a:srgbClr val="FAEEC5"/>
          </a:solidFill>
          <a:ln w="3486">
            <a:solidFill>
              <a:srgbClr val="FAEEC5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14" name="Kształt 304"/>
          <p:cNvSpPr/>
          <p:nvPr/>
        </p:nvSpPr>
        <p:spPr>
          <a:xfrm>
            <a:off x="9664107" y="4330768"/>
            <a:ext cx="27889" cy="38347"/>
          </a:xfrm>
          <a:custGeom>
            <a:avLst/>
            <a:gdLst/>
            <a:ahLst/>
            <a:cxnLst/>
            <a:rect l="0" t="0" r="r" b="b"/>
            <a:pathLst>
              <a:path w="27889" h="38347">
                <a:moveTo>
                  <a:pt x="27889" y="0"/>
                </a:moveTo>
                <a:lnTo>
                  <a:pt x="26727" y="38347"/>
                </a:lnTo>
                <a:lnTo>
                  <a:pt x="0" y="20336"/>
                </a:lnTo>
                <a:close/>
              </a:path>
            </a:pathLst>
          </a:custGeom>
          <a:solidFill>
            <a:srgbClr val="FEF5D4"/>
          </a:solidFill>
          <a:ln w="3486">
            <a:solidFill>
              <a:srgbClr val="FEF5D4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15" name="Kształt 305"/>
          <p:cNvSpPr/>
          <p:nvPr/>
        </p:nvSpPr>
        <p:spPr>
          <a:xfrm>
            <a:off x="9642028" y="4317405"/>
            <a:ext cx="22079" cy="49967"/>
          </a:xfrm>
          <a:custGeom>
            <a:avLst/>
            <a:gdLst/>
            <a:ahLst/>
            <a:cxnLst/>
            <a:rect l="0" t="0" r="r" b="b"/>
            <a:pathLst>
              <a:path w="22079" h="49967">
                <a:moveTo>
                  <a:pt x="0" y="49967"/>
                </a:moveTo>
                <a:lnTo>
                  <a:pt x="0" y="0"/>
                </a:lnTo>
                <a:lnTo>
                  <a:pt x="22079" y="5810"/>
                </a:lnTo>
                <a:close/>
              </a:path>
            </a:pathLst>
          </a:custGeom>
          <a:solidFill>
            <a:srgbClr val="FFFBED"/>
          </a:solidFill>
          <a:ln w="3486">
            <a:solidFill>
              <a:srgbClr val="FFFBED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16" name="Kształt 306"/>
          <p:cNvSpPr/>
          <p:nvPr/>
        </p:nvSpPr>
        <p:spPr>
          <a:xfrm>
            <a:off x="9642028" y="4323215"/>
            <a:ext cx="22079" cy="44157"/>
          </a:xfrm>
          <a:custGeom>
            <a:avLst/>
            <a:gdLst/>
            <a:ahLst/>
            <a:cxnLst/>
            <a:rect l="0" t="0" r="r" b="b"/>
            <a:pathLst>
              <a:path w="22079" h="44157">
                <a:moveTo>
                  <a:pt x="0" y="44157"/>
                </a:moveTo>
                <a:lnTo>
                  <a:pt x="22079" y="0"/>
                </a:lnTo>
                <a:lnTo>
                  <a:pt x="22079" y="27889"/>
                </a:lnTo>
                <a:close/>
              </a:path>
            </a:pathLst>
          </a:custGeom>
          <a:solidFill>
            <a:srgbClr val="FFF8DF"/>
          </a:solidFill>
          <a:ln w="3486">
            <a:solidFill>
              <a:srgbClr val="FFF8D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17" name="Kształt 307"/>
          <p:cNvSpPr/>
          <p:nvPr/>
        </p:nvSpPr>
        <p:spPr>
          <a:xfrm>
            <a:off x="9664107" y="4323215"/>
            <a:ext cx="27889" cy="27889"/>
          </a:xfrm>
          <a:custGeom>
            <a:avLst/>
            <a:gdLst/>
            <a:ahLst/>
            <a:cxnLst/>
            <a:rect l="0" t="0" r="r" b="b"/>
            <a:pathLst>
              <a:path w="27889" h="27889">
                <a:moveTo>
                  <a:pt x="27889" y="7553"/>
                </a:moveTo>
                <a:lnTo>
                  <a:pt x="0" y="27889"/>
                </a:lnTo>
                <a:lnTo>
                  <a:pt x="0" y="0"/>
                </a:lnTo>
                <a:close/>
              </a:path>
            </a:pathLst>
          </a:custGeom>
          <a:solidFill>
            <a:srgbClr val="FFFAE6"/>
          </a:solidFill>
          <a:ln w="3486">
            <a:solidFill>
              <a:srgbClr val="FFFAE6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18" name="Kształt 308"/>
          <p:cNvSpPr/>
          <p:nvPr/>
        </p:nvSpPr>
        <p:spPr>
          <a:xfrm>
            <a:off x="9642028" y="4286030"/>
            <a:ext cx="48805" cy="31375"/>
          </a:xfrm>
          <a:custGeom>
            <a:avLst/>
            <a:gdLst/>
            <a:ahLst/>
            <a:cxnLst/>
            <a:rect l="0" t="0" r="r" b="b"/>
            <a:pathLst>
              <a:path w="48805" h="31375">
                <a:moveTo>
                  <a:pt x="0" y="31375"/>
                </a:moveTo>
                <a:lnTo>
                  <a:pt x="47062" y="0"/>
                </a:lnTo>
                <a:lnTo>
                  <a:pt x="48805" y="19754"/>
                </a:lnTo>
                <a:close/>
              </a:path>
            </a:pathLst>
          </a:custGeom>
          <a:solidFill>
            <a:srgbClr val="FFFCF1"/>
          </a:solidFill>
          <a:ln w="3486">
            <a:solidFill>
              <a:srgbClr val="FFFCF1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19" name="Kształt 309"/>
          <p:cNvSpPr/>
          <p:nvPr/>
        </p:nvSpPr>
        <p:spPr>
          <a:xfrm>
            <a:off x="9642028" y="4305785"/>
            <a:ext cx="48805" cy="17430"/>
          </a:xfrm>
          <a:custGeom>
            <a:avLst/>
            <a:gdLst/>
            <a:ahLst/>
            <a:cxnLst/>
            <a:rect l="0" t="0" r="r" b="b"/>
            <a:pathLst>
              <a:path w="48805" h="17430">
                <a:moveTo>
                  <a:pt x="0" y="11620"/>
                </a:moveTo>
                <a:lnTo>
                  <a:pt x="48805" y="0"/>
                </a:lnTo>
                <a:lnTo>
                  <a:pt x="22079" y="17430"/>
                </a:lnTo>
                <a:close/>
              </a:path>
            </a:pathLst>
          </a:custGeom>
          <a:solidFill>
            <a:srgbClr val="FFFDF3"/>
          </a:solidFill>
          <a:ln w="3486">
            <a:solidFill>
              <a:srgbClr val="FFFDF3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20" name="Kształt 310"/>
          <p:cNvSpPr/>
          <p:nvPr/>
        </p:nvSpPr>
        <p:spPr>
          <a:xfrm>
            <a:off x="9664107" y="4305785"/>
            <a:ext cx="27889" cy="24984"/>
          </a:xfrm>
          <a:custGeom>
            <a:avLst/>
            <a:gdLst/>
            <a:ahLst/>
            <a:cxnLst/>
            <a:rect l="0" t="0" r="r" b="b"/>
            <a:pathLst>
              <a:path w="27889" h="24984">
                <a:moveTo>
                  <a:pt x="27889" y="24984"/>
                </a:moveTo>
                <a:lnTo>
                  <a:pt x="0" y="17430"/>
                </a:lnTo>
                <a:lnTo>
                  <a:pt x="26727" y="0"/>
                </a:lnTo>
                <a:close/>
              </a:path>
            </a:pathLst>
          </a:custGeom>
          <a:solidFill>
            <a:srgbClr val="FFFAE6"/>
          </a:solidFill>
          <a:ln w="3486">
            <a:solidFill>
              <a:srgbClr val="FFFAE6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21" name="Kształt 311"/>
          <p:cNvSpPr/>
          <p:nvPr/>
        </p:nvSpPr>
        <p:spPr>
          <a:xfrm>
            <a:off x="9689090" y="4286030"/>
            <a:ext cx="59263" cy="25565"/>
          </a:xfrm>
          <a:custGeom>
            <a:avLst/>
            <a:gdLst/>
            <a:ahLst/>
            <a:cxnLst/>
            <a:rect l="0" t="0" r="r" b="b"/>
            <a:pathLst>
              <a:path w="59263" h="25565">
                <a:moveTo>
                  <a:pt x="0" y="0"/>
                </a:moveTo>
                <a:lnTo>
                  <a:pt x="59263" y="11039"/>
                </a:lnTo>
                <a:lnTo>
                  <a:pt x="34280" y="25565"/>
                </a:lnTo>
                <a:close/>
              </a:path>
            </a:pathLst>
          </a:custGeom>
          <a:solidFill>
            <a:srgbClr val="FFFBEC"/>
          </a:solidFill>
          <a:ln w="3486">
            <a:solidFill>
              <a:srgbClr val="FFFBEC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22" name="Kształt 312"/>
          <p:cNvSpPr/>
          <p:nvPr/>
        </p:nvSpPr>
        <p:spPr>
          <a:xfrm>
            <a:off x="9689090" y="4286030"/>
            <a:ext cx="34280" cy="25565"/>
          </a:xfrm>
          <a:custGeom>
            <a:avLst/>
            <a:gdLst/>
            <a:ahLst/>
            <a:cxnLst/>
            <a:rect l="0" t="0" r="r" b="b"/>
            <a:pathLst>
              <a:path w="34280" h="25565">
                <a:moveTo>
                  <a:pt x="0" y="0"/>
                </a:moveTo>
                <a:lnTo>
                  <a:pt x="34280" y="25565"/>
                </a:lnTo>
                <a:lnTo>
                  <a:pt x="1743" y="19754"/>
                </a:lnTo>
                <a:close/>
              </a:path>
            </a:pathLst>
          </a:custGeom>
          <a:solidFill>
            <a:srgbClr val="FFFBEA"/>
          </a:solidFill>
          <a:ln w="3486">
            <a:solidFill>
              <a:srgbClr val="FFFBEA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23" name="Kształt 313"/>
          <p:cNvSpPr/>
          <p:nvPr/>
        </p:nvSpPr>
        <p:spPr>
          <a:xfrm>
            <a:off x="9690833" y="4305785"/>
            <a:ext cx="32537" cy="24984"/>
          </a:xfrm>
          <a:custGeom>
            <a:avLst/>
            <a:gdLst/>
            <a:ahLst/>
            <a:cxnLst/>
            <a:rect l="0" t="0" r="r" b="b"/>
            <a:pathLst>
              <a:path w="32537" h="24984">
                <a:moveTo>
                  <a:pt x="1162" y="24984"/>
                </a:moveTo>
                <a:lnTo>
                  <a:pt x="0" y="0"/>
                </a:lnTo>
                <a:lnTo>
                  <a:pt x="32537" y="5810"/>
                </a:lnTo>
                <a:close/>
              </a:path>
            </a:pathLst>
          </a:custGeom>
          <a:solidFill>
            <a:srgbClr val="FFFAE8"/>
          </a:solidFill>
          <a:ln w="3486">
            <a:solidFill>
              <a:srgbClr val="FFFAE8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24" name="Kształt 314"/>
          <p:cNvSpPr/>
          <p:nvPr/>
        </p:nvSpPr>
        <p:spPr>
          <a:xfrm>
            <a:off x="9738476" y="4297069"/>
            <a:ext cx="36023" cy="45319"/>
          </a:xfrm>
          <a:custGeom>
            <a:avLst/>
            <a:gdLst/>
            <a:ahLst/>
            <a:cxnLst/>
            <a:rect l="0" t="0" r="r" b="b"/>
            <a:pathLst>
              <a:path w="36023" h="45319">
                <a:moveTo>
                  <a:pt x="9877" y="0"/>
                </a:moveTo>
                <a:lnTo>
                  <a:pt x="36023" y="45319"/>
                </a:lnTo>
                <a:lnTo>
                  <a:pt x="0" y="40090"/>
                </a:lnTo>
                <a:close/>
              </a:path>
            </a:pathLst>
          </a:custGeom>
          <a:solidFill>
            <a:srgbClr val="F8EBC1"/>
          </a:solidFill>
          <a:ln w="3486">
            <a:solidFill>
              <a:srgbClr val="F8EBC1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25" name="Kształt 315"/>
          <p:cNvSpPr/>
          <p:nvPr/>
        </p:nvSpPr>
        <p:spPr>
          <a:xfrm>
            <a:off x="9723370" y="4297069"/>
            <a:ext cx="24984" cy="40090"/>
          </a:xfrm>
          <a:custGeom>
            <a:avLst/>
            <a:gdLst/>
            <a:ahLst/>
            <a:cxnLst/>
            <a:rect l="0" t="0" r="r" b="b"/>
            <a:pathLst>
              <a:path w="24984" h="40090">
                <a:moveTo>
                  <a:pt x="24984" y="0"/>
                </a:moveTo>
                <a:lnTo>
                  <a:pt x="15106" y="40090"/>
                </a:lnTo>
                <a:lnTo>
                  <a:pt x="0" y="14525"/>
                </a:lnTo>
                <a:close/>
              </a:path>
            </a:pathLst>
          </a:custGeom>
          <a:solidFill>
            <a:srgbClr val="FFF8DE"/>
          </a:solidFill>
          <a:ln w="3486">
            <a:solidFill>
              <a:srgbClr val="FFF8DE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26" name="Kształt 316"/>
          <p:cNvSpPr/>
          <p:nvPr/>
        </p:nvSpPr>
        <p:spPr>
          <a:xfrm>
            <a:off x="9691995" y="4311595"/>
            <a:ext cx="46481" cy="25565"/>
          </a:xfrm>
          <a:custGeom>
            <a:avLst/>
            <a:gdLst/>
            <a:ahLst/>
            <a:cxnLst/>
            <a:rect l="0" t="0" r="r" b="b"/>
            <a:pathLst>
              <a:path w="46481" h="25565">
                <a:moveTo>
                  <a:pt x="0" y="19173"/>
                </a:moveTo>
                <a:lnTo>
                  <a:pt x="31375" y="0"/>
                </a:lnTo>
                <a:lnTo>
                  <a:pt x="46481" y="25565"/>
                </a:lnTo>
                <a:close/>
              </a:path>
            </a:pathLst>
          </a:custGeom>
          <a:solidFill>
            <a:srgbClr val="FFF6D8"/>
          </a:solidFill>
          <a:ln w="3486">
            <a:solidFill>
              <a:srgbClr val="FFF6D8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27" name="Kształt 317"/>
          <p:cNvSpPr/>
          <p:nvPr/>
        </p:nvSpPr>
        <p:spPr>
          <a:xfrm>
            <a:off x="9483992" y="4342388"/>
            <a:ext cx="120851" cy="476432"/>
          </a:xfrm>
          <a:custGeom>
            <a:avLst/>
            <a:gdLst/>
            <a:ahLst/>
            <a:cxnLst/>
            <a:rect l="0" t="0" r="r" b="b"/>
            <a:pathLst>
              <a:path w="120851" h="476432">
                <a:moveTo>
                  <a:pt x="0" y="0"/>
                </a:moveTo>
                <a:lnTo>
                  <a:pt x="92962" y="0"/>
                </a:lnTo>
                <a:lnTo>
                  <a:pt x="120851" y="476432"/>
                </a:lnTo>
                <a:lnTo>
                  <a:pt x="46481" y="476432"/>
                </a:lnTo>
                <a:close/>
              </a:path>
            </a:pathLst>
          </a:custGeom>
          <a:solidFill>
            <a:srgbClr val="EE3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28" name="Kształt 318"/>
          <p:cNvSpPr/>
          <p:nvPr/>
        </p:nvSpPr>
        <p:spPr>
          <a:xfrm>
            <a:off x="9576954" y="4342388"/>
            <a:ext cx="102259" cy="476432"/>
          </a:xfrm>
          <a:custGeom>
            <a:avLst/>
            <a:gdLst/>
            <a:ahLst/>
            <a:cxnLst/>
            <a:rect l="0" t="0" r="r" b="b"/>
            <a:pathLst>
              <a:path w="102259" h="476432">
                <a:moveTo>
                  <a:pt x="0" y="0"/>
                </a:moveTo>
                <a:lnTo>
                  <a:pt x="92962" y="0"/>
                </a:lnTo>
                <a:lnTo>
                  <a:pt x="102259" y="476432"/>
                </a:lnTo>
                <a:lnTo>
                  <a:pt x="27889" y="476432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29" name="Kształt 319"/>
          <p:cNvSpPr/>
          <p:nvPr/>
        </p:nvSpPr>
        <p:spPr>
          <a:xfrm>
            <a:off x="9669917" y="4342388"/>
            <a:ext cx="92962" cy="476432"/>
          </a:xfrm>
          <a:custGeom>
            <a:avLst/>
            <a:gdLst/>
            <a:ahLst/>
            <a:cxnLst/>
            <a:rect l="0" t="0" r="r" b="b"/>
            <a:pathLst>
              <a:path w="92962" h="476432">
                <a:moveTo>
                  <a:pt x="0" y="0"/>
                </a:moveTo>
                <a:lnTo>
                  <a:pt x="92962" y="0"/>
                </a:lnTo>
                <a:lnTo>
                  <a:pt x="83666" y="476432"/>
                </a:lnTo>
                <a:lnTo>
                  <a:pt x="9296" y="476432"/>
                </a:lnTo>
                <a:close/>
              </a:path>
            </a:pathLst>
          </a:custGeom>
          <a:solidFill>
            <a:srgbClr val="EE3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30" name="Kształt 320"/>
          <p:cNvSpPr/>
          <p:nvPr/>
        </p:nvSpPr>
        <p:spPr>
          <a:xfrm>
            <a:off x="9753583" y="4342388"/>
            <a:ext cx="102259" cy="476432"/>
          </a:xfrm>
          <a:custGeom>
            <a:avLst/>
            <a:gdLst/>
            <a:ahLst/>
            <a:cxnLst/>
            <a:rect l="0" t="0" r="r" b="b"/>
            <a:pathLst>
              <a:path w="102259" h="476432">
                <a:moveTo>
                  <a:pt x="9296" y="0"/>
                </a:moveTo>
                <a:lnTo>
                  <a:pt x="102259" y="0"/>
                </a:lnTo>
                <a:lnTo>
                  <a:pt x="74370" y="476432"/>
                </a:lnTo>
                <a:lnTo>
                  <a:pt x="0" y="476432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31" name="Kształt 321"/>
          <p:cNvSpPr/>
          <p:nvPr/>
        </p:nvSpPr>
        <p:spPr>
          <a:xfrm>
            <a:off x="9827953" y="4342388"/>
            <a:ext cx="120851" cy="476432"/>
          </a:xfrm>
          <a:custGeom>
            <a:avLst/>
            <a:gdLst/>
            <a:ahLst/>
            <a:cxnLst/>
            <a:rect l="0" t="0" r="r" b="b"/>
            <a:pathLst>
              <a:path w="120851" h="476432">
                <a:moveTo>
                  <a:pt x="27889" y="0"/>
                </a:moveTo>
                <a:lnTo>
                  <a:pt x="120851" y="0"/>
                </a:lnTo>
                <a:lnTo>
                  <a:pt x="74370" y="476432"/>
                </a:lnTo>
                <a:lnTo>
                  <a:pt x="0" y="476432"/>
                </a:lnTo>
                <a:close/>
              </a:path>
            </a:pathLst>
          </a:custGeom>
          <a:solidFill>
            <a:srgbClr val="EE3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32" name="Kształt 322"/>
          <p:cNvSpPr/>
          <p:nvPr/>
        </p:nvSpPr>
        <p:spPr>
          <a:xfrm>
            <a:off x="10367134" y="4470212"/>
            <a:ext cx="418330" cy="371849"/>
          </a:xfrm>
          <a:custGeom>
            <a:avLst/>
            <a:gdLst/>
            <a:ahLst/>
            <a:cxnLst/>
            <a:rect l="0" t="0" r="r" b="b"/>
            <a:pathLst>
              <a:path w="418330" h="371849">
                <a:moveTo>
                  <a:pt x="0" y="0"/>
                </a:moveTo>
                <a:lnTo>
                  <a:pt x="418330" y="0"/>
                </a:lnTo>
                <a:lnTo>
                  <a:pt x="371849" y="371849"/>
                </a:lnTo>
                <a:lnTo>
                  <a:pt x="46481" y="371849"/>
                </a:lnTo>
                <a:close/>
              </a:path>
            </a:pathLst>
          </a:custGeom>
          <a:solidFill>
            <a:srgbClr val="F6D2DC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33" name="Kształt 323"/>
          <p:cNvSpPr/>
          <p:nvPr/>
        </p:nvSpPr>
        <p:spPr>
          <a:xfrm>
            <a:off x="10576299" y="4470212"/>
            <a:ext cx="209165" cy="371849"/>
          </a:xfrm>
          <a:custGeom>
            <a:avLst/>
            <a:gdLst/>
            <a:ahLst/>
            <a:cxnLst/>
            <a:rect l="0" t="0" r="r" b="b"/>
            <a:pathLst>
              <a:path w="209165" h="371849">
                <a:moveTo>
                  <a:pt x="0" y="0"/>
                </a:moveTo>
                <a:lnTo>
                  <a:pt x="209165" y="0"/>
                </a:lnTo>
                <a:lnTo>
                  <a:pt x="162684" y="371849"/>
                </a:lnTo>
                <a:lnTo>
                  <a:pt x="0" y="371849"/>
                </a:lnTo>
                <a:close/>
              </a:path>
            </a:pathLst>
          </a:custGeom>
          <a:solidFill>
            <a:srgbClr val="ECBCCB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34" name="Kształt 324"/>
          <p:cNvSpPr/>
          <p:nvPr/>
        </p:nvSpPr>
        <p:spPr>
          <a:xfrm>
            <a:off x="10367134" y="4470212"/>
            <a:ext cx="418330" cy="58101"/>
          </a:xfrm>
          <a:custGeom>
            <a:avLst/>
            <a:gdLst/>
            <a:ahLst/>
            <a:cxnLst/>
            <a:rect l="0" t="0" r="r" b="b"/>
            <a:pathLst>
              <a:path w="418330" h="58101">
                <a:moveTo>
                  <a:pt x="0" y="0"/>
                </a:moveTo>
                <a:lnTo>
                  <a:pt x="418330" y="0"/>
                </a:lnTo>
                <a:lnTo>
                  <a:pt x="412520" y="58101"/>
                </a:lnTo>
                <a:lnTo>
                  <a:pt x="5810" y="58101"/>
                </a:lnTo>
                <a:close/>
              </a:path>
            </a:pathLst>
          </a:custGeom>
          <a:solidFill>
            <a:srgbClr val="EE3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35" name="Kształt 325"/>
          <p:cNvSpPr/>
          <p:nvPr/>
        </p:nvSpPr>
        <p:spPr>
          <a:xfrm>
            <a:off x="10539695" y="4435351"/>
            <a:ext cx="83085" cy="59844"/>
          </a:xfrm>
          <a:custGeom>
            <a:avLst/>
            <a:gdLst/>
            <a:ahLst/>
            <a:cxnLst/>
            <a:rect l="0" t="0" r="r" b="b"/>
            <a:pathLst>
              <a:path w="83085" h="59844">
                <a:moveTo>
                  <a:pt x="83085" y="0"/>
                </a:moveTo>
                <a:lnTo>
                  <a:pt x="53453" y="59844"/>
                </a:lnTo>
                <a:lnTo>
                  <a:pt x="0" y="25565"/>
                </a:lnTo>
                <a:close/>
              </a:path>
            </a:pathLst>
          </a:custGeom>
          <a:solidFill>
            <a:srgbClr val="DCBB7F"/>
          </a:solidFill>
          <a:ln w="3486">
            <a:solidFill>
              <a:srgbClr val="DCBB7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36" name="Kształt 326"/>
          <p:cNvSpPr/>
          <p:nvPr/>
        </p:nvSpPr>
        <p:spPr>
          <a:xfrm>
            <a:off x="10539695" y="4427217"/>
            <a:ext cx="83085" cy="33699"/>
          </a:xfrm>
          <a:custGeom>
            <a:avLst/>
            <a:gdLst/>
            <a:ahLst/>
            <a:cxnLst/>
            <a:rect l="0" t="0" r="r" b="b"/>
            <a:pathLst>
              <a:path w="83085" h="33699">
                <a:moveTo>
                  <a:pt x="83085" y="8134"/>
                </a:moveTo>
                <a:lnTo>
                  <a:pt x="0" y="33699"/>
                </a:lnTo>
                <a:lnTo>
                  <a:pt x="16849" y="0"/>
                </a:lnTo>
                <a:close/>
              </a:path>
            </a:pathLst>
          </a:custGeom>
          <a:solidFill>
            <a:srgbClr val="EBD09A"/>
          </a:solidFill>
          <a:ln w="3486">
            <a:solidFill>
              <a:srgbClr val="EBD09A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37" name="Kształt 327"/>
          <p:cNvSpPr/>
          <p:nvPr/>
        </p:nvSpPr>
        <p:spPr>
          <a:xfrm>
            <a:off x="10471717" y="4416758"/>
            <a:ext cx="84828" cy="44157"/>
          </a:xfrm>
          <a:custGeom>
            <a:avLst/>
            <a:gdLst/>
            <a:ahLst/>
            <a:cxnLst/>
            <a:rect l="0" t="0" r="r" b="b"/>
            <a:pathLst>
              <a:path w="84828" h="44157">
                <a:moveTo>
                  <a:pt x="0" y="0"/>
                </a:moveTo>
                <a:lnTo>
                  <a:pt x="84828" y="10458"/>
                </a:lnTo>
                <a:lnTo>
                  <a:pt x="67979" y="44157"/>
                </a:lnTo>
                <a:close/>
              </a:path>
            </a:pathLst>
          </a:custGeom>
          <a:solidFill>
            <a:srgbClr val="EFD5A1"/>
          </a:solidFill>
          <a:ln w="3486">
            <a:solidFill>
              <a:srgbClr val="EFD5A1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38" name="Kształt 328"/>
          <p:cNvSpPr/>
          <p:nvPr/>
        </p:nvSpPr>
        <p:spPr>
          <a:xfrm>
            <a:off x="10497281" y="4478346"/>
            <a:ext cx="95867" cy="48805"/>
          </a:xfrm>
          <a:custGeom>
            <a:avLst/>
            <a:gdLst/>
            <a:ahLst/>
            <a:cxnLst/>
            <a:rect l="0" t="0" r="r" b="b"/>
            <a:pathLst>
              <a:path w="95867" h="48805">
                <a:moveTo>
                  <a:pt x="95867" y="16849"/>
                </a:moveTo>
                <a:lnTo>
                  <a:pt x="19754" y="48805"/>
                </a:lnTo>
                <a:lnTo>
                  <a:pt x="0" y="0"/>
                </a:lnTo>
                <a:close/>
              </a:path>
            </a:pathLst>
          </a:custGeom>
          <a:solidFill>
            <a:srgbClr val="DEBD82"/>
          </a:solidFill>
          <a:ln w="3486">
            <a:solidFill>
              <a:srgbClr val="DEBD82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39" name="Kształt 329"/>
          <p:cNvSpPr/>
          <p:nvPr/>
        </p:nvSpPr>
        <p:spPr>
          <a:xfrm>
            <a:off x="10497281" y="4460915"/>
            <a:ext cx="95867" cy="34280"/>
          </a:xfrm>
          <a:custGeom>
            <a:avLst/>
            <a:gdLst/>
            <a:ahLst/>
            <a:cxnLst/>
            <a:rect l="0" t="0" r="r" b="b"/>
            <a:pathLst>
              <a:path w="95867" h="34280">
                <a:moveTo>
                  <a:pt x="95867" y="34280"/>
                </a:moveTo>
                <a:lnTo>
                  <a:pt x="0" y="17430"/>
                </a:lnTo>
                <a:lnTo>
                  <a:pt x="42414" y="0"/>
                </a:lnTo>
                <a:close/>
              </a:path>
            </a:pathLst>
          </a:custGeom>
          <a:solidFill>
            <a:srgbClr val="DEBE83"/>
          </a:solidFill>
          <a:ln w="3486">
            <a:solidFill>
              <a:srgbClr val="DEBE83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40" name="Kształt 330"/>
          <p:cNvSpPr/>
          <p:nvPr/>
        </p:nvSpPr>
        <p:spPr>
          <a:xfrm>
            <a:off x="10471717" y="4416758"/>
            <a:ext cx="67979" cy="61588"/>
          </a:xfrm>
          <a:custGeom>
            <a:avLst/>
            <a:gdLst/>
            <a:ahLst/>
            <a:cxnLst/>
            <a:rect l="0" t="0" r="r" b="b"/>
            <a:pathLst>
              <a:path w="67979" h="61588">
                <a:moveTo>
                  <a:pt x="0" y="0"/>
                </a:moveTo>
                <a:lnTo>
                  <a:pt x="67979" y="44157"/>
                </a:lnTo>
                <a:lnTo>
                  <a:pt x="25565" y="61588"/>
                </a:lnTo>
                <a:close/>
              </a:path>
            </a:pathLst>
          </a:custGeom>
          <a:solidFill>
            <a:srgbClr val="F2DAA7"/>
          </a:solidFill>
          <a:ln w="3486">
            <a:solidFill>
              <a:srgbClr val="F2DAA7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41" name="Kształt 331"/>
          <p:cNvSpPr/>
          <p:nvPr/>
        </p:nvSpPr>
        <p:spPr>
          <a:xfrm>
            <a:off x="10431046" y="4472536"/>
            <a:ext cx="85990" cy="54615"/>
          </a:xfrm>
          <a:custGeom>
            <a:avLst/>
            <a:gdLst/>
            <a:ahLst/>
            <a:cxnLst/>
            <a:rect l="0" t="0" r="r" b="b"/>
            <a:pathLst>
              <a:path w="85990" h="54615">
                <a:moveTo>
                  <a:pt x="85990" y="54615"/>
                </a:moveTo>
                <a:lnTo>
                  <a:pt x="0" y="43576"/>
                </a:lnTo>
                <a:lnTo>
                  <a:pt x="18011" y="0"/>
                </a:lnTo>
                <a:close/>
              </a:path>
            </a:pathLst>
          </a:custGeom>
          <a:solidFill>
            <a:srgbClr val="E1C289"/>
          </a:solidFill>
          <a:ln w="3486">
            <a:solidFill>
              <a:srgbClr val="E1C289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42" name="Kształt 332"/>
          <p:cNvSpPr/>
          <p:nvPr/>
        </p:nvSpPr>
        <p:spPr>
          <a:xfrm>
            <a:off x="10449057" y="4472536"/>
            <a:ext cx="67979" cy="54615"/>
          </a:xfrm>
          <a:custGeom>
            <a:avLst/>
            <a:gdLst/>
            <a:ahLst/>
            <a:cxnLst/>
            <a:rect l="0" t="0" r="r" b="b"/>
            <a:pathLst>
              <a:path w="67979" h="54615">
                <a:moveTo>
                  <a:pt x="67979" y="54615"/>
                </a:moveTo>
                <a:lnTo>
                  <a:pt x="0" y="0"/>
                </a:lnTo>
                <a:lnTo>
                  <a:pt x="48224" y="5810"/>
                </a:lnTo>
                <a:close/>
              </a:path>
            </a:pathLst>
          </a:custGeom>
          <a:solidFill>
            <a:srgbClr val="E8CB94"/>
          </a:solidFill>
          <a:ln w="3486">
            <a:solidFill>
              <a:srgbClr val="E8CB94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43" name="Kształt 333"/>
          <p:cNvSpPr/>
          <p:nvPr/>
        </p:nvSpPr>
        <p:spPr>
          <a:xfrm>
            <a:off x="10449057" y="4416758"/>
            <a:ext cx="48224" cy="61588"/>
          </a:xfrm>
          <a:custGeom>
            <a:avLst/>
            <a:gdLst/>
            <a:ahLst/>
            <a:cxnLst/>
            <a:rect l="0" t="0" r="r" b="b"/>
            <a:pathLst>
              <a:path w="48224" h="61588">
                <a:moveTo>
                  <a:pt x="22660" y="0"/>
                </a:moveTo>
                <a:lnTo>
                  <a:pt x="48224" y="61588"/>
                </a:lnTo>
                <a:lnTo>
                  <a:pt x="0" y="55777"/>
                </a:lnTo>
                <a:close/>
              </a:path>
            </a:pathLst>
          </a:custGeom>
          <a:solidFill>
            <a:srgbClr val="F0D7A3"/>
          </a:solidFill>
          <a:ln w="3486">
            <a:solidFill>
              <a:srgbClr val="F0D7A3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44" name="Kształt 334"/>
          <p:cNvSpPr/>
          <p:nvPr/>
        </p:nvSpPr>
        <p:spPr>
          <a:xfrm>
            <a:off x="10374687" y="4445228"/>
            <a:ext cx="56358" cy="70884"/>
          </a:xfrm>
          <a:custGeom>
            <a:avLst/>
            <a:gdLst/>
            <a:ahLst/>
            <a:cxnLst/>
            <a:rect l="0" t="0" r="r" b="b"/>
            <a:pathLst>
              <a:path w="56358" h="70884">
                <a:moveTo>
                  <a:pt x="56358" y="70884"/>
                </a:moveTo>
                <a:lnTo>
                  <a:pt x="0" y="22079"/>
                </a:lnTo>
                <a:lnTo>
                  <a:pt x="42995" y="0"/>
                </a:lnTo>
                <a:close/>
              </a:path>
            </a:pathLst>
          </a:custGeom>
          <a:solidFill>
            <a:srgbClr val="F7E1B3"/>
          </a:solidFill>
          <a:ln w="3486">
            <a:solidFill>
              <a:srgbClr val="F7E1B3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45" name="Kształt 335"/>
          <p:cNvSpPr/>
          <p:nvPr/>
        </p:nvSpPr>
        <p:spPr>
          <a:xfrm>
            <a:off x="10417682" y="4445228"/>
            <a:ext cx="31375" cy="70884"/>
          </a:xfrm>
          <a:custGeom>
            <a:avLst/>
            <a:gdLst/>
            <a:ahLst/>
            <a:cxnLst/>
            <a:rect l="0" t="0" r="r" b="b"/>
            <a:pathLst>
              <a:path w="31375" h="70884">
                <a:moveTo>
                  <a:pt x="13363" y="70884"/>
                </a:moveTo>
                <a:lnTo>
                  <a:pt x="0" y="0"/>
                </a:lnTo>
                <a:lnTo>
                  <a:pt x="31375" y="27308"/>
                </a:lnTo>
                <a:close/>
              </a:path>
            </a:pathLst>
          </a:custGeom>
          <a:solidFill>
            <a:srgbClr val="EFD6A2"/>
          </a:solidFill>
          <a:ln w="3486">
            <a:solidFill>
              <a:srgbClr val="EFD6A2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46" name="Kształt 336"/>
          <p:cNvSpPr/>
          <p:nvPr/>
        </p:nvSpPr>
        <p:spPr>
          <a:xfrm>
            <a:off x="10417682" y="4416758"/>
            <a:ext cx="54034" cy="55777"/>
          </a:xfrm>
          <a:custGeom>
            <a:avLst/>
            <a:gdLst/>
            <a:ahLst/>
            <a:cxnLst/>
            <a:rect l="0" t="0" r="r" b="b"/>
            <a:pathLst>
              <a:path w="54034" h="55777">
                <a:moveTo>
                  <a:pt x="54034" y="0"/>
                </a:moveTo>
                <a:lnTo>
                  <a:pt x="31375" y="55777"/>
                </a:lnTo>
                <a:lnTo>
                  <a:pt x="0" y="28470"/>
                </a:lnTo>
                <a:close/>
              </a:path>
            </a:pathLst>
          </a:custGeom>
          <a:solidFill>
            <a:srgbClr val="F8E4B8"/>
          </a:solidFill>
          <a:ln w="3486">
            <a:solidFill>
              <a:srgbClr val="F8E4B8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47" name="Kształt 337"/>
          <p:cNvSpPr/>
          <p:nvPr/>
        </p:nvSpPr>
        <p:spPr>
          <a:xfrm>
            <a:off x="10374687" y="4403395"/>
            <a:ext cx="42995" cy="63912"/>
          </a:xfrm>
          <a:custGeom>
            <a:avLst/>
            <a:gdLst/>
            <a:ahLst/>
            <a:cxnLst/>
            <a:rect l="0" t="0" r="r" b="b"/>
            <a:pathLst>
              <a:path w="42995" h="63912">
                <a:moveTo>
                  <a:pt x="0" y="63912"/>
                </a:moveTo>
                <a:lnTo>
                  <a:pt x="0" y="0"/>
                </a:lnTo>
                <a:lnTo>
                  <a:pt x="42995" y="5810"/>
                </a:lnTo>
                <a:close/>
              </a:path>
            </a:pathLst>
          </a:custGeom>
          <a:solidFill>
            <a:srgbClr val="FBEAC5"/>
          </a:solidFill>
          <a:ln w="3486">
            <a:solidFill>
              <a:srgbClr val="FBEAC5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48" name="Kształt 338"/>
          <p:cNvSpPr/>
          <p:nvPr/>
        </p:nvSpPr>
        <p:spPr>
          <a:xfrm>
            <a:off x="10374687" y="4409205"/>
            <a:ext cx="42995" cy="58101"/>
          </a:xfrm>
          <a:custGeom>
            <a:avLst/>
            <a:gdLst/>
            <a:ahLst/>
            <a:cxnLst/>
            <a:rect l="0" t="0" r="r" b="b"/>
            <a:pathLst>
              <a:path w="42995" h="58101">
                <a:moveTo>
                  <a:pt x="0" y="58101"/>
                </a:moveTo>
                <a:lnTo>
                  <a:pt x="42995" y="0"/>
                </a:lnTo>
                <a:lnTo>
                  <a:pt x="42995" y="36023"/>
                </a:lnTo>
                <a:close/>
              </a:path>
            </a:pathLst>
          </a:custGeom>
          <a:solidFill>
            <a:srgbClr val="FBEAC3"/>
          </a:solidFill>
          <a:ln w="3486">
            <a:solidFill>
              <a:srgbClr val="FBEAC3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49" name="Kształt 339"/>
          <p:cNvSpPr/>
          <p:nvPr/>
        </p:nvSpPr>
        <p:spPr>
          <a:xfrm>
            <a:off x="10417682" y="4409205"/>
            <a:ext cx="54034" cy="36023"/>
          </a:xfrm>
          <a:custGeom>
            <a:avLst/>
            <a:gdLst/>
            <a:ahLst/>
            <a:cxnLst/>
            <a:rect l="0" t="0" r="r" b="b"/>
            <a:pathLst>
              <a:path w="54034" h="36023">
                <a:moveTo>
                  <a:pt x="54034" y="7553"/>
                </a:moveTo>
                <a:lnTo>
                  <a:pt x="0" y="36023"/>
                </a:lnTo>
                <a:lnTo>
                  <a:pt x="0" y="0"/>
                </a:lnTo>
                <a:close/>
              </a:path>
            </a:pathLst>
          </a:custGeom>
          <a:solidFill>
            <a:srgbClr val="F9E6BC"/>
          </a:solidFill>
          <a:ln w="3486">
            <a:solidFill>
              <a:srgbClr val="F9E6BC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50" name="Kształt 340"/>
          <p:cNvSpPr/>
          <p:nvPr/>
        </p:nvSpPr>
        <p:spPr>
          <a:xfrm>
            <a:off x="10374687" y="4354590"/>
            <a:ext cx="74370" cy="48805"/>
          </a:xfrm>
          <a:custGeom>
            <a:avLst/>
            <a:gdLst/>
            <a:ahLst/>
            <a:cxnLst/>
            <a:rect l="0" t="0" r="r" b="b"/>
            <a:pathLst>
              <a:path w="74370" h="48805">
                <a:moveTo>
                  <a:pt x="0" y="48805"/>
                </a:moveTo>
                <a:lnTo>
                  <a:pt x="56358" y="0"/>
                </a:lnTo>
                <a:lnTo>
                  <a:pt x="74370" y="27308"/>
                </a:lnTo>
                <a:close/>
              </a:path>
            </a:pathLst>
          </a:custGeom>
          <a:solidFill>
            <a:srgbClr val="FFF3D6"/>
          </a:solidFill>
          <a:ln w="3486">
            <a:solidFill>
              <a:srgbClr val="FFF3D6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51" name="Kształt 341"/>
          <p:cNvSpPr/>
          <p:nvPr/>
        </p:nvSpPr>
        <p:spPr>
          <a:xfrm>
            <a:off x="10374687" y="4381897"/>
            <a:ext cx="74370" cy="27308"/>
          </a:xfrm>
          <a:custGeom>
            <a:avLst/>
            <a:gdLst/>
            <a:ahLst/>
            <a:cxnLst/>
            <a:rect l="0" t="0" r="r" b="b"/>
            <a:pathLst>
              <a:path w="74370" h="27308">
                <a:moveTo>
                  <a:pt x="0" y="21498"/>
                </a:moveTo>
                <a:lnTo>
                  <a:pt x="74370" y="0"/>
                </a:lnTo>
                <a:lnTo>
                  <a:pt x="42995" y="27308"/>
                </a:lnTo>
                <a:close/>
              </a:path>
            </a:pathLst>
          </a:custGeom>
          <a:solidFill>
            <a:srgbClr val="FDEECC"/>
          </a:solidFill>
          <a:ln w="3486">
            <a:solidFill>
              <a:srgbClr val="FDEECC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52" name="Kształt 342"/>
          <p:cNvSpPr/>
          <p:nvPr/>
        </p:nvSpPr>
        <p:spPr>
          <a:xfrm>
            <a:off x="10417682" y="4381897"/>
            <a:ext cx="54034" cy="34861"/>
          </a:xfrm>
          <a:custGeom>
            <a:avLst/>
            <a:gdLst/>
            <a:ahLst/>
            <a:cxnLst/>
            <a:rect l="0" t="0" r="r" b="b"/>
            <a:pathLst>
              <a:path w="54034" h="34861">
                <a:moveTo>
                  <a:pt x="54034" y="34861"/>
                </a:moveTo>
                <a:lnTo>
                  <a:pt x="0" y="27308"/>
                </a:lnTo>
                <a:lnTo>
                  <a:pt x="31375" y="0"/>
                </a:lnTo>
                <a:close/>
              </a:path>
            </a:pathLst>
          </a:custGeom>
          <a:solidFill>
            <a:srgbClr val="FDEECB"/>
          </a:solidFill>
          <a:ln w="3486">
            <a:solidFill>
              <a:srgbClr val="FDEECB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53" name="Kształt 343"/>
          <p:cNvSpPr/>
          <p:nvPr/>
        </p:nvSpPr>
        <p:spPr>
          <a:xfrm>
            <a:off x="10431046" y="4343550"/>
            <a:ext cx="85990" cy="32537"/>
          </a:xfrm>
          <a:custGeom>
            <a:avLst/>
            <a:gdLst/>
            <a:ahLst/>
            <a:cxnLst/>
            <a:rect l="0" t="0" r="r" b="b"/>
            <a:pathLst>
              <a:path w="85990" h="32537">
                <a:moveTo>
                  <a:pt x="0" y="11039"/>
                </a:moveTo>
                <a:lnTo>
                  <a:pt x="85990" y="0"/>
                </a:lnTo>
                <a:lnTo>
                  <a:pt x="66236" y="32537"/>
                </a:lnTo>
                <a:close/>
              </a:path>
            </a:pathLst>
          </a:custGeom>
          <a:solidFill>
            <a:srgbClr val="FDF0CF"/>
          </a:solidFill>
          <a:ln w="3486">
            <a:solidFill>
              <a:srgbClr val="FDF0C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54" name="Kształt 344"/>
          <p:cNvSpPr/>
          <p:nvPr/>
        </p:nvSpPr>
        <p:spPr>
          <a:xfrm>
            <a:off x="10431046" y="4354590"/>
            <a:ext cx="66236" cy="27308"/>
          </a:xfrm>
          <a:custGeom>
            <a:avLst/>
            <a:gdLst/>
            <a:ahLst/>
            <a:cxnLst/>
            <a:rect l="0" t="0" r="r" b="b"/>
            <a:pathLst>
              <a:path w="66236" h="27308">
                <a:moveTo>
                  <a:pt x="0" y="0"/>
                </a:moveTo>
                <a:lnTo>
                  <a:pt x="66236" y="21498"/>
                </a:lnTo>
                <a:lnTo>
                  <a:pt x="18011" y="27308"/>
                </a:lnTo>
                <a:close/>
              </a:path>
            </a:pathLst>
          </a:custGeom>
          <a:solidFill>
            <a:srgbClr val="FFF3D6"/>
          </a:solidFill>
          <a:ln w="3486">
            <a:solidFill>
              <a:srgbClr val="FFF3D6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55" name="Kształt 345"/>
          <p:cNvSpPr/>
          <p:nvPr/>
        </p:nvSpPr>
        <p:spPr>
          <a:xfrm>
            <a:off x="10449057" y="4376087"/>
            <a:ext cx="48224" cy="40671"/>
          </a:xfrm>
          <a:custGeom>
            <a:avLst/>
            <a:gdLst/>
            <a:ahLst/>
            <a:cxnLst/>
            <a:rect l="0" t="0" r="r" b="b"/>
            <a:pathLst>
              <a:path w="48224" h="40671">
                <a:moveTo>
                  <a:pt x="22660" y="40671"/>
                </a:moveTo>
                <a:lnTo>
                  <a:pt x="0" y="5810"/>
                </a:lnTo>
                <a:lnTo>
                  <a:pt x="48224" y="0"/>
                </a:lnTo>
                <a:close/>
              </a:path>
            </a:pathLst>
          </a:custGeom>
          <a:solidFill>
            <a:srgbClr val="FBE9C2"/>
          </a:solidFill>
          <a:ln w="3486">
            <a:solidFill>
              <a:srgbClr val="FBE9C2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56" name="Kształt 346"/>
          <p:cNvSpPr/>
          <p:nvPr/>
        </p:nvSpPr>
        <p:spPr>
          <a:xfrm>
            <a:off x="10517036" y="4343550"/>
            <a:ext cx="76113" cy="49967"/>
          </a:xfrm>
          <a:custGeom>
            <a:avLst/>
            <a:gdLst/>
            <a:ahLst/>
            <a:cxnLst/>
            <a:rect l="0" t="0" r="r" b="b"/>
            <a:pathLst>
              <a:path w="76113" h="49967">
                <a:moveTo>
                  <a:pt x="0" y="0"/>
                </a:moveTo>
                <a:lnTo>
                  <a:pt x="76113" y="31956"/>
                </a:lnTo>
                <a:lnTo>
                  <a:pt x="22660" y="49967"/>
                </a:lnTo>
                <a:close/>
              </a:path>
            </a:pathLst>
          </a:custGeom>
          <a:solidFill>
            <a:srgbClr val="FBE9C3"/>
          </a:solidFill>
          <a:ln w="3486">
            <a:solidFill>
              <a:srgbClr val="FBE9C3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57" name="Kształt 347"/>
          <p:cNvSpPr/>
          <p:nvPr/>
        </p:nvSpPr>
        <p:spPr>
          <a:xfrm>
            <a:off x="10497281" y="4343550"/>
            <a:ext cx="42414" cy="49967"/>
          </a:xfrm>
          <a:custGeom>
            <a:avLst/>
            <a:gdLst/>
            <a:ahLst/>
            <a:cxnLst/>
            <a:rect l="0" t="0" r="r" b="b"/>
            <a:pathLst>
              <a:path w="42414" h="49967">
                <a:moveTo>
                  <a:pt x="19754" y="0"/>
                </a:moveTo>
                <a:lnTo>
                  <a:pt x="42414" y="49967"/>
                </a:lnTo>
                <a:lnTo>
                  <a:pt x="0" y="32537"/>
                </a:lnTo>
                <a:close/>
              </a:path>
            </a:pathLst>
          </a:custGeom>
          <a:solidFill>
            <a:srgbClr val="FAE9C2"/>
          </a:solidFill>
          <a:ln w="3486">
            <a:solidFill>
              <a:srgbClr val="FAE9C2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58" name="Kształt 348"/>
          <p:cNvSpPr/>
          <p:nvPr/>
        </p:nvSpPr>
        <p:spPr>
          <a:xfrm>
            <a:off x="10471717" y="4376087"/>
            <a:ext cx="67979" cy="40671"/>
          </a:xfrm>
          <a:custGeom>
            <a:avLst/>
            <a:gdLst/>
            <a:ahLst/>
            <a:cxnLst/>
            <a:rect l="0" t="0" r="r" b="b"/>
            <a:pathLst>
              <a:path w="67979" h="40671">
                <a:moveTo>
                  <a:pt x="0" y="40671"/>
                </a:moveTo>
                <a:lnTo>
                  <a:pt x="25565" y="0"/>
                </a:lnTo>
                <a:lnTo>
                  <a:pt x="67979" y="17430"/>
                </a:lnTo>
                <a:close/>
              </a:path>
            </a:pathLst>
          </a:custGeom>
          <a:solidFill>
            <a:srgbClr val="FBE9C2"/>
          </a:solidFill>
          <a:ln w="3486">
            <a:solidFill>
              <a:srgbClr val="FBE9C2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59" name="Kształt 349"/>
          <p:cNvSpPr/>
          <p:nvPr/>
        </p:nvSpPr>
        <p:spPr>
          <a:xfrm>
            <a:off x="10556545" y="4375506"/>
            <a:ext cx="66236" cy="59844"/>
          </a:xfrm>
          <a:custGeom>
            <a:avLst/>
            <a:gdLst/>
            <a:ahLst/>
            <a:cxnLst/>
            <a:rect l="0" t="0" r="r" b="b"/>
            <a:pathLst>
              <a:path w="66236" h="59844">
                <a:moveTo>
                  <a:pt x="36604" y="0"/>
                </a:moveTo>
                <a:lnTo>
                  <a:pt x="66236" y="59844"/>
                </a:lnTo>
                <a:lnTo>
                  <a:pt x="0" y="51710"/>
                </a:lnTo>
                <a:close/>
              </a:path>
            </a:pathLst>
          </a:custGeom>
          <a:solidFill>
            <a:srgbClr val="EBD19B"/>
          </a:solidFill>
          <a:ln w="3486">
            <a:solidFill>
              <a:srgbClr val="EBD19B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60" name="Kształt 350"/>
          <p:cNvSpPr/>
          <p:nvPr/>
        </p:nvSpPr>
        <p:spPr>
          <a:xfrm>
            <a:off x="10539695" y="4375506"/>
            <a:ext cx="53453" cy="51710"/>
          </a:xfrm>
          <a:custGeom>
            <a:avLst/>
            <a:gdLst/>
            <a:ahLst/>
            <a:cxnLst/>
            <a:rect l="0" t="0" r="r" b="b"/>
            <a:pathLst>
              <a:path w="53453" h="51710">
                <a:moveTo>
                  <a:pt x="53453" y="0"/>
                </a:moveTo>
                <a:lnTo>
                  <a:pt x="16849" y="51710"/>
                </a:lnTo>
                <a:lnTo>
                  <a:pt x="0" y="18011"/>
                </a:lnTo>
                <a:close/>
              </a:path>
            </a:pathLst>
          </a:custGeom>
          <a:solidFill>
            <a:srgbClr val="F7E2B4"/>
          </a:solidFill>
          <a:ln w="3486">
            <a:solidFill>
              <a:srgbClr val="F7E2B4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61" name="Kształt 351"/>
          <p:cNvSpPr/>
          <p:nvPr/>
        </p:nvSpPr>
        <p:spPr>
          <a:xfrm>
            <a:off x="10471717" y="4393518"/>
            <a:ext cx="84828" cy="33699"/>
          </a:xfrm>
          <a:custGeom>
            <a:avLst/>
            <a:gdLst/>
            <a:ahLst/>
            <a:cxnLst/>
            <a:rect l="0" t="0" r="r" b="b"/>
            <a:pathLst>
              <a:path w="84828" h="33699">
                <a:moveTo>
                  <a:pt x="0" y="23241"/>
                </a:moveTo>
                <a:lnTo>
                  <a:pt x="67979" y="0"/>
                </a:lnTo>
                <a:lnTo>
                  <a:pt x="84828" y="33699"/>
                </a:lnTo>
                <a:close/>
              </a:path>
            </a:pathLst>
          </a:custGeom>
          <a:solidFill>
            <a:srgbClr val="F6DFAE"/>
          </a:solidFill>
          <a:ln w="3486">
            <a:solidFill>
              <a:srgbClr val="F6DFAE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62" name="Kształt 352"/>
          <p:cNvSpPr/>
          <p:nvPr/>
        </p:nvSpPr>
        <p:spPr>
          <a:xfrm>
            <a:off x="10714000" y="4412110"/>
            <a:ext cx="83085" cy="59844"/>
          </a:xfrm>
          <a:custGeom>
            <a:avLst/>
            <a:gdLst/>
            <a:ahLst/>
            <a:cxnLst/>
            <a:rect l="0" t="0" r="r" b="b"/>
            <a:pathLst>
              <a:path w="83085" h="59844">
                <a:moveTo>
                  <a:pt x="83085" y="0"/>
                </a:moveTo>
                <a:lnTo>
                  <a:pt x="53453" y="59844"/>
                </a:lnTo>
                <a:lnTo>
                  <a:pt x="0" y="25565"/>
                </a:lnTo>
                <a:close/>
              </a:path>
            </a:pathLst>
          </a:custGeom>
          <a:solidFill>
            <a:srgbClr val="60351D"/>
          </a:solidFill>
          <a:ln w="3486">
            <a:solidFill>
              <a:srgbClr val="60351D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63" name="Kształt 353"/>
          <p:cNvSpPr/>
          <p:nvPr/>
        </p:nvSpPr>
        <p:spPr>
          <a:xfrm>
            <a:off x="10714000" y="4403976"/>
            <a:ext cx="83085" cy="33699"/>
          </a:xfrm>
          <a:custGeom>
            <a:avLst/>
            <a:gdLst/>
            <a:ahLst/>
            <a:cxnLst/>
            <a:rect l="0" t="0" r="r" b="b"/>
            <a:pathLst>
              <a:path w="83085" h="33699">
                <a:moveTo>
                  <a:pt x="83085" y="8134"/>
                </a:moveTo>
                <a:lnTo>
                  <a:pt x="0" y="33699"/>
                </a:lnTo>
                <a:lnTo>
                  <a:pt x="16849" y="0"/>
                </a:lnTo>
                <a:close/>
              </a:path>
            </a:pathLst>
          </a:custGeom>
          <a:solidFill>
            <a:srgbClr val="6F3F23"/>
          </a:solidFill>
          <a:ln w="3486">
            <a:solidFill>
              <a:srgbClr val="6F3F23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64" name="Kształt 354"/>
          <p:cNvSpPr/>
          <p:nvPr/>
        </p:nvSpPr>
        <p:spPr>
          <a:xfrm>
            <a:off x="10646021" y="4393518"/>
            <a:ext cx="84828" cy="44157"/>
          </a:xfrm>
          <a:custGeom>
            <a:avLst/>
            <a:gdLst/>
            <a:ahLst/>
            <a:cxnLst/>
            <a:rect l="0" t="0" r="r" b="b"/>
            <a:pathLst>
              <a:path w="84828" h="44157">
                <a:moveTo>
                  <a:pt x="0" y="0"/>
                </a:moveTo>
                <a:lnTo>
                  <a:pt x="84828" y="10458"/>
                </a:lnTo>
                <a:lnTo>
                  <a:pt x="67979" y="44157"/>
                </a:lnTo>
                <a:close/>
              </a:path>
            </a:pathLst>
          </a:custGeom>
          <a:solidFill>
            <a:srgbClr val="734124"/>
          </a:solidFill>
          <a:ln w="3486">
            <a:solidFill>
              <a:srgbClr val="734124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65" name="Kształt 355"/>
          <p:cNvSpPr/>
          <p:nvPr/>
        </p:nvSpPr>
        <p:spPr>
          <a:xfrm>
            <a:off x="10671586" y="4455105"/>
            <a:ext cx="95867" cy="48805"/>
          </a:xfrm>
          <a:custGeom>
            <a:avLst/>
            <a:gdLst/>
            <a:ahLst/>
            <a:cxnLst/>
            <a:rect l="0" t="0" r="r" b="b"/>
            <a:pathLst>
              <a:path w="95867" h="48805">
                <a:moveTo>
                  <a:pt x="95867" y="16849"/>
                </a:moveTo>
                <a:lnTo>
                  <a:pt x="19754" y="48805"/>
                </a:lnTo>
                <a:lnTo>
                  <a:pt x="0" y="0"/>
                </a:lnTo>
                <a:close/>
              </a:path>
            </a:pathLst>
          </a:custGeom>
          <a:solidFill>
            <a:srgbClr val="62361E"/>
          </a:solidFill>
          <a:ln w="3486">
            <a:solidFill>
              <a:srgbClr val="62361E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66" name="Kształt 356"/>
          <p:cNvSpPr/>
          <p:nvPr/>
        </p:nvSpPr>
        <p:spPr>
          <a:xfrm>
            <a:off x="10671586" y="4437675"/>
            <a:ext cx="95867" cy="34280"/>
          </a:xfrm>
          <a:custGeom>
            <a:avLst/>
            <a:gdLst/>
            <a:ahLst/>
            <a:cxnLst/>
            <a:rect l="0" t="0" r="r" b="b"/>
            <a:pathLst>
              <a:path w="95867" h="34280">
                <a:moveTo>
                  <a:pt x="95867" y="34280"/>
                </a:moveTo>
                <a:lnTo>
                  <a:pt x="0" y="17430"/>
                </a:lnTo>
                <a:lnTo>
                  <a:pt x="42414" y="0"/>
                </a:lnTo>
                <a:close/>
              </a:path>
            </a:pathLst>
          </a:custGeom>
          <a:solidFill>
            <a:srgbClr val="62361E"/>
          </a:solidFill>
          <a:ln w="3486">
            <a:solidFill>
              <a:srgbClr val="62361E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67" name="Kształt 357"/>
          <p:cNvSpPr/>
          <p:nvPr/>
        </p:nvSpPr>
        <p:spPr>
          <a:xfrm>
            <a:off x="10646021" y="4393518"/>
            <a:ext cx="67979" cy="61588"/>
          </a:xfrm>
          <a:custGeom>
            <a:avLst/>
            <a:gdLst/>
            <a:ahLst/>
            <a:cxnLst/>
            <a:rect l="0" t="0" r="r" b="b"/>
            <a:pathLst>
              <a:path w="67979" h="61588">
                <a:moveTo>
                  <a:pt x="0" y="0"/>
                </a:moveTo>
                <a:lnTo>
                  <a:pt x="67979" y="44157"/>
                </a:lnTo>
                <a:lnTo>
                  <a:pt x="25565" y="61588"/>
                </a:lnTo>
                <a:close/>
              </a:path>
            </a:pathLst>
          </a:custGeom>
          <a:solidFill>
            <a:srgbClr val="764426"/>
          </a:solidFill>
          <a:ln w="3486">
            <a:solidFill>
              <a:srgbClr val="764426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68" name="Kształt 358"/>
          <p:cNvSpPr/>
          <p:nvPr/>
        </p:nvSpPr>
        <p:spPr>
          <a:xfrm>
            <a:off x="10605350" y="4449295"/>
            <a:ext cx="85990" cy="54615"/>
          </a:xfrm>
          <a:custGeom>
            <a:avLst/>
            <a:gdLst/>
            <a:ahLst/>
            <a:cxnLst/>
            <a:rect l="0" t="0" r="r" b="b"/>
            <a:pathLst>
              <a:path w="85990" h="54615">
                <a:moveTo>
                  <a:pt x="85990" y="54615"/>
                </a:moveTo>
                <a:lnTo>
                  <a:pt x="0" y="43576"/>
                </a:lnTo>
                <a:lnTo>
                  <a:pt x="18011" y="0"/>
                </a:lnTo>
                <a:close/>
              </a:path>
            </a:pathLst>
          </a:custGeom>
          <a:solidFill>
            <a:srgbClr val="65381F"/>
          </a:solidFill>
          <a:ln w="3486">
            <a:solidFill>
              <a:srgbClr val="65381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69" name="Kształt 359"/>
          <p:cNvSpPr/>
          <p:nvPr/>
        </p:nvSpPr>
        <p:spPr>
          <a:xfrm>
            <a:off x="10623361" y="4449295"/>
            <a:ext cx="67979" cy="54615"/>
          </a:xfrm>
          <a:custGeom>
            <a:avLst/>
            <a:gdLst/>
            <a:ahLst/>
            <a:cxnLst/>
            <a:rect l="0" t="0" r="r" b="b"/>
            <a:pathLst>
              <a:path w="67979" h="54615">
                <a:moveTo>
                  <a:pt x="67979" y="54615"/>
                </a:moveTo>
                <a:lnTo>
                  <a:pt x="0" y="0"/>
                </a:lnTo>
                <a:lnTo>
                  <a:pt x="48224" y="5810"/>
                </a:lnTo>
                <a:close/>
              </a:path>
            </a:pathLst>
          </a:custGeom>
          <a:solidFill>
            <a:srgbClr val="6C3D22"/>
          </a:solidFill>
          <a:ln w="3486">
            <a:solidFill>
              <a:srgbClr val="6C3D22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70" name="Kształt 360"/>
          <p:cNvSpPr/>
          <p:nvPr/>
        </p:nvSpPr>
        <p:spPr>
          <a:xfrm>
            <a:off x="10623361" y="4393518"/>
            <a:ext cx="48224" cy="61588"/>
          </a:xfrm>
          <a:custGeom>
            <a:avLst/>
            <a:gdLst/>
            <a:ahLst/>
            <a:cxnLst/>
            <a:rect l="0" t="0" r="r" b="b"/>
            <a:pathLst>
              <a:path w="48224" h="61588">
                <a:moveTo>
                  <a:pt x="22660" y="0"/>
                </a:moveTo>
                <a:lnTo>
                  <a:pt x="48224" y="61588"/>
                </a:lnTo>
                <a:lnTo>
                  <a:pt x="0" y="55777"/>
                </a:lnTo>
                <a:close/>
              </a:path>
            </a:pathLst>
          </a:custGeom>
          <a:solidFill>
            <a:srgbClr val="744225"/>
          </a:solidFill>
          <a:ln w="3486">
            <a:solidFill>
              <a:srgbClr val="744225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71" name="Kształt 361"/>
          <p:cNvSpPr/>
          <p:nvPr/>
        </p:nvSpPr>
        <p:spPr>
          <a:xfrm>
            <a:off x="10548991" y="4421987"/>
            <a:ext cx="56358" cy="70884"/>
          </a:xfrm>
          <a:custGeom>
            <a:avLst/>
            <a:gdLst/>
            <a:ahLst/>
            <a:cxnLst/>
            <a:rect l="0" t="0" r="r" b="b"/>
            <a:pathLst>
              <a:path w="56358" h="70884">
                <a:moveTo>
                  <a:pt x="56358" y="70884"/>
                </a:moveTo>
                <a:lnTo>
                  <a:pt x="0" y="22079"/>
                </a:lnTo>
                <a:lnTo>
                  <a:pt x="42995" y="0"/>
                </a:lnTo>
                <a:close/>
              </a:path>
            </a:pathLst>
          </a:custGeom>
          <a:solidFill>
            <a:srgbClr val="7F4A2B"/>
          </a:solidFill>
          <a:ln w="3486">
            <a:solidFill>
              <a:srgbClr val="7F4A2B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72" name="Kształt 362"/>
          <p:cNvSpPr/>
          <p:nvPr/>
        </p:nvSpPr>
        <p:spPr>
          <a:xfrm>
            <a:off x="10591987" y="4421987"/>
            <a:ext cx="31375" cy="70884"/>
          </a:xfrm>
          <a:custGeom>
            <a:avLst/>
            <a:gdLst/>
            <a:ahLst/>
            <a:cxnLst/>
            <a:rect l="0" t="0" r="r" b="b"/>
            <a:pathLst>
              <a:path w="31375" h="70884">
                <a:moveTo>
                  <a:pt x="13363" y="70884"/>
                </a:moveTo>
                <a:lnTo>
                  <a:pt x="0" y="0"/>
                </a:lnTo>
                <a:lnTo>
                  <a:pt x="31375" y="27308"/>
                </a:lnTo>
                <a:close/>
              </a:path>
            </a:pathLst>
          </a:custGeom>
          <a:solidFill>
            <a:srgbClr val="734124"/>
          </a:solidFill>
          <a:ln w="3486">
            <a:solidFill>
              <a:srgbClr val="734124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73" name="Kształt 363"/>
          <p:cNvSpPr/>
          <p:nvPr/>
        </p:nvSpPr>
        <p:spPr>
          <a:xfrm>
            <a:off x="10591987" y="4393518"/>
            <a:ext cx="54034" cy="55777"/>
          </a:xfrm>
          <a:custGeom>
            <a:avLst/>
            <a:gdLst/>
            <a:ahLst/>
            <a:cxnLst/>
            <a:rect l="0" t="0" r="r" b="b"/>
            <a:pathLst>
              <a:path w="54034" h="55777">
                <a:moveTo>
                  <a:pt x="54034" y="0"/>
                </a:moveTo>
                <a:lnTo>
                  <a:pt x="31375" y="55777"/>
                </a:lnTo>
                <a:lnTo>
                  <a:pt x="0" y="28470"/>
                </a:lnTo>
                <a:close/>
              </a:path>
            </a:pathLst>
          </a:custGeom>
          <a:solidFill>
            <a:srgbClr val="854F30"/>
          </a:solidFill>
          <a:ln w="3486">
            <a:solidFill>
              <a:srgbClr val="854F30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74" name="Kształt 364"/>
          <p:cNvSpPr/>
          <p:nvPr/>
        </p:nvSpPr>
        <p:spPr>
          <a:xfrm>
            <a:off x="10548991" y="4380154"/>
            <a:ext cx="42995" cy="63912"/>
          </a:xfrm>
          <a:custGeom>
            <a:avLst/>
            <a:gdLst/>
            <a:ahLst/>
            <a:cxnLst/>
            <a:rect l="0" t="0" r="r" b="b"/>
            <a:pathLst>
              <a:path w="42995" h="63912">
                <a:moveTo>
                  <a:pt x="0" y="63912"/>
                </a:moveTo>
                <a:lnTo>
                  <a:pt x="0" y="0"/>
                </a:lnTo>
                <a:lnTo>
                  <a:pt x="42995" y="5810"/>
                </a:lnTo>
                <a:close/>
              </a:path>
            </a:pathLst>
          </a:custGeom>
          <a:solidFill>
            <a:srgbClr val="925A3B"/>
          </a:solidFill>
          <a:ln w="3486">
            <a:solidFill>
              <a:srgbClr val="925A3B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75" name="Kształt 365"/>
          <p:cNvSpPr/>
          <p:nvPr/>
        </p:nvSpPr>
        <p:spPr>
          <a:xfrm>
            <a:off x="10548991" y="4385965"/>
            <a:ext cx="42995" cy="58101"/>
          </a:xfrm>
          <a:custGeom>
            <a:avLst/>
            <a:gdLst/>
            <a:ahLst/>
            <a:cxnLst/>
            <a:rect l="0" t="0" r="r" b="b"/>
            <a:pathLst>
              <a:path w="42995" h="58101">
                <a:moveTo>
                  <a:pt x="0" y="58101"/>
                </a:moveTo>
                <a:lnTo>
                  <a:pt x="42995" y="0"/>
                </a:lnTo>
                <a:lnTo>
                  <a:pt x="42995" y="36023"/>
                </a:lnTo>
                <a:close/>
              </a:path>
            </a:pathLst>
          </a:custGeom>
          <a:solidFill>
            <a:srgbClr val="91593A"/>
          </a:solidFill>
          <a:ln w="3486">
            <a:solidFill>
              <a:srgbClr val="91593A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76" name="Kształt 366"/>
          <p:cNvSpPr/>
          <p:nvPr/>
        </p:nvSpPr>
        <p:spPr>
          <a:xfrm>
            <a:off x="10591987" y="4385965"/>
            <a:ext cx="54034" cy="36023"/>
          </a:xfrm>
          <a:custGeom>
            <a:avLst/>
            <a:gdLst/>
            <a:ahLst/>
            <a:cxnLst/>
            <a:rect l="0" t="0" r="r" b="b"/>
            <a:pathLst>
              <a:path w="54034" h="36023">
                <a:moveTo>
                  <a:pt x="54034" y="7553"/>
                </a:moveTo>
                <a:lnTo>
                  <a:pt x="0" y="36023"/>
                </a:lnTo>
                <a:lnTo>
                  <a:pt x="0" y="0"/>
                </a:lnTo>
                <a:close/>
              </a:path>
            </a:pathLst>
          </a:custGeom>
          <a:solidFill>
            <a:srgbClr val="895233"/>
          </a:solidFill>
          <a:ln w="3486">
            <a:solidFill>
              <a:srgbClr val="895233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77" name="Kształt 367"/>
          <p:cNvSpPr/>
          <p:nvPr/>
        </p:nvSpPr>
        <p:spPr>
          <a:xfrm>
            <a:off x="10548991" y="4331349"/>
            <a:ext cx="74370" cy="48805"/>
          </a:xfrm>
          <a:custGeom>
            <a:avLst/>
            <a:gdLst/>
            <a:ahLst/>
            <a:cxnLst/>
            <a:rect l="0" t="0" r="r" b="b"/>
            <a:pathLst>
              <a:path w="74370" h="48805">
                <a:moveTo>
                  <a:pt x="0" y="48805"/>
                </a:moveTo>
                <a:lnTo>
                  <a:pt x="56358" y="0"/>
                </a:lnTo>
                <a:lnTo>
                  <a:pt x="74370" y="27308"/>
                </a:lnTo>
                <a:close/>
              </a:path>
            </a:pathLst>
          </a:custGeom>
          <a:solidFill>
            <a:srgbClr val="A5694A"/>
          </a:solidFill>
          <a:ln w="3486">
            <a:solidFill>
              <a:srgbClr val="A5694A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78" name="Kształt 368"/>
          <p:cNvSpPr/>
          <p:nvPr/>
        </p:nvSpPr>
        <p:spPr>
          <a:xfrm>
            <a:off x="10548991" y="4358657"/>
            <a:ext cx="74370" cy="27308"/>
          </a:xfrm>
          <a:custGeom>
            <a:avLst/>
            <a:gdLst/>
            <a:ahLst/>
            <a:cxnLst/>
            <a:rect l="0" t="0" r="r" b="b"/>
            <a:pathLst>
              <a:path w="74370" h="27308">
                <a:moveTo>
                  <a:pt x="0" y="21498"/>
                </a:moveTo>
                <a:lnTo>
                  <a:pt x="74370" y="0"/>
                </a:lnTo>
                <a:lnTo>
                  <a:pt x="42995" y="27308"/>
                </a:lnTo>
                <a:close/>
              </a:path>
            </a:pathLst>
          </a:custGeom>
          <a:solidFill>
            <a:srgbClr val="9A6041"/>
          </a:solidFill>
          <a:ln w="3486">
            <a:solidFill>
              <a:srgbClr val="9A6041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79" name="Kształt 369"/>
          <p:cNvSpPr/>
          <p:nvPr/>
        </p:nvSpPr>
        <p:spPr>
          <a:xfrm>
            <a:off x="10591987" y="4358657"/>
            <a:ext cx="54034" cy="34861"/>
          </a:xfrm>
          <a:custGeom>
            <a:avLst/>
            <a:gdLst/>
            <a:ahLst/>
            <a:cxnLst/>
            <a:rect l="0" t="0" r="r" b="b"/>
            <a:pathLst>
              <a:path w="54034" h="34861">
                <a:moveTo>
                  <a:pt x="54034" y="34861"/>
                </a:moveTo>
                <a:lnTo>
                  <a:pt x="0" y="27308"/>
                </a:lnTo>
                <a:lnTo>
                  <a:pt x="31375" y="0"/>
                </a:lnTo>
                <a:close/>
              </a:path>
            </a:pathLst>
          </a:custGeom>
          <a:solidFill>
            <a:srgbClr val="995F40"/>
          </a:solidFill>
          <a:ln w="3486">
            <a:solidFill>
              <a:srgbClr val="995F40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80" name="Kształt 370"/>
          <p:cNvSpPr/>
          <p:nvPr/>
        </p:nvSpPr>
        <p:spPr>
          <a:xfrm>
            <a:off x="10605350" y="4320310"/>
            <a:ext cx="85990" cy="32537"/>
          </a:xfrm>
          <a:custGeom>
            <a:avLst/>
            <a:gdLst/>
            <a:ahLst/>
            <a:cxnLst/>
            <a:rect l="0" t="0" r="r" b="b"/>
            <a:pathLst>
              <a:path w="85990" h="32537">
                <a:moveTo>
                  <a:pt x="0" y="11039"/>
                </a:moveTo>
                <a:lnTo>
                  <a:pt x="85990" y="0"/>
                </a:lnTo>
                <a:lnTo>
                  <a:pt x="66236" y="32537"/>
                </a:lnTo>
                <a:close/>
              </a:path>
            </a:pathLst>
          </a:custGeom>
          <a:solidFill>
            <a:srgbClr val="9E6344"/>
          </a:solidFill>
          <a:ln w="3486">
            <a:solidFill>
              <a:srgbClr val="9E6344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81" name="Kształt 371"/>
          <p:cNvSpPr/>
          <p:nvPr/>
        </p:nvSpPr>
        <p:spPr>
          <a:xfrm>
            <a:off x="10605350" y="4331349"/>
            <a:ext cx="66236" cy="27308"/>
          </a:xfrm>
          <a:custGeom>
            <a:avLst/>
            <a:gdLst/>
            <a:ahLst/>
            <a:cxnLst/>
            <a:rect l="0" t="0" r="r" b="b"/>
            <a:pathLst>
              <a:path w="66236" h="27308">
                <a:moveTo>
                  <a:pt x="0" y="0"/>
                </a:moveTo>
                <a:lnTo>
                  <a:pt x="66236" y="21498"/>
                </a:lnTo>
                <a:lnTo>
                  <a:pt x="18011" y="27308"/>
                </a:lnTo>
                <a:close/>
              </a:path>
            </a:pathLst>
          </a:custGeom>
          <a:solidFill>
            <a:srgbClr val="A5694A"/>
          </a:solidFill>
          <a:ln w="3486">
            <a:solidFill>
              <a:srgbClr val="A5694A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82" name="Kształt 372"/>
          <p:cNvSpPr/>
          <p:nvPr/>
        </p:nvSpPr>
        <p:spPr>
          <a:xfrm>
            <a:off x="10623361" y="4352847"/>
            <a:ext cx="48224" cy="40671"/>
          </a:xfrm>
          <a:custGeom>
            <a:avLst/>
            <a:gdLst/>
            <a:ahLst/>
            <a:cxnLst/>
            <a:rect l="0" t="0" r="r" b="b"/>
            <a:pathLst>
              <a:path w="48224" h="40671">
                <a:moveTo>
                  <a:pt x="22660" y="40671"/>
                </a:moveTo>
                <a:lnTo>
                  <a:pt x="0" y="5810"/>
                </a:lnTo>
                <a:lnTo>
                  <a:pt x="48224" y="0"/>
                </a:lnTo>
                <a:close/>
              </a:path>
            </a:pathLst>
          </a:custGeom>
          <a:solidFill>
            <a:srgbClr val="905839"/>
          </a:solidFill>
          <a:ln w="3486">
            <a:solidFill>
              <a:srgbClr val="905839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83" name="Kształt 373"/>
          <p:cNvSpPr/>
          <p:nvPr/>
        </p:nvSpPr>
        <p:spPr>
          <a:xfrm>
            <a:off x="10691340" y="4320310"/>
            <a:ext cx="76113" cy="49967"/>
          </a:xfrm>
          <a:custGeom>
            <a:avLst/>
            <a:gdLst/>
            <a:ahLst/>
            <a:cxnLst/>
            <a:rect l="0" t="0" r="r" b="b"/>
            <a:pathLst>
              <a:path w="76113" h="49967">
                <a:moveTo>
                  <a:pt x="0" y="0"/>
                </a:moveTo>
                <a:lnTo>
                  <a:pt x="76113" y="31956"/>
                </a:lnTo>
                <a:lnTo>
                  <a:pt x="22660" y="49967"/>
                </a:lnTo>
                <a:close/>
              </a:path>
            </a:pathLst>
          </a:custGeom>
          <a:solidFill>
            <a:srgbClr val="905839"/>
          </a:solidFill>
          <a:ln w="3486">
            <a:solidFill>
              <a:srgbClr val="905839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84" name="Kształt 374"/>
          <p:cNvSpPr/>
          <p:nvPr/>
        </p:nvSpPr>
        <p:spPr>
          <a:xfrm>
            <a:off x="10671586" y="4320310"/>
            <a:ext cx="42414" cy="49967"/>
          </a:xfrm>
          <a:custGeom>
            <a:avLst/>
            <a:gdLst/>
            <a:ahLst/>
            <a:cxnLst/>
            <a:rect l="0" t="0" r="r" b="b"/>
            <a:pathLst>
              <a:path w="42414" h="49967">
                <a:moveTo>
                  <a:pt x="19754" y="0"/>
                </a:moveTo>
                <a:lnTo>
                  <a:pt x="42414" y="49967"/>
                </a:lnTo>
                <a:lnTo>
                  <a:pt x="0" y="32537"/>
                </a:lnTo>
                <a:close/>
              </a:path>
            </a:pathLst>
          </a:custGeom>
          <a:solidFill>
            <a:srgbClr val="8F5738"/>
          </a:solidFill>
          <a:ln w="3486">
            <a:solidFill>
              <a:srgbClr val="8F5738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85" name="Kształt 375"/>
          <p:cNvSpPr/>
          <p:nvPr/>
        </p:nvSpPr>
        <p:spPr>
          <a:xfrm>
            <a:off x="10646021" y="4352847"/>
            <a:ext cx="67979" cy="40671"/>
          </a:xfrm>
          <a:custGeom>
            <a:avLst/>
            <a:gdLst/>
            <a:ahLst/>
            <a:cxnLst/>
            <a:rect l="0" t="0" r="r" b="b"/>
            <a:pathLst>
              <a:path w="67979" h="40671">
                <a:moveTo>
                  <a:pt x="0" y="40671"/>
                </a:moveTo>
                <a:lnTo>
                  <a:pt x="25565" y="0"/>
                </a:lnTo>
                <a:lnTo>
                  <a:pt x="67979" y="17430"/>
                </a:lnTo>
                <a:close/>
              </a:path>
            </a:pathLst>
          </a:custGeom>
          <a:solidFill>
            <a:srgbClr val="905839"/>
          </a:solidFill>
          <a:ln w="3486">
            <a:solidFill>
              <a:srgbClr val="905839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86" name="Kształt 376"/>
          <p:cNvSpPr/>
          <p:nvPr/>
        </p:nvSpPr>
        <p:spPr>
          <a:xfrm>
            <a:off x="10730849" y="4352266"/>
            <a:ext cx="66236" cy="59844"/>
          </a:xfrm>
          <a:custGeom>
            <a:avLst/>
            <a:gdLst/>
            <a:ahLst/>
            <a:cxnLst/>
            <a:rect l="0" t="0" r="r" b="b"/>
            <a:pathLst>
              <a:path w="66236" h="59844">
                <a:moveTo>
                  <a:pt x="36604" y="0"/>
                </a:moveTo>
                <a:lnTo>
                  <a:pt x="66236" y="59844"/>
                </a:lnTo>
                <a:lnTo>
                  <a:pt x="0" y="51710"/>
                </a:lnTo>
                <a:close/>
              </a:path>
            </a:pathLst>
          </a:custGeom>
          <a:solidFill>
            <a:srgbClr val="6F3F23"/>
          </a:solidFill>
          <a:ln w="3486">
            <a:solidFill>
              <a:srgbClr val="6F3F23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87" name="Kształt 377"/>
          <p:cNvSpPr/>
          <p:nvPr/>
        </p:nvSpPr>
        <p:spPr>
          <a:xfrm>
            <a:off x="10714000" y="4352266"/>
            <a:ext cx="53453" cy="51710"/>
          </a:xfrm>
          <a:custGeom>
            <a:avLst/>
            <a:gdLst/>
            <a:ahLst/>
            <a:cxnLst/>
            <a:rect l="0" t="0" r="r" b="b"/>
            <a:pathLst>
              <a:path w="53453" h="51710">
                <a:moveTo>
                  <a:pt x="53453" y="0"/>
                </a:moveTo>
                <a:lnTo>
                  <a:pt x="16849" y="51710"/>
                </a:lnTo>
                <a:lnTo>
                  <a:pt x="0" y="18011"/>
                </a:lnTo>
                <a:close/>
              </a:path>
            </a:pathLst>
          </a:custGeom>
          <a:solidFill>
            <a:srgbClr val="804B2C"/>
          </a:solidFill>
          <a:ln w="3486">
            <a:solidFill>
              <a:srgbClr val="804B2C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88" name="Kształt 378"/>
          <p:cNvSpPr/>
          <p:nvPr/>
        </p:nvSpPr>
        <p:spPr>
          <a:xfrm>
            <a:off x="10646021" y="4370277"/>
            <a:ext cx="84828" cy="33699"/>
          </a:xfrm>
          <a:custGeom>
            <a:avLst/>
            <a:gdLst/>
            <a:ahLst/>
            <a:cxnLst/>
            <a:rect l="0" t="0" r="r" b="b"/>
            <a:pathLst>
              <a:path w="84828" h="33699">
                <a:moveTo>
                  <a:pt x="0" y="23241"/>
                </a:moveTo>
                <a:lnTo>
                  <a:pt x="67979" y="0"/>
                </a:lnTo>
                <a:lnTo>
                  <a:pt x="84828" y="33699"/>
                </a:lnTo>
                <a:close/>
              </a:path>
            </a:pathLst>
          </a:custGeom>
          <a:solidFill>
            <a:srgbClr val="7A4627"/>
          </a:solidFill>
          <a:ln w="3486">
            <a:solidFill>
              <a:srgbClr val="7A4627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89" name="Kształt 379"/>
          <p:cNvSpPr/>
          <p:nvPr/>
        </p:nvSpPr>
        <p:spPr>
          <a:xfrm>
            <a:off x="10704122" y="4109983"/>
            <a:ext cx="220785" cy="244026"/>
          </a:xfrm>
          <a:custGeom>
            <a:avLst/>
            <a:gdLst/>
            <a:ahLst/>
            <a:cxnLst/>
            <a:rect l="0" t="0" r="r" b="b"/>
            <a:pathLst>
              <a:path w="220785" h="244026">
                <a:moveTo>
                  <a:pt x="0" y="220785"/>
                </a:moveTo>
                <a:lnTo>
                  <a:pt x="185925" y="0"/>
                </a:lnTo>
                <a:lnTo>
                  <a:pt x="220785" y="23241"/>
                </a:lnTo>
                <a:lnTo>
                  <a:pt x="34861" y="244026"/>
                </a:lnTo>
                <a:close/>
              </a:path>
            </a:pathLst>
          </a:custGeom>
          <a:solidFill>
            <a:srgbClr val="C9CCD2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90" name="Tekst: Produkty pod wpływem chwilowej ochoty · 1"/>
          <p:cNvSpPr txBox="1"/>
          <p:nvPr/>
        </p:nvSpPr>
        <p:spPr>
          <a:xfrm>
            <a:off x="9182100" y="5376366"/>
            <a:ext cx="240030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400" kern="100" spc="-14" dirty="0">
                <a:solidFill>
                  <a:srgbClr val="FFFFFF"/>
                </a:solidFill>
                <a:latin typeface="Lato Black"/>
                <a:cs typeface="Lato Black"/>
              </a:rPr>
              <a:t>Produkty pod wpływem</a:t>
            </a:r>
            <a:endParaRPr lang="pl-PL" sz="1400" kern="100" spc="-14" dirty="0">
              <a:solidFill>
                <a:srgbClr val="FFFFFF"/>
              </a:solidFill>
              <a:latin typeface="Lato Black"/>
              <a:cs typeface="Lato Black"/>
            </a:endParaRPr>
          </a:p>
        </p:txBody>
      </p:sp>
      <p:sp>
        <p:nvSpPr>
          <p:cNvPr id="391" name="Tekst: Produkty pod wpływem chwilowej ochoty · 2"/>
          <p:cNvSpPr txBox="1"/>
          <p:nvPr/>
        </p:nvSpPr>
        <p:spPr>
          <a:xfrm>
            <a:off x="9182100" y="5589726"/>
            <a:ext cx="240030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400" kern="100" spc="-14" dirty="0">
                <a:solidFill>
                  <a:srgbClr val="FFFFFF"/>
                </a:solidFill>
                <a:latin typeface="Lato Black"/>
                <a:cs typeface="Lato Black"/>
              </a:rPr>
              <a:t>chwilowej ochoty</a:t>
            </a:r>
            <a:endParaRPr lang="pl-PL" sz="1400" kern="100" spc="-14" dirty="0">
              <a:solidFill>
                <a:srgbClr val="FFFFFF"/>
              </a:solidFill>
              <a:latin typeface="Lato Black"/>
              <a:cs typeface="Lato Black"/>
            </a:endParaRPr>
          </a:p>
        </p:txBody>
      </p:sp>
      <p:sp>
        <p:nvSpPr>
          <p:cNvPr id="392" name="Tekst: Potrzeba nie może czekać. · 1"/>
          <p:cNvSpPr txBox="1"/>
          <p:nvPr/>
        </p:nvSpPr>
        <p:spPr>
          <a:xfrm>
            <a:off x="826815" y="1150578"/>
            <a:ext cx="4156055" cy="6431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4800" kern="100" spc="-168" dirty="0">
                <a:solidFill>
                  <a:srgbClr val="151515"/>
                </a:solidFill>
                <a:latin typeface="Lato Black"/>
                <a:cs typeface="Lato Black"/>
              </a:rPr>
              <a:t>Potrzeba nie</a:t>
            </a:r>
            <a:endParaRPr lang="pl-PL" sz="4800" kern="100" spc="-168" dirty="0">
              <a:solidFill>
                <a:srgbClr val="151515"/>
              </a:solidFill>
              <a:latin typeface="Lato Black"/>
              <a:cs typeface="Lato Black"/>
            </a:endParaRPr>
          </a:p>
        </p:txBody>
      </p:sp>
      <p:sp>
        <p:nvSpPr>
          <p:cNvPr id="393" name="Tekst: Potrzeba nie może czekać. · 2"/>
          <p:cNvSpPr txBox="1"/>
          <p:nvPr/>
        </p:nvSpPr>
        <p:spPr>
          <a:xfrm>
            <a:off x="826815" y="1793706"/>
            <a:ext cx="4156055" cy="6431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4800" kern="100" spc="-168" dirty="0">
                <a:solidFill>
                  <a:srgbClr val="151515"/>
                </a:solidFill>
                <a:latin typeface="Lato Black"/>
                <a:cs typeface="Lato Black"/>
              </a:rPr>
              <a:t>może czekać.</a:t>
            </a:r>
            <a:endParaRPr lang="pl-PL" sz="4800" kern="100" spc="-168" dirty="0">
              <a:solidFill>
                <a:srgbClr val="151515"/>
              </a:solidFill>
              <a:latin typeface="Lato Black"/>
              <a:cs typeface="Lato Black"/>
            </a:endParaRPr>
          </a:p>
        </p:txBody>
      </p:sp>
      <p:pic>
        <p:nvPicPr>
          <p:cNvPr id="394" name="!!Logo" descr="I love marketing &amp; technolog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363240"/>
            <a:ext cx="3048000" cy="273050"/>
          </a:xfrm>
          <a:prstGeom prst="rect">
            <a:avLst/>
          </a:prstGeom>
        </p:spPr>
      </p:pic>
      <p:pic>
        <p:nvPicPr>
          <p:cNvPr id="395" name="!!Serce w rogu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66449" y="330349"/>
            <a:ext cx="431800" cy="355600"/>
          </a:xfrm>
          <a:prstGeom prst="rect">
            <a:avLst/>
          </a:prstGeom>
        </p:spPr>
      </p:pic>
      <p:sp>
        <p:nvSpPr>
          <p:cNvPr id="396" name="!!Źródło"/>
          <p:cNvSpPr txBox="1"/>
          <p:nvPr/>
        </p:nvSpPr>
        <p:spPr>
          <a:xfrm>
            <a:off x="826120" y="6428437"/>
            <a:ext cx="3468588" cy="1885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100" kern="100" dirty="0">
                <a:solidFill>
                  <a:srgbClr val="666666"/>
                </a:solidFill>
                <a:latin typeface="Lato"/>
                <a:cs typeface="Lato"/>
              </a:rPr>
              <a:t>Źródło: Badanie Inquiry - Homo Urgens 2026</a:t>
            </a:r>
            <a:endParaRPr lang="pl-PL" sz="1100" kern="100" dirty="0">
              <a:solidFill>
                <a:srgbClr val="666666"/>
              </a:solidFill>
              <a:latin typeface="Lato"/>
              <a:cs typeface="Lato"/>
            </a:endParaRPr>
          </a:p>
        </p:txBody>
      </p:sp>
      <p:sp>
        <p:nvSpPr>
          <p:cNvPr id="397" name="!!Numer slajdu"/>
          <p:cNvSpPr txBox="1"/>
          <p:nvPr/>
        </p:nvSpPr>
        <p:spPr>
          <a:xfrm>
            <a:off x="10850587" y="6428437"/>
            <a:ext cx="773370" cy="1885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100" kern="100" spc="66" dirty="0">
                <a:solidFill>
                  <a:srgbClr val="666666"/>
                </a:solidFill>
                <a:latin typeface="Lato"/>
                <a:cs typeface="Lato"/>
              </a:rPr>
              <a:t>07 / 24</a:t>
            </a:r>
            <a:endParaRPr lang="pl-PL" sz="1100" kern="100" spc="66" dirty="0">
              <a:solidFill>
                <a:srgbClr val="666666"/>
              </a:solidFill>
              <a:latin typeface="Lato"/>
              <a:cs typeface="Lato"/>
            </a:endParaRPr>
          </a:p>
        </p:txBody>
      </p:sp>
      <p:sp>
        <p:nvSpPr>
          <p:cNvPr id="398" name="!!Postęp"/>
          <p:cNvSpPr/>
          <p:nvPr/>
        </p:nvSpPr>
        <p:spPr>
          <a:xfrm>
            <a:off x="0" y="6826250"/>
            <a:ext cx="3556000" cy="31750"/>
          </a:xfrm>
          <a:prstGeom prst="rect">
            <a:avLst/>
          </a:prstGeom>
          <a:solidFill>
            <a:srgbClr val="EE3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 name="Każdy z nas bywa Homo Urgens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kst: Potrzeba"/>
          <p:cNvSpPr txBox="1"/>
          <p:nvPr/>
        </p:nvSpPr>
        <p:spPr>
          <a:xfrm>
            <a:off x="824533" y="3101181"/>
            <a:ext cx="2116038" cy="5159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3250" b="1" kern="100" dirty="0">
                <a:solidFill>
                  <a:srgbClr val="FFFFFF"/>
                </a:solidFill>
                <a:latin typeface="Lato"/>
                <a:cs typeface="Lato"/>
              </a:rPr>
              <a:t>Potrzeba</a:t>
            </a:r>
            <a:endParaRPr lang="pl-PL" sz="3250" b="1" kern="100" dirty="0">
              <a:solidFill>
                <a:srgbClr val="FFFFFF"/>
              </a:solidFill>
              <a:latin typeface="Lato"/>
              <a:cs typeface="Lato"/>
            </a:endParaRPr>
          </a:p>
        </p:txBody>
      </p:sp>
      <p:sp>
        <p:nvSpPr>
          <p:cNvPr id="3" name="Tekst: +"/>
          <p:cNvSpPr txBox="1"/>
          <p:nvPr/>
        </p:nvSpPr>
        <p:spPr>
          <a:xfrm>
            <a:off x="2811438" y="3093243"/>
            <a:ext cx="572274" cy="75406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4750" b="1" kern="100" dirty="0">
                <a:solidFill>
                  <a:srgbClr val="EE312F"/>
                </a:solidFill>
                <a:latin typeface="Lato"/>
                <a:cs typeface="Lato"/>
              </a:rPr>
              <a:t>+</a:t>
            </a:r>
            <a:endParaRPr lang="pl-PL" sz="4750" b="1" kern="100" dirty="0">
              <a:solidFill>
                <a:srgbClr val="EE312F"/>
              </a:solidFill>
              <a:latin typeface="Lato"/>
              <a:cs typeface="Lato"/>
            </a:endParaRPr>
          </a:p>
        </p:txBody>
      </p:sp>
      <p:sp>
        <p:nvSpPr>
          <p:cNvPr id="4" name="Tekst: Brak czasu"/>
          <p:cNvSpPr txBox="1"/>
          <p:nvPr/>
        </p:nvSpPr>
        <p:spPr>
          <a:xfrm>
            <a:off x="3510086" y="3101181"/>
            <a:ext cx="2506563" cy="5159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3250" b="1" kern="100" dirty="0">
                <a:solidFill>
                  <a:srgbClr val="FFFFFF"/>
                </a:solidFill>
                <a:latin typeface="Lato"/>
                <a:cs typeface="Lato"/>
              </a:rPr>
              <a:t>Brak czasu</a:t>
            </a:r>
            <a:endParaRPr lang="pl-PL" sz="3250" b="1" kern="100" dirty="0">
              <a:solidFill>
                <a:srgbClr val="FFFFFF"/>
              </a:solidFill>
              <a:latin typeface="Lato"/>
              <a:cs typeface="Lato"/>
            </a:endParaRPr>
          </a:p>
        </p:txBody>
      </p:sp>
      <p:sp>
        <p:nvSpPr>
          <p:cNvPr id="5" name="Linia"/>
          <p:cNvSpPr/>
          <p:nvPr/>
        </p:nvSpPr>
        <p:spPr>
          <a:xfrm>
            <a:off x="825500" y="4667250"/>
            <a:ext cx="10541000" cy="12700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" name="Tekst: = TRYB: TERAZ"/>
          <p:cNvSpPr txBox="1"/>
          <p:nvPr/>
        </p:nvSpPr>
        <p:spPr>
          <a:xfrm>
            <a:off x="825500" y="4857115"/>
            <a:ext cx="10541000" cy="571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3600" kern="100" dirty="0">
                <a:solidFill>
                  <a:srgbClr val="EE312F"/>
                </a:solidFill>
                <a:latin typeface="Lato Black"/>
                <a:cs typeface="Lato Black"/>
              </a:rPr>
              <a:t>= TRYB: TERAZ</a:t>
            </a:r>
            <a:endParaRPr lang="pl-PL" sz="3600" kern="100" dirty="0">
              <a:solidFill>
                <a:srgbClr val="EE312F"/>
              </a:solidFill>
              <a:latin typeface="Lato Black"/>
              <a:cs typeface="Lato Black"/>
            </a:endParaRPr>
          </a:p>
        </p:txBody>
      </p:sp>
      <p:sp>
        <p:nvSpPr>
          <p:cNvPr id="7" name="Tekst: Każdy z nas bywa Homo Urgens · 1"/>
          <p:cNvSpPr txBox="1"/>
          <p:nvPr/>
        </p:nvSpPr>
        <p:spPr>
          <a:xfrm>
            <a:off x="824532" y="1150578"/>
            <a:ext cx="5476458" cy="6431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4800" kern="100" spc="-168" dirty="0">
                <a:solidFill>
                  <a:srgbClr val="FFFFFF"/>
                </a:solidFill>
                <a:latin typeface="Lato Black"/>
                <a:cs typeface="Lato Black"/>
              </a:rPr>
              <a:t>Każdy z nas bywa</a:t>
            </a:r>
            <a:endParaRPr lang="pl-PL" sz="4800" kern="100" spc="-168" dirty="0">
              <a:solidFill>
                <a:srgbClr val="FFFFFF"/>
              </a:solidFill>
              <a:latin typeface="Lato Black"/>
              <a:cs typeface="Lato Black"/>
            </a:endParaRPr>
          </a:p>
        </p:txBody>
      </p:sp>
      <p:sp>
        <p:nvSpPr>
          <p:cNvPr id="8" name="Tekst: Każdy z nas bywa Homo Urgens · 2"/>
          <p:cNvSpPr txBox="1"/>
          <p:nvPr/>
        </p:nvSpPr>
        <p:spPr>
          <a:xfrm>
            <a:off x="824532" y="1793706"/>
            <a:ext cx="5476458" cy="6431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4800" kern="100" spc="-168" dirty="0">
                <a:solidFill>
                  <a:srgbClr val="FFFFFF"/>
                </a:solidFill>
                <a:latin typeface="Lato Black"/>
                <a:cs typeface="Lato Black"/>
              </a:rPr>
              <a:t>Homo Urgens</a:t>
            </a:r>
            <a:endParaRPr lang="pl-PL" sz="4800" kern="100" spc="-168" dirty="0">
              <a:solidFill>
                <a:srgbClr val="FFFFFF"/>
              </a:solidFill>
              <a:latin typeface="Lato Black"/>
              <a:cs typeface="Lato Black"/>
            </a:endParaRPr>
          </a:p>
        </p:txBody>
      </p:sp>
      <p:pic>
        <p:nvPicPr>
          <p:cNvPr id="9" name="!!Serce w rogu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6449" y="330349"/>
            <a:ext cx="431800" cy="355600"/>
          </a:xfrm>
          <a:prstGeom prst="rect">
            <a:avLst/>
          </a:prstGeom>
        </p:spPr>
      </p:pic>
      <p:sp>
        <p:nvSpPr>
          <p:cNvPr id="10" name="!!Źródło"/>
          <p:cNvSpPr txBox="1"/>
          <p:nvPr/>
        </p:nvSpPr>
        <p:spPr>
          <a:xfrm>
            <a:off x="826120" y="6428437"/>
            <a:ext cx="3468588" cy="1885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100" kern="100" dirty="0">
                <a:solidFill>
                  <a:srgbClr val="A9A9A9"/>
                </a:solidFill>
                <a:latin typeface="Lato"/>
                <a:cs typeface="Lato"/>
              </a:rPr>
              <a:t>Źródło: Badanie Inquiry - Homo Urgens 2026</a:t>
            </a:r>
            <a:endParaRPr lang="pl-PL" sz="1100" kern="100" dirty="0">
              <a:solidFill>
                <a:srgbClr val="A9A9A9"/>
              </a:solidFill>
              <a:latin typeface="Lato"/>
              <a:cs typeface="Lato"/>
            </a:endParaRPr>
          </a:p>
        </p:txBody>
      </p:sp>
      <p:sp>
        <p:nvSpPr>
          <p:cNvPr id="11" name="!!Numer slajdu"/>
          <p:cNvSpPr txBox="1"/>
          <p:nvPr/>
        </p:nvSpPr>
        <p:spPr>
          <a:xfrm>
            <a:off x="10850587" y="6428437"/>
            <a:ext cx="773370" cy="1885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100" kern="100" spc="66" dirty="0">
                <a:solidFill>
                  <a:srgbClr val="A9A9A9"/>
                </a:solidFill>
                <a:latin typeface="Lato"/>
                <a:cs typeface="Lato"/>
              </a:rPr>
              <a:t>08 / 24</a:t>
            </a:r>
            <a:endParaRPr lang="pl-PL" sz="1100" kern="100" spc="66" dirty="0">
              <a:solidFill>
                <a:srgbClr val="A9A9A9"/>
              </a:solidFill>
              <a:latin typeface="Lato"/>
              <a:cs typeface="Lato"/>
            </a:endParaRPr>
          </a:p>
        </p:txBody>
      </p:sp>
      <p:sp>
        <p:nvSpPr>
          <p:cNvPr id="12" name="!!Postęp"/>
          <p:cNvSpPr/>
          <p:nvPr/>
        </p:nvSpPr>
        <p:spPr>
          <a:xfrm>
            <a:off x="-25" y="6826250"/>
            <a:ext cx="4064000" cy="31750"/>
          </a:xfrm>
          <a:prstGeom prst="rect">
            <a:avLst/>
          </a:prstGeom>
          <a:solidFill>
            <a:srgbClr val="EE3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 name="Będziemy za 20 minut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kst: Zakupowy thriller"/>
          <p:cNvSpPr txBox="1"/>
          <p:nvPr/>
        </p:nvSpPr>
        <p:spPr>
          <a:xfrm>
            <a:off x="825053" y="1173162"/>
            <a:ext cx="2818328" cy="205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350" b="1" kern="100" cap="all" spc="189" dirty="0">
                <a:solidFill>
                  <a:srgbClr val="EE312F"/>
                </a:solidFill>
                <a:latin typeface="Lato"/>
                <a:cs typeface="Lato"/>
              </a:rPr>
              <a:t>Zakupowy thriller</a:t>
            </a:r>
            <a:endParaRPr lang="pl-PL" sz="1350" b="1" kern="100" cap="all" spc="189" dirty="0">
              <a:solidFill>
                <a:srgbClr val="EE312F"/>
              </a:solidFill>
              <a:latin typeface="Lato"/>
              <a:cs typeface="Lato"/>
            </a:endParaRPr>
          </a:p>
        </p:txBody>
      </p:sp>
      <p:sp>
        <p:nvSpPr>
          <p:cNvPr id="3" name="Kształt"/>
          <p:cNvSpPr/>
          <p:nvPr/>
        </p:nvSpPr>
        <p:spPr>
          <a:xfrm>
            <a:off x="2162175" y="2289175"/>
            <a:ext cx="7867650" cy="1695450"/>
          </a:xfrm>
          <a:prstGeom prst="roundRect">
            <a:avLst>
              <a:gd name="adj" fmla="val 16418"/>
            </a:avLst>
          </a:prstGeom>
          <a:solidFill>
            <a:srgbClr val="262626"/>
          </a:solidFill>
          <a:ln w="6350">
            <a:solidFill>
              <a:srgbClr val="3A3A3A"/>
            </a:solidFill>
          </a:ln>
          <a:effectLst>
            <a:outerShdw blurRad="508000" dist="190500" dir="5400000" algn="ctr" rotWithShape="0">
              <a:srgbClr val="000000">
                <a:alpha val="46700"/>
              </a:srgbClr>
            </a:outerShdw>
          </a:effectLst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" name="Kształt 2"/>
          <p:cNvSpPr/>
          <p:nvPr/>
        </p:nvSpPr>
        <p:spPr>
          <a:xfrm>
            <a:off x="2508250" y="2546350"/>
            <a:ext cx="406400" cy="406400"/>
          </a:xfrm>
          <a:prstGeom prst="roundRect">
            <a:avLst>
              <a:gd name="adj" fmla="val 25000"/>
            </a:avLst>
          </a:prstGeom>
          <a:solidFill>
            <a:srgbClr val="EE3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" name="Kształt 3"/>
          <p:cNvSpPr/>
          <p:nvPr/>
        </p:nvSpPr>
        <p:spPr>
          <a:xfrm>
            <a:off x="2622550" y="2673350"/>
            <a:ext cx="177800" cy="171450"/>
          </a:xfrm>
          <a:custGeom>
            <a:avLst/>
            <a:gdLst/>
            <a:ahLst/>
            <a:cxnLst/>
            <a:rect l="0" t="0" r="r" b="b"/>
            <a:pathLst>
              <a:path w="177800" h="171450">
                <a:moveTo>
                  <a:pt x="0" y="0"/>
                </a:moveTo>
                <a:lnTo>
                  <a:pt x="177800" y="0"/>
                </a:lnTo>
                <a:lnTo>
                  <a:pt x="177800" y="127000"/>
                </a:lnTo>
                <a:lnTo>
                  <a:pt x="76200" y="127000"/>
                </a:lnTo>
                <a:lnTo>
                  <a:pt x="25400" y="171450"/>
                </a:lnTo>
                <a:lnTo>
                  <a:pt x="31750" y="127000"/>
                </a:lnTo>
                <a:lnTo>
                  <a:pt x="0" y="127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" name="Tekst: Znajomi"/>
          <p:cNvSpPr txBox="1"/>
          <p:nvPr/>
        </p:nvSpPr>
        <p:spPr>
          <a:xfrm>
            <a:off x="3040186" y="2635250"/>
            <a:ext cx="97184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500" b="1" kern="100" dirty="0">
                <a:solidFill>
                  <a:srgbClr val="FFFFFF"/>
                </a:solidFill>
                <a:latin typeface="Lato"/>
                <a:cs typeface="Lato"/>
              </a:rPr>
              <a:t>Znajomi</a:t>
            </a:r>
            <a:endParaRPr lang="pl-PL" sz="1500" b="1" kern="100" dirty="0">
              <a:solidFill>
                <a:srgbClr val="FFFFFF"/>
              </a:solidFill>
              <a:latin typeface="Lato"/>
              <a:cs typeface="Lato"/>
            </a:endParaRPr>
          </a:p>
        </p:txBody>
      </p:sp>
      <p:sp>
        <p:nvSpPr>
          <p:cNvPr id="7" name="Tekst: teraz"/>
          <p:cNvSpPr txBox="1"/>
          <p:nvPr/>
        </p:nvSpPr>
        <p:spPr>
          <a:xfrm>
            <a:off x="9322073" y="2651125"/>
            <a:ext cx="58608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300" kern="100" dirty="0">
                <a:solidFill>
                  <a:srgbClr val="999999"/>
                </a:solidFill>
                <a:latin typeface="Lato"/>
                <a:cs typeface="Lato"/>
              </a:rPr>
              <a:t>teraz</a:t>
            </a:r>
            <a:endParaRPr lang="pl-PL" sz="1300" kern="100" dirty="0">
              <a:solidFill>
                <a:srgbClr val="999999"/>
              </a:solidFill>
              <a:latin typeface="Lato"/>
              <a:cs typeface="Lato"/>
            </a:endParaRPr>
          </a:p>
        </p:txBody>
      </p:sp>
      <p:sp>
        <p:nvSpPr>
          <p:cNvPr id="8" name="Tekst: Będziemy za 20 minut 😊"/>
          <p:cNvSpPr txBox="1"/>
          <p:nvPr/>
        </p:nvSpPr>
        <p:spPr>
          <a:xfrm>
            <a:off x="2508250" y="3143250"/>
            <a:ext cx="7175500" cy="558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4000" kern="100" spc="-120" dirty="0">
                <a:solidFill>
                  <a:srgbClr val="FFFFFF"/>
                </a:solidFill>
                <a:latin typeface="Lato Black"/>
                <a:cs typeface="Lato Black"/>
              </a:rPr>
              <a:t>Będziemy za 20 minut </a:t>
            </a:r>
            <a:r>
              <a:rPr lang="pl-PL" sz="4000" kern="100" spc="-120" dirty="0">
                <a:solidFill>
                  <a:srgbClr val="FFFFFF"/>
                </a:solidFill>
                <a:latin typeface="Segoe UI Emoji"/>
                <a:cs typeface="Segoe UI Emoji"/>
              </a:rPr>
              <a:t>😊</a:t>
            </a:r>
            <a:endParaRPr lang="pl-PL" sz="4000" kern="100" spc="-120" dirty="0">
              <a:solidFill>
                <a:srgbClr val="FFFFFF"/>
              </a:solidFill>
              <a:latin typeface="Segoe UI Emoji"/>
              <a:cs typeface="Segoe UI Emoji"/>
            </a:endParaRPr>
          </a:p>
        </p:txBody>
      </p:sp>
      <p:sp>
        <p:nvSpPr>
          <p:cNvPr id="9" name="Tekst: A w lodówce?"/>
          <p:cNvSpPr txBox="1"/>
          <p:nvPr/>
        </p:nvSpPr>
        <p:spPr>
          <a:xfrm>
            <a:off x="2158157" y="4887912"/>
            <a:ext cx="3320296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3600" kern="100" spc="-108" dirty="0">
                <a:solidFill>
                  <a:srgbClr val="EE312F"/>
                </a:solidFill>
                <a:latin typeface="Lato Black"/>
                <a:cs typeface="Lato Black"/>
              </a:rPr>
              <a:t>A w lodówce?</a:t>
            </a:r>
            <a:endParaRPr lang="pl-PL" sz="3600" kern="100" spc="-108" dirty="0">
              <a:solidFill>
                <a:srgbClr val="EE312F"/>
              </a:solidFill>
              <a:latin typeface="Lato Black"/>
              <a:cs typeface="Lato Black"/>
            </a:endParaRPr>
          </a:p>
        </p:txBody>
      </p:sp>
      <p:pic>
        <p:nvPicPr>
          <p:cNvPr id="10" name="!!Serce w rogu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6449" y="330349"/>
            <a:ext cx="431800" cy="355600"/>
          </a:xfrm>
          <a:prstGeom prst="rect">
            <a:avLst/>
          </a:prstGeom>
        </p:spPr>
      </p:pic>
      <p:sp>
        <p:nvSpPr>
          <p:cNvPr id="11" name="!!Zegar – napis · 1"/>
          <p:cNvSpPr txBox="1"/>
          <p:nvPr/>
        </p:nvSpPr>
        <p:spPr>
          <a:xfrm>
            <a:off x="9093369" y="393700"/>
            <a:ext cx="1028580" cy="137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900" kern="100" cap="all" spc="108" dirty="0">
                <a:solidFill>
                  <a:srgbClr val="AAAAAA"/>
                </a:solidFill>
                <a:latin typeface="Lato Black"/>
                <a:cs typeface="Lato Black"/>
              </a:rPr>
              <a:t>Goście</a:t>
            </a:r>
            <a:endParaRPr lang="pl-PL" sz="900" kern="100" cap="all" spc="108" dirty="0">
              <a:solidFill>
                <a:srgbClr val="AAAAAA"/>
              </a:solidFill>
              <a:latin typeface="Lato Black"/>
              <a:cs typeface="Lato Black"/>
            </a:endParaRPr>
          </a:p>
        </p:txBody>
      </p:sp>
      <p:sp>
        <p:nvSpPr>
          <p:cNvPr id="12" name="!!Zegar – napis · 2"/>
          <p:cNvSpPr txBox="1"/>
          <p:nvPr/>
        </p:nvSpPr>
        <p:spPr>
          <a:xfrm>
            <a:off x="9093369" y="530860"/>
            <a:ext cx="1028580" cy="137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900" kern="100" cap="all" spc="108" dirty="0">
                <a:solidFill>
                  <a:srgbClr val="AAAAAA"/>
                </a:solidFill>
                <a:latin typeface="Lato Black"/>
                <a:cs typeface="Lato Black"/>
              </a:rPr>
              <a:t>w drodze</a:t>
            </a:r>
            <a:endParaRPr lang="pl-PL" sz="900" kern="100" cap="all" spc="108" dirty="0">
              <a:solidFill>
                <a:srgbClr val="AAAAAA"/>
              </a:solidFill>
              <a:latin typeface="Lato Black"/>
              <a:cs typeface="Lato Black"/>
            </a:endParaRPr>
          </a:p>
        </p:txBody>
      </p:sp>
      <p:sp>
        <p:nvSpPr>
          <p:cNvPr id="13" name="!!Zegar – tarcza"/>
          <p:cNvSpPr/>
          <p:nvPr/>
        </p:nvSpPr>
        <p:spPr>
          <a:xfrm>
            <a:off x="10251439" y="281940"/>
            <a:ext cx="502920" cy="502920"/>
          </a:xfrm>
          <a:prstGeom prst="ellipse">
            <a:avLst/>
          </a:prstGeom>
          <a:solidFill>
            <a:srgbClr val="1C1C1C"/>
          </a:solidFill>
          <a:ln w="23283">
            <a:solidFill>
              <a:srgbClr val="FFFFF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4" name="!!Zegar – kreska 1"/>
          <p:cNvSpPr/>
          <p:nvPr/>
        </p:nvSpPr>
        <p:spPr>
          <a:xfrm>
            <a:off x="10491258" y="295910"/>
            <a:ext cx="23283" cy="46567"/>
          </a:xfrm>
          <a:custGeom>
            <a:avLst/>
            <a:gdLst/>
            <a:ahLst/>
            <a:cxnLst/>
            <a:rect l="0" t="0" r="r" b="b"/>
            <a:pathLst>
              <a:path w="23283" h="46567">
                <a:moveTo>
                  <a:pt x="0" y="46567"/>
                </a:moveTo>
                <a:lnTo>
                  <a:pt x="23283" y="46567"/>
                </a:lnTo>
                <a:lnTo>
                  <a:pt x="23283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5" name="!!Zegar – kreska 2"/>
          <p:cNvSpPr/>
          <p:nvPr/>
        </p:nvSpPr>
        <p:spPr>
          <a:xfrm>
            <a:off x="10693823" y="521758"/>
            <a:ext cx="46567" cy="23283"/>
          </a:xfrm>
          <a:custGeom>
            <a:avLst/>
            <a:gdLst/>
            <a:ahLst/>
            <a:cxnLst/>
            <a:rect l="0" t="0" r="r" b="b"/>
            <a:pathLst>
              <a:path w="46567" h="23283">
                <a:moveTo>
                  <a:pt x="0" y="0"/>
                </a:moveTo>
                <a:lnTo>
                  <a:pt x="0" y="23283"/>
                </a:lnTo>
                <a:lnTo>
                  <a:pt x="46567" y="23283"/>
                </a:lnTo>
                <a:lnTo>
                  <a:pt x="46567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6" name="!!Zegar – kreska 3"/>
          <p:cNvSpPr/>
          <p:nvPr/>
        </p:nvSpPr>
        <p:spPr>
          <a:xfrm>
            <a:off x="10491258" y="724323"/>
            <a:ext cx="23283" cy="46567"/>
          </a:xfrm>
          <a:custGeom>
            <a:avLst/>
            <a:gdLst/>
            <a:ahLst/>
            <a:cxnLst/>
            <a:rect l="0" t="0" r="r" b="b"/>
            <a:pathLst>
              <a:path w="23283" h="46567">
                <a:moveTo>
                  <a:pt x="23283" y="0"/>
                </a:moveTo>
                <a:lnTo>
                  <a:pt x="0" y="0"/>
                </a:lnTo>
                <a:lnTo>
                  <a:pt x="0" y="46567"/>
                </a:lnTo>
                <a:lnTo>
                  <a:pt x="23283" y="46567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7" name="!!Zegar – kreska 4"/>
          <p:cNvSpPr/>
          <p:nvPr/>
        </p:nvSpPr>
        <p:spPr>
          <a:xfrm>
            <a:off x="10265409" y="521758"/>
            <a:ext cx="46567" cy="23283"/>
          </a:xfrm>
          <a:custGeom>
            <a:avLst/>
            <a:gdLst/>
            <a:ahLst/>
            <a:cxnLst/>
            <a:rect l="0" t="0" r="r" b="b"/>
            <a:pathLst>
              <a:path w="46567" h="23283">
                <a:moveTo>
                  <a:pt x="46567" y="23283"/>
                </a:moveTo>
                <a:lnTo>
                  <a:pt x="46567" y="0"/>
                </a:lnTo>
                <a:lnTo>
                  <a:pt x="0" y="0"/>
                </a:lnTo>
                <a:lnTo>
                  <a:pt x="0" y="23283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8" name="!!Zegar – wskazówka"/>
          <p:cNvSpPr/>
          <p:nvPr/>
        </p:nvSpPr>
        <p:spPr>
          <a:xfrm>
            <a:off x="10488929" y="347133"/>
            <a:ext cx="27940" cy="214207"/>
          </a:xfrm>
          <a:custGeom>
            <a:avLst/>
            <a:gdLst/>
            <a:ahLst/>
            <a:cxnLst/>
            <a:rect l="0" t="0" r="r" b="b"/>
            <a:pathLst>
              <a:path w="27940" h="214207">
                <a:moveTo>
                  <a:pt x="0" y="214207"/>
                </a:moveTo>
                <a:lnTo>
                  <a:pt x="27940" y="214207"/>
                </a:lnTo>
                <a:lnTo>
                  <a:pt x="20955" y="0"/>
                </a:lnTo>
                <a:lnTo>
                  <a:pt x="6985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9" name="!!Zegar – oś"/>
          <p:cNvSpPr/>
          <p:nvPr/>
        </p:nvSpPr>
        <p:spPr>
          <a:xfrm>
            <a:off x="10474959" y="505460"/>
            <a:ext cx="55880" cy="558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0" name="!!Numer slajdu"/>
          <p:cNvSpPr txBox="1"/>
          <p:nvPr/>
        </p:nvSpPr>
        <p:spPr>
          <a:xfrm>
            <a:off x="10850587" y="6428437"/>
            <a:ext cx="773370" cy="1885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100" kern="100" spc="66" dirty="0">
                <a:solidFill>
                  <a:srgbClr val="A9A9A9"/>
                </a:solidFill>
                <a:latin typeface="Lato"/>
                <a:cs typeface="Lato"/>
              </a:rPr>
              <a:t>09 / 24</a:t>
            </a:r>
            <a:endParaRPr lang="pl-PL" sz="1100" kern="100" spc="66" dirty="0">
              <a:solidFill>
                <a:srgbClr val="A9A9A9"/>
              </a:solidFill>
              <a:latin typeface="Lato"/>
              <a:cs typeface="Lato"/>
            </a:endParaRPr>
          </a:p>
        </p:txBody>
      </p:sp>
      <p:sp>
        <p:nvSpPr>
          <p:cNvPr id="21" name="!!Postęp"/>
          <p:cNvSpPr/>
          <p:nvPr/>
        </p:nvSpPr>
        <p:spPr>
          <a:xfrm>
            <a:off x="0" y="6826250"/>
            <a:ext cx="4572000" cy="31750"/>
          </a:xfrm>
          <a:prstGeom prst="rect">
            <a:avLst/>
          </a:prstGeom>
          <a:solidFill>
            <a:srgbClr val="EE3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 name="o-shit commerc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ształt"/>
          <p:cNvSpPr/>
          <p:nvPr/>
        </p:nvSpPr>
        <p:spPr>
          <a:xfrm>
            <a:off x="0" y="0"/>
            <a:ext cx="12192000" cy="1987550"/>
          </a:xfrm>
          <a:custGeom>
            <a:avLst/>
            <a:gdLst/>
            <a:ahLst/>
            <a:cxnLst/>
            <a:rect l="0" t="0" r="r" b="b"/>
            <a:pathLst>
              <a:path w="12192000" h="1987550">
                <a:moveTo>
                  <a:pt x="0" y="0"/>
                </a:moveTo>
                <a:lnTo>
                  <a:pt x="12192000" y="0"/>
                </a:lnTo>
                <a:lnTo>
                  <a:pt x="8655050" y="1987550"/>
                </a:lnTo>
                <a:lnTo>
                  <a:pt x="3536950" y="1987550"/>
                </a:lnTo>
                <a:close/>
              </a:path>
            </a:pathLst>
          </a:custGeom>
          <a:solidFill>
            <a:srgbClr val="FBF6E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" name="Kształt 2"/>
          <p:cNvSpPr/>
          <p:nvPr/>
        </p:nvSpPr>
        <p:spPr>
          <a:xfrm>
            <a:off x="4445000" y="1365250"/>
            <a:ext cx="3302000" cy="539750"/>
          </a:xfrm>
          <a:custGeom>
            <a:avLst/>
            <a:gdLst/>
            <a:ahLst/>
            <a:cxnLst/>
            <a:rect l="0" t="0" r="r" b="b"/>
            <a:pathLst>
              <a:path w="3302000" h="539750">
                <a:moveTo>
                  <a:pt x="0" y="0"/>
                </a:moveTo>
                <a:lnTo>
                  <a:pt x="3302000" y="0"/>
                </a:lnTo>
                <a:lnTo>
                  <a:pt x="3048000" y="539750"/>
                </a:lnTo>
                <a:lnTo>
                  <a:pt x="254000" y="539750"/>
                </a:lnTo>
                <a:close/>
              </a:path>
            </a:pathLst>
          </a:custGeom>
          <a:solidFill>
            <a:srgbClr val="FFF9EC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" name="Kształt 3"/>
          <p:cNvSpPr/>
          <p:nvPr/>
        </p:nvSpPr>
        <p:spPr>
          <a:xfrm>
            <a:off x="5048250" y="1543050"/>
            <a:ext cx="2095500" cy="273050"/>
          </a:xfrm>
          <a:custGeom>
            <a:avLst/>
            <a:gdLst/>
            <a:ahLst/>
            <a:cxnLst/>
            <a:rect l="0" t="0" r="r" b="b"/>
            <a:pathLst>
              <a:path w="2095500" h="273050">
                <a:moveTo>
                  <a:pt x="0" y="0"/>
                </a:moveTo>
                <a:lnTo>
                  <a:pt x="2095500" y="0"/>
                </a:lnTo>
                <a:lnTo>
                  <a:pt x="1943100" y="273050"/>
                </a:lnTo>
                <a:lnTo>
                  <a:pt x="152400" y="273050"/>
                </a:lnTo>
                <a:close/>
              </a:path>
            </a:pathLst>
          </a:custGeom>
          <a:solidFill>
            <a:srgbClr val="FFFDF8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" name="Kształt 4"/>
          <p:cNvSpPr/>
          <p:nvPr/>
        </p:nvSpPr>
        <p:spPr>
          <a:xfrm>
            <a:off x="3536950" y="1987550"/>
            <a:ext cx="5118100" cy="2882900"/>
          </a:xfrm>
          <a:custGeom>
            <a:avLst/>
            <a:gdLst/>
            <a:ahLst/>
            <a:cxnLst/>
            <a:rect l="0" t="0" r="r" b="b"/>
            <a:pathLst>
              <a:path w="5118100" h="2882900">
                <a:moveTo>
                  <a:pt x="0" y="0"/>
                </a:moveTo>
                <a:lnTo>
                  <a:pt x="5118100" y="0"/>
                </a:lnTo>
                <a:lnTo>
                  <a:pt x="5118100" y="2882900"/>
                </a:lnTo>
                <a:lnTo>
                  <a:pt x="0" y="2882900"/>
                </a:lnTo>
                <a:close/>
              </a:path>
            </a:pathLst>
          </a:custGeom>
          <a:solidFill>
            <a:srgbClr val="F6EEDC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" name="Kształt 5"/>
          <p:cNvSpPr/>
          <p:nvPr/>
        </p:nvSpPr>
        <p:spPr>
          <a:xfrm>
            <a:off x="3536950" y="1987550"/>
            <a:ext cx="5118100" cy="679450"/>
          </a:xfrm>
          <a:custGeom>
            <a:avLst/>
            <a:gdLst/>
            <a:ahLst/>
            <a:cxnLst/>
            <a:rect l="0" t="0" r="r" b="b"/>
            <a:pathLst>
              <a:path w="5118100" h="679450">
                <a:moveTo>
                  <a:pt x="0" y="0"/>
                </a:moveTo>
                <a:lnTo>
                  <a:pt x="5118100" y="0"/>
                </a:lnTo>
                <a:lnTo>
                  <a:pt x="5118100" y="679450"/>
                </a:lnTo>
                <a:lnTo>
                  <a:pt x="0" y="679450"/>
                </a:lnTo>
                <a:close/>
              </a:path>
            </a:pathLst>
          </a:custGeom>
          <a:solidFill>
            <a:srgbClr val="F9F3E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" name="Kształt 6"/>
          <p:cNvSpPr/>
          <p:nvPr/>
        </p:nvSpPr>
        <p:spPr>
          <a:xfrm>
            <a:off x="0" y="0"/>
            <a:ext cx="3536950" cy="6858000"/>
          </a:xfrm>
          <a:custGeom>
            <a:avLst/>
            <a:gdLst/>
            <a:ahLst/>
            <a:cxnLst/>
            <a:rect l="0" t="0" r="r" b="b"/>
            <a:pathLst>
              <a:path w="3536950" h="6858000">
                <a:moveTo>
                  <a:pt x="0" y="0"/>
                </a:moveTo>
                <a:lnTo>
                  <a:pt x="3536950" y="1987550"/>
                </a:lnTo>
                <a:lnTo>
                  <a:pt x="3536950" y="4870450"/>
                </a:lnTo>
                <a:lnTo>
                  <a:pt x="0" y="6858000"/>
                </a:lnTo>
                <a:close/>
              </a:path>
            </a:pathLst>
          </a:custGeom>
          <a:solidFill>
            <a:srgbClr val="EBE1C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" name="Kształt 7"/>
          <p:cNvSpPr/>
          <p:nvPr/>
        </p:nvSpPr>
        <p:spPr>
          <a:xfrm>
            <a:off x="8655050" y="0"/>
            <a:ext cx="3536950" cy="6858000"/>
          </a:xfrm>
          <a:custGeom>
            <a:avLst/>
            <a:gdLst/>
            <a:ahLst/>
            <a:cxnLst/>
            <a:rect l="0" t="0" r="r" b="b"/>
            <a:pathLst>
              <a:path w="3536950" h="6858000">
                <a:moveTo>
                  <a:pt x="3536950" y="0"/>
                </a:moveTo>
                <a:lnTo>
                  <a:pt x="0" y="1987550"/>
                </a:lnTo>
                <a:lnTo>
                  <a:pt x="0" y="4870450"/>
                </a:lnTo>
                <a:lnTo>
                  <a:pt x="3536950" y="6858000"/>
                </a:lnTo>
                <a:close/>
              </a:path>
            </a:pathLst>
          </a:custGeom>
          <a:solidFill>
            <a:srgbClr val="E7DDC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" name="Kształt 8"/>
          <p:cNvSpPr/>
          <p:nvPr/>
        </p:nvSpPr>
        <p:spPr>
          <a:xfrm>
            <a:off x="0" y="762000"/>
            <a:ext cx="3536950" cy="1626870"/>
          </a:xfrm>
          <a:custGeom>
            <a:avLst/>
            <a:gdLst/>
            <a:ahLst/>
            <a:cxnLst/>
            <a:rect l="0" t="0" r="r" b="b"/>
            <a:pathLst>
              <a:path w="3536950" h="1626870">
                <a:moveTo>
                  <a:pt x="0" y="0"/>
                </a:moveTo>
                <a:lnTo>
                  <a:pt x="3536950" y="1546860"/>
                </a:lnTo>
                <a:lnTo>
                  <a:pt x="3536950" y="1626870"/>
                </a:lnTo>
                <a:lnTo>
                  <a:pt x="0" y="190500"/>
                </a:lnTo>
                <a:close/>
              </a:path>
            </a:pathLst>
          </a:custGeom>
          <a:solidFill>
            <a:srgbClr val="DDD2B8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" name="Kształt 9"/>
          <p:cNvSpPr/>
          <p:nvPr/>
        </p:nvSpPr>
        <p:spPr>
          <a:xfrm>
            <a:off x="0" y="698500"/>
            <a:ext cx="3536950" cy="1610360"/>
          </a:xfrm>
          <a:custGeom>
            <a:avLst/>
            <a:gdLst/>
            <a:ahLst/>
            <a:cxnLst/>
            <a:rect l="0" t="0" r="r" b="b"/>
            <a:pathLst>
              <a:path w="3536950" h="1610360">
                <a:moveTo>
                  <a:pt x="0" y="0"/>
                </a:moveTo>
                <a:lnTo>
                  <a:pt x="3536950" y="1583690"/>
                </a:lnTo>
                <a:lnTo>
                  <a:pt x="3536950" y="1610360"/>
                </a:lnTo>
                <a:lnTo>
                  <a:pt x="0" y="63500"/>
                </a:lnTo>
                <a:close/>
              </a:path>
            </a:pathLst>
          </a:custGeom>
          <a:solidFill>
            <a:srgbClr val="FCF8E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1" name="Kształt 10"/>
          <p:cNvSpPr/>
          <p:nvPr/>
        </p:nvSpPr>
        <p:spPr>
          <a:xfrm>
            <a:off x="8655050" y="762000"/>
            <a:ext cx="3536950" cy="1626870"/>
          </a:xfrm>
          <a:custGeom>
            <a:avLst/>
            <a:gdLst/>
            <a:ahLst/>
            <a:cxnLst/>
            <a:rect l="0" t="0" r="r" b="b"/>
            <a:pathLst>
              <a:path w="3536950" h="1626870">
                <a:moveTo>
                  <a:pt x="3536950" y="0"/>
                </a:moveTo>
                <a:lnTo>
                  <a:pt x="0" y="1546860"/>
                </a:lnTo>
                <a:lnTo>
                  <a:pt x="0" y="1626870"/>
                </a:lnTo>
                <a:lnTo>
                  <a:pt x="3536950" y="190500"/>
                </a:lnTo>
                <a:close/>
              </a:path>
            </a:pathLst>
          </a:custGeom>
          <a:solidFill>
            <a:srgbClr val="D9CEB3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2" name="Kształt 11"/>
          <p:cNvSpPr/>
          <p:nvPr/>
        </p:nvSpPr>
        <p:spPr>
          <a:xfrm>
            <a:off x="8655050" y="698500"/>
            <a:ext cx="3536950" cy="1610360"/>
          </a:xfrm>
          <a:custGeom>
            <a:avLst/>
            <a:gdLst/>
            <a:ahLst/>
            <a:cxnLst/>
            <a:rect l="0" t="0" r="r" b="b"/>
            <a:pathLst>
              <a:path w="3536950" h="1610360">
                <a:moveTo>
                  <a:pt x="3536950" y="0"/>
                </a:moveTo>
                <a:lnTo>
                  <a:pt x="0" y="1583690"/>
                </a:lnTo>
                <a:lnTo>
                  <a:pt x="0" y="1610360"/>
                </a:lnTo>
                <a:lnTo>
                  <a:pt x="3536950" y="63500"/>
                </a:lnTo>
                <a:close/>
              </a:path>
            </a:pathLst>
          </a:custGeom>
          <a:solidFill>
            <a:srgbClr val="FBF6E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3" name="Kształt 12"/>
          <p:cNvSpPr/>
          <p:nvPr/>
        </p:nvSpPr>
        <p:spPr>
          <a:xfrm>
            <a:off x="0" y="1905000"/>
            <a:ext cx="3536950" cy="963930"/>
          </a:xfrm>
          <a:custGeom>
            <a:avLst/>
            <a:gdLst/>
            <a:ahLst/>
            <a:cxnLst/>
            <a:rect l="0" t="0" r="r" b="b"/>
            <a:pathLst>
              <a:path w="3536950" h="963930">
                <a:moveTo>
                  <a:pt x="0" y="0"/>
                </a:moveTo>
                <a:lnTo>
                  <a:pt x="3536950" y="883920"/>
                </a:lnTo>
                <a:lnTo>
                  <a:pt x="3536950" y="963930"/>
                </a:lnTo>
                <a:lnTo>
                  <a:pt x="0" y="190500"/>
                </a:lnTo>
                <a:close/>
              </a:path>
            </a:pathLst>
          </a:custGeom>
          <a:solidFill>
            <a:srgbClr val="DDD2B8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4" name="Kształt 13"/>
          <p:cNvSpPr/>
          <p:nvPr/>
        </p:nvSpPr>
        <p:spPr>
          <a:xfrm>
            <a:off x="0" y="1841500"/>
            <a:ext cx="3536950" cy="947420"/>
          </a:xfrm>
          <a:custGeom>
            <a:avLst/>
            <a:gdLst/>
            <a:ahLst/>
            <a:cxnLst/>
            <a:rect l="0" t="0" r="r" b="b"/>
            <a:pathLst>
              <a:path w="3536950" h="947420">
                <a:moveTo>
                  <a:pt x="0" y="0"/>
                </a:moveTo>
                <a:lnTo>
                  <a:pt x="3536950" y="920750"/>
                </a:lnTo>
                <a:lnTo>
                  <a:pt x="3536950" y="947420"/>
                </a:lnTo>
                <a:lnTo>
                  <a:pt x="0" y="63500"/>
                </a:lnTo>
                <a:close/>
              </a:path>
            </a:pathLst>
          </a:custGeom>
          <a:solidFill>
            <a:srgbClr val="FCF8E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5" name="Kształt 14"/>
          <p:cNvSpPr/>
          <p:nvPr/>
        </p:nvSpPr>
        <p:spPr>
          <a:xfrm>
            <a:off x="8655050" y="1905000"/>
            <a:ext cx="3536950" cy="963930"/>
          </a:xfrm>
          <a:custGeom>
            <a:avLst/>
            <a:gdLst/>
            <a:ahLst/>
            <a:cxnLst/>
            <a:rect l="0" t="0" r="r" b="b"/>
            <a:pathLst>
              <a:path w="3536950" h="963930">
                <a:moveTo>
                  <a:pt x="3536950" y="0"/>
                </a:moveTo>
                <a:lnTo>
                  <a:pt x="0" y="883920"/>
                </a:lnTo>
                <a:lnTo>
                  <a:pt x="0" y="963930"/>
                </a:lnTo>
                <a:lnTo>
                  <a:pt x="3536950" y="190500"/>
                </a:lnTo>
                <a:close/>
              </a:path>
            </a:pathLst>
          </a:custGeom>
          <a:solidFill>
            <a:srgbClr val="D9CEB3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6" name="Kształt 15"/>
          <p:cNvSpPr/>
          <p:nvPr/>
        </p:nvSpPr>
        <p:spPr>
          <a:xfrm>
            <a:off x="8655050" y="1841500"/>
            <a:ext cx="3536950" cy="947420"/>
          </a:xfrm>
          <a:custGeom>
            <a:avLst/>
            <a:gdLst/>
            <a:ahLst/>
            <a:cxnLst/>
            <a:rect l="0" t="0" r="r" b="b"/>
            <a:pathLst>
              <a:path w="3536950" h="947420">
                <a:moveTo>
                  <a:pt x="3536950" y="0"/>
                </a:moveTo>
                <a:lnTo>
                  <a:pt x="0" y="920750"/>
                </a:lnTo>
                <a:lnTo>
                  <a:pt x="0" y="947420"/>
                </a:lnTo>
                <a:lnTo>
                  <a:pt x="3536950" y="63500"/>
                </a:lnTo>
                <a:close/>
              </a:path>
            </a:pathLst>
          </a:custGeom>
          <a:solidFill>
            <a:srgbClr val="FBF6E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7" name="Kształt 16"/>
          <p:cNvSpPr/>
          <p:nvPr/>
        </p:nvSpPr>
        <p:spPr>
          <a:xfrm>
            <a:off x="0" y="3048000"/>
            <a:ext cx="3536950" cy="300990"/>
          </a:xfrm>
          <a:custGeom>
            <a:avLst/>
            <a:gdLst/>
            <a:ahLst/>
            <a:cxnLst/>
            <a:rect l="0" t="0" r="r" b="b"/>
            <a:pathLst>
              <a:path w="3536950" h="300990">
                <a:moveTo>
                  <a:pt x="0" y="0"/>
                </a:moveTo>
                <a:lnTo>
                  <a:pt x="3536950" y="220980"/>
                </a:lnTo>
                <a:lnTo>
                  <a:pt x="3536950" y="300990"/>
                </a:lnTo>
                <a:lnTo>
                  <a:pt x="0" y="190500"/>
                </a:lnTo>
                <a:close/>
              </a:path>
            </a:pathLst>
          </a:custGeom>
          <a:solidFill>
            <a:srgbClr val="DDD2B8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8" name="Kształt 17"/>
          <p:cNvSpPr/>
          <p:nvPr/>
        </p:nvSpPr>
        <p:spPr>
          <a:xfrm>
            <a:off x="0" y="2984500"/>
            <a:ext cx="3536950" cy="284480"/>
          </a:xfrm>
          <a:custGeom>
            <a:avLst/>
            <a:gdLst/>
            <a:ahLst/>
            <a:cxnLst/>
            <a:rect l="0" t="0" r="r" b="b"/>
            <a:pathLst>
              <a:path w="3536950" h="284480">
                <a:moveTo>
                  <a:pt x="0" y="0"/>
                </a:moveTo>
                <a:lnTo>
                  <a:pt x="3536950" y="257810"/>
                </a:lnTo>
                <a:lnTo>
                  <a:pt x="3536950" y="284480"/>
                </a:lnTo>
                <a:lnTo>
                  <a:pt x="0" y="63500"/>
                </a:lnTo>
                <a:close/>
              </a:path>
            </a:pathLst>
          </a:custGeom>
          <a:solidFill>
            <a:srgbClr val="FCF8E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9" name="Kształt 18"/>
          <p:cNvSpPr/>
          <p:nvPr/>
        </p:nvSpPr>
        <p:spPr>
          <a:xfrm>
            <a:off x="8655050" y="3048000"/>
            <a:ext cx="3536950" cy="300990"/>
          </a:xfrm>
          <a:custGeom>
            <a:avLst/>
            <a:gdLst/>
            <a:ahLst/>
            <a:cxnLst/>
            <a:rect l="0" t="0" r="r" b="b"/>
            <a:pathLst>
              <a:path w="3536950" h="300990">
                <a:moveTo>
                  <a:pt x="3536950" y="0"/>
                </a:moveTo>
                <a:lnTo>
                  <a:pt x="0" y="220980"/>
                </a:lnTo>
                <a:lnTo>
                  <a:pt x="0" y="300990"/>
                </a:lnTo>
                <a:lnTo>
                  <a:pt x="3536950" y="190500"/>
                </a:lnTo>
                <a:close/>
              </a:path>
            </a:pathLst>
          </a:custGeom>
          <a:solidFill>
            <a:srgbClr val="D9CEB3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0" name="Kształt 19"/>
          <p:cNvSpPr/>
          <p:nvPr/>
        </p:nvSpPr>
        <p:spPr>
          <a:xfrm>
            <a:off x="8655050" y="2984500"/>
            <a:ext cx="3536950" cy="284480"/>
          </a:xfrm>
          <a:custGeom>
            <a:avLst/>
            <a:gdLst/>
            <a:ahLst/>
            <a:cxnLst/>
            <a:rect l="0" t="0" r="r" b="b"/>
            <a:pathLst>
              <a:path w="3536950" h="284480">
                <a:moveTo>
                  <a:pt x="3536950" y="0"/>
                </a:moveTo>
                <a:lnTo>
                  <a:pt x="0" y="257810"/>
                </a:lnTo>
                <a:lnTo>
                  <a:pt x="0" y="284480"/>
                </a:lnTo>
                <a:lnTo>
                  <a:pt x="3536950" y="63500"/>
                </a:lnTo>
                <a:close/>
              </a:path>
            </a:pathLst>
          </a:custGeom>
          <a:solidFill>
            <a:srgbClr val="FBF6E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1" name="Kształt 20"/>
          <p:cNvSpPr/>
          <p:nvPr/>
        </p:nvSpPr>
        <p:spPr>
          <a:xfrm>
            <a:off x="0" y="4241800"/>
            <a:ext cx="12192000" cy="1117600"/>
          </a:xfrm>
          <a:custGeom>
            <a:avLst/>
            <a:gdLst/>
            <a:ahLst/>
            <a:cxnLst/>
            <a:rect l="0" t="0" r="r" b="b"/>
            <a:pathLst>
              <a:path w="12192000" h="1117600">
                <a:moveTo>
                  <a:pt x="0" y="1117600"/>
                </a:moveTo>
                <a:lnTo>
                  <a:pt x="12192000" y="1117600"/>
                </a:lnTo>
                <a:lnTo>
                  <a:pt x="8655050" y="0"/>
                </a:lnTo>
                <a:lnTo>
                  <a:pt x="3536950" y="0"/>
                </a:lnTo>
                <a:close/>
              </a:path>
            </a:pathLst>
          </a:custGeom>
          <a:solidFill>
            <a:srgbClr val="EDE6D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2" name="Kształt 21"/>
          <p:cNvSpPr/>
          <p:nvPr/>
        </p:nvSpPr>
        <p:spPr>
          <a:xfrm>
            <a:off x="3536950" y="4216400"/>
            <a:ext cx="5118100" cy="25400"/>
          </a:xfrm>
          <a:custGeom>
            <a:avLst/>
            <a:gdLst/>
            <a:ahLst/>
            <a:cxnLst/>
            <a:rect l="0" t="0" r="r" b="b"/>
            <a:pathLst>
              <a:path w="5118100" h="25400">
                <a:moveTo>
                  <a:pt x="0" y="0"/>
                </a:moveTo>
                <a:lnTo>
                  <a:pt x="5118100" y="0"/>
                </a:lnTo>
                <a:lnTo>
                  <a:pt x="5118100" y="25400"/>
                </a:lnTo>
                <a:lnTo>
                  <a:pt x="0" y="25400"/>
                </a:lnTo>
                <a:close/>
              </a:path>
            </a:pathLst>
          </a:custGeom>
          <a:solidFill>
            <a:srgbClr val="DCD1B8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3" name="Kształt 22"/>
          <p:cNvSpPr/>
          <p:nvPr/>
        </p:nvSpPr>
        <p:spPr>
          <a:xfrm>
            <a:off x="0" y="5664200"/>
            <a:ext cx="12192000" cy="1193800"/>
          </a:xfrm>
          <a:custGeom>
            <a:avLst/>
            <a:gdLst/>
            <a:ahLst/>
            <a:cxnLst/>
            <a:rect l="0" t="0" r="r" b="b"/>
            <a:pathLst>
              <a:path w="12192000" h="1193800">
                <a:moveTo>
                  <a:pt x="0" y="0"/>
                </a:moveTo>
                <a:lnTo>
                  <a:pt x="12192000" y="0"/>
                </a:lnTo>
                <a:lnTo>
                  <a:pt x="12192000" y="1193800"/>
                </a:lnTo>
                <a:lnTo>
                  <a:pt x="0" y="1193800"/>
                </a:lnTo>
                <a:close/>
              </a:path>
            </a:pathLst>
          </a:custGeom>
          <a:solidFill>
            <a:srgbClr val="E9E0CB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4" name="Kształt 23"/>
          <p:cNvSpPr/>
          <p:nvPr/>
        </p:nvSpPr>
        <p:spPr>
          <a:xfrm>
            <a:off x="0" y="5664200"/>
            <a:ext cx="12192000" cy="76200"/>
          </a:xfrm>
          <a:custGeom>
            <a:avLst/>
            <a:gdLst/>
            <a:ahLst/>
            <a:cxnLst/>
            <a:rect l="0" t="0" r="r" b="b"/>
            <a:pathLst>
              <a:path w="12192000" h="76200">
                <a:moveTo>
                  <a:pt x="0" y="0"/>
                </a:moveTo>
                <a:lnTo>
                  <a:pt x="12192000" y="0"/>
                </a:lnTo>
                <a:lnTo>
                  <a:pt x="12192000" y="76200"/>
                </a:lnTo>
                <a:lnTo>
                  <a:pt x="0" y="76200"/>
                </a:lnTo>
                <a:close/>
              </a:path>
            </a:pathLst>
          </a:custGeom>
          <a:solidFill>
            <a:srgbClr val="CFC2A6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5" name="Kształt 24"/>
          <p:cNvSpPr/>
          <p:nvPr/>
        </p:nvSpPr>
        <p:spPr>
          <a:xfrm>
            <a:off x="5080000" y="6045200"/>
            <a:ext cx="2032000" cy="177800"/>
          </a:xfrm>
          <a:custGeom>
            <a:avLst/>
            <a:gdLst/>
            <a:ahLst/>
            <a:cxnLst/>
            <a:rect l="0" t="0" r="r" b="b"/>
            <a:pathLst>
              <a:path w="2032000" h="177800">
                <a:moveTo>
                  <a:pt x="0" y="0"/>
                </a:moveTo>
                <a:lnTo>
                  <a:pt x="2032000" y="0"/>
                </a:lnTo>
                <a:lnTo>
                  <a:pt x="1905000" y="177800"/>
                </a:lnTo>
                <a:lnTo>
                  <a:pt x="127000" y="177800"/>
                </a:lnTo>
                <a:close/>
              </a:path>
            </a:pathLst>
          </a:custGeom>
          <a:solidFill>
            <a:srgbClr val="D3C6A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6" name="Kształt 25"/>
          <p:cNvSpPr/>
          <p:nvPr/>
        </p:nvSpPr>
        <p:spPr>
          <a:xfrm>
            <a:off x="0" y="5359400"/>
            <a:ext cx="12192000" cy="304800"/>
          </a:xfrm>
          <a:custGeom>
            <a:avLst/>
            <a:gdLst/>
            <a:ahLst/>
            <a:cxnLst/>
            <a:rect l="0" t="0" r="r" b="b"/>
            <a:pathLst>
              <a:path w="12192000" h="304800">
                <a:moveTo>
                  <a:pt x="0" y="0"/>
                </a:moveTo>
                <a:lnTo>
                  <a:pt x="12192000" y="0"/>
                </a:lnTo>
                <a:lnTo>
                  <a:pt x="12192000" y="304800"/>
                </a:lnTo>
                <a:lnTo>
                  <a:pt x="0" y="304800"/>
                </a:lnTo>
                <a:close/>
              </a:path>
            </a:pathLst>
          </a:custGeom>
          <a:solidFill>
            <a:srgbClr val="D9CCB0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7" name="Kształt 26"/>
          <p:cNvSpPr/>
          <p:nvPr/>
        </p:nvSpPr>
        <p:spPr>
          <a:xfrm>
            <a:off x="0" y="5359400"/>
            <a:ext cx="12192000" cy="50800"/>
          </a:xfrm>
          <a:custGeom>
            <a:avLst/>
            <a:gdLst/>
            <a:ahLst/>
            <a:cxnLst/>
            <a:rect l="0" t="0" r="r" b="b"/>
            <a:pathLst>
              <a:path w="12192000" h="50800">
                <a:moveTo>
                  <a:pt x="0" y="0"/>
                </a:moveTo>
                <a:lnTo>
                  <a:pt x="12192000" y="0"/>
                </a:lnTo>
                <a:lnTo>
                  <a:pt x="12192000" y="50800"/>
                </a:lnTo>
                <a:lnTo>
                  <a:pt x="0" y="50800"/>
                </a:lnTo>
                <a:close/>
              </a:path>
            </a:pathLst>
          </a:custGeom>
          <a:solidFill>
            <a:srgbClr val="E8DEC8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8" name="Kształt 27"/>
          <p:cNvSpPr/>
          <p:nvPr/>
        </p:nvSpPr>
        <p:spPr>
          <a:xfrm>
            <a:off x="5022850" y="5270500"/>
            <a:ext cx="2222500" cy="152400"/>
          </a:xfrm>
          <a:custGeom>
            <a:avLst/>
            <a:gdLst/>
            <a:ahLst/>
            <a:cxnLst/>
            <a:rect l="0" t="0" r="r" b="b"/>
            <a:pathLst>
              <a:path w="2222500" h="152400">
                <a:moveTo>
                  <a:pt x="2222500" y="76200"/>
                </a:moveTo>
                <a:lnTo>
                  <a:pt x="2205355" y="89535"/>
                </a:lnTo>
                <a:lnTo>
                  <a:pt x="2155190" y="102235"/>
                </a:lnTo>
                <a:lnTo>
                  <a:pt x="2073910" y="114300"/>
                </a:lnTo>
                <a:lnTo>
                  <a:pt x="1962785" y="125095"/>
                </a:lnTo>
                <a:lnTo>
                  <a:pt x="1825625" y="134620"/>
                </a:lnTo>
                <a:lnTo>
                  <a:pt x="1666875" y="142240"/>
                </a:lnTo>
                <a:lnTo>
                  <a:pt x="1491615" y="147955"/>
                </a:lnTo>
                <a:lnTo>
                  <a:pt x="1304290" y="151130"/>
                </a:lnTo>
                <a:lnTo>
                  <a:pt x="1111250" y="152400"/>
                </a:lnTo>
                <a:lnTo>
                  <a:pt x="918210" y="151130"/>
                </a:lnTo>
                <a:lnTo>
                  <a:pt x="730885" y="147955"/>
                </a:lnTo>
                <a:lnTo>
                  <a:pt x="555625" y="142240"/>
                </a:lnTo>
                <a:lnTo>
                  <a:pt x="396875" y="134620"/>
                </a:lnTo>
                <a:lnTo>
                  <a:pt x="259715" y="125095"/>
                </a:lnTo>
                <a:lnTo>
                  <a:pt x="148590" y="114300"/>
                </a:lnTo>
                <a:lnTo>
                  <a:pt x="67310" y="102235"/>
                </a:lnTo>
                <a:lnTo>
                  <a:pt x="17145" y="89535"/>
                </a:lnTo>
                <a:lnTo>
                  <a:pt x="0" y="76200"/>
                </a:lnTo>
                <a:lnTo>
                  <a:pt x="17145" y="62865"/>
                </a:lnTo>
                <a:lnTo>
                  <a:pt x="67310" y="50165"/>
                </a:lnTo>
                <a:lnTo>
                  <a:pt x="148590" y="38100"/>
                </a:lnTo>
                <a:lnTo>
                  <a:pt x="259715" y="27305"/>
                </a:lnTo>
                <a:lnTo>
                  <a:pt x="396875" y="17780"/>
                </a:lnTo>
                <a:lnTo>
                  <a:pt x="555625" y="10160"/>
                </a:lnTo>
                <a:lnTo>
                  <a:pt x="730885" y="4445"/>
                </a:lnTo>
                <a:lnTo>
                  <a:pt x="918210" y="1270"/>
                </a:lnTo>
                <a:lnTo>
                  <a:pt x="1111250" y="0"/>
                </a:lnTo>
                <a:lnTo>
                  <a:pt x="1304290" y="1270"/>
                </a:lnTo>
                <a:lnTo>
                  <a:pt x="1491615" y="4445"/>
                </a:lnTo>
                <a:lnTo>
                  <a:pt x="1666875" y="10160"/>
                </a:lnTo>
                <a:lnTo>
                  <a:pt x="1825625" y="17780"/>
                </a:lnTo>
                <a:lnTo>
                  <a:pt x="1962785" y="27305"/>
                </a:lnTo>
                <a:lnTo>
                  <a:pt x="2073910" y="38100"/>
                </a:lnTo>
                <a:lnTo>
                  <a:pt x="2155190" y="50165"/>
                </a:lnTo>
                <a:lnTo>
                  <a:pt x="2205355" y="62865"/>
                </a:lnTo>
                <a:close/>
              </a:path>
            </a:pathLst>
          </a:custGeom>
          <a:solidFill>
            <a:srgbClr val="D4C8AB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9" name="Kształt 28"/>
          <p:cNvSpPr/>
          <p:nvPr/>
        </p:nvSpPr>
        <p:spPr>
          <a:xfrm>
            <a:off x="6172200" y="4483100"/>
            <a:ext cx="990600" cy="299720"/>
          </a:xfrm>
          <a:custGeom>
            <a:avLst/>
            <a:gdLst/>
            <a:ahLst/>
            <a:cxnLst/>
            <a:rect l="0" t="0" r="r" b="b"/>
            <a:pathLst>
              <a:path w="990600" h="299720">
                <a:moveTo>
                  <a:pt x="0" y="0"/>
                </a:moveTo>
                <a:lnTo>
                  <a:pt x="990600" y="0"/>
                </a:lnTo>
                <a:lnTo>
                  <a:pt x="930910" y="299720"/>
                </a:lnTo>
                <a:close/>
              </a:path>
            </a:pathLst>
          </a:custGeom>
          <a:solidFill>
            <a:srgbClr val="D29E1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0" name="Kształt 29"/>
          <p:cNvSpPr/>
          <p:nvPr/>
        </p:nvSpPr>
        <p:spPr>
          <a:xfrm>
            <a:off x="6172200" y="4483100"/>
            <a:ext cx="930910" cy="563245"/>
          </a:xfrm>
          <a:custGeom>
            <a:avLst/>
            <a:gdLst/>
            <a:ahLst/>
            <a:cxnLst/>
            <a:rect l="0" t="0" r="r" b="b"/>
            <a:pathLst>
              <a:path w="930910" h="563245">
                <a:moveTo>
                  <a:pt x="0" y="0"/>
                </a:moveTo>
                <a:lnTo>
                  <a:pt x="930910" y="299720"/>
                </a:lnTo>
                <a:lnTo>
                  <a:pt x="758825" y="563245"/>
                </a:lnTo>
                <a:close/>
              </a:path>
            </a:pathLst>
          </a:custGeom>
          <a:solidFill>
            <a:srgbClr val="D09B13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1" name="Kształt 30"/>
          <p:cNvSpPr/>
          <p:nvPr/>
        </p:nvSpPr>
        <p:spPr>
          <a:xfrm>
            <a:off x="6172200" y="4483100"/>
            <a:ext cx="758825" cy="758825"/>
          </a:xfrm>
          <a:custGeom>
            <a:avLst/>
            <a:gdLst/>
            <a:ahLst/>
            <a:cxnLst/>
            <a:rect l="0" t="0" r="r" b="b"/>
            <a:pathLst>
              <a:path w="758825" h="758825">
                <a:moveTo>
                  <a:pt x="0" y="0"/>
                </a:moveTo>
                <a:lnTo>
                  <a:pt x="758825" y="563245"/>
                </a:lnTo>
                <a:lnTo>
                  <a:pt x="495300" y="758825"/>
                </a:lnTo>
                <a:close/>
              </a:path>
            </a:pathLst>
          </a:custGeom>
          <a:solidFill>
            <a:srgbClr val="CF9A12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2" name="Kształt 31"/>
          <p:cNvSpPr/>
          <p:nvPr/>
        </p:nvSpPr>
        <p:spPr>
          <a:xfrm>
            <a:off x="6172200" y="4483100"/>
            <a:ext cx="495300" cy="862965"/>
          </a:xfrm>
          <a:custGeom>
            <a:avLst/>
            <a:gdLst/>
            <a:ahLst/>
            <a:cxnLst/>
            <a:rect l="0" t="0" r="r" b="b"/>
            <a:pathLst>
              <a:path w="495300" h="862965">
                <a:moveTo>
                  <a:pt x="0" y="0"/>
                </a:moveTo>
                <a:lnTo>
                  <a:pt x="495300" y="758825"/>
                </a:lnTo>
                <a:lnTo>
                  <a:pt x="172085" y="862965"/>
                </a:lnTo>
                <a:close/>
              </a:path>
            </a:pathLst>
          </a:custGeom>
          <a:solidFill>
            <a:srgbClr val="D19C1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3" name="Kształt 32"/>
          <p:cNvSpPr/>
          <p:nvPr/>
        </p:nvSpPr>
        <p:spPr>
          <a:xfrm>
            <a:off x="6000115" y="4483100"/>
            <a:ext cx="344170" cy="862965"/>
          </a:xfrm>
          <a:custGeom>
            <a:avLst/>
            <a:gdLst/>
            <a:ahLst/>
            <a:cxnLst/>
            <a:rect l="0" t="0" r="r" b="b"/>
            <a:pathLst>
              <a:path w="344170" h="862965">
                <a:moveTo>
                  <a:pt x="172085" y="0"/>
                </a:moveTo>
                <a:lnTo>
                  <a:pt x="344170" y="862965"/>
                </a:lnTo>
                <a:lnTo>
                  <a:pt x="0" y="862965"/>
                </a:lnTo>
                <a:close/>
              </a:path>
            </a:pathLst>
          </a:custGeom>
          <a:solidFill>
            <a:srgbClr val="D4A01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4" name="Kształt 33"/>
          <p:cNvSpPr/>
          <p:nvPr/>
        </p:nvSpPr>
        <p:spPr>
          <a:xfrm>
            <a:off x="5676900" y="4483100"/>
            <a:ext cx="495300" cy="862965"/>
          </a:xfrm>
          <a:custGeom>
            <a:avLst/>
            <a:gdLst/>
            <a:ahLst/>
            <a:cxnLst/>
            <a:rect l="0" t="0" r="r" b="b"/>
            <a:pathLst>
              <a:path w="495300" h="862965">
                <a:moveTo>
                  <a:pt x="495300" y="0"/>
                </a:moveTo>
                <a:lnTo>
                  <a:pt x="323215" y="862965"/>
                </a:lnTo>
                <a:lnTo>
                  <a:pt x="0" y="758825"/>
                </a:lnTo>
                <a:close/>
              </a:path>
            </a:pathLst>
          </a:custGeom>
          <a:solidFill>
            <a:srgbClr val="D9A61C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5" name="Kształt 34"/>
          <p:cNvSpPr/>
          <p:nvPr/>
        </p:nvSpPr>
        <p:spPr>
          <a:xfrm>
            <a:off x="5413375" y="4483100"/>
            <a:ext cx="758825" cy="758825"/>
          </a:xfrm>
          <a:custGeom>
            <a:avLst/>
            <a:gdLst/>
            <a:ahLst/>
            <a:cxnLst/>
            <a:rect l="0" t="0" r="r" b="b"/>
            <a:pathLst>
              <a:path w="758825" h="758825">
                <a:moveTo>
                  <a:pt x="758825" y="0"/>
                </a:moveTo>
                <a:lnTo>
                  <a:pt x="263525" y="758825"/>
                </a:lnTo>
                <a:lnTo>
                  <a:pt x="0" y="563245"/>
                </a:lnTo>
                <a:close/>
              </a:path>
            </a:pathLst>
          </a:custGeom>
          <a:solidFill>
            <a:srgbClr val="DEAC22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6" name="Kształt 35"/>
          <p:cNvSpPr/>
          <p:nvPr/>
        </p:nvSpPr>
        <p:spPr>
          <a:xfrm>
            <a:off x="5241290" y="4483100"/>
            <a:ext cx="930910" cy="563245"/>
          </a:xfrm>
          <a:custGeom>
            <a:avLst/>
            <a:gdLst/>
            <a:ahLst/>
            <a:cxnLst/>
            <a:rect l="0" t="0" r="r" b="b"/>
            <a:pathLst>
              <a:path w="930910" h="563245">
                <a:moveTo>
                  <a:pt x="930910" y="0"/>
                </a:moveTo>
                <a:lnTo>
                  <a:pt x="172085" y="563245"/>
                </a:lnTo>
                <a:lnTo>
                  <a:pt x="0" y="299720"/>
                </a:lnTo>
                <a:close/>
              </a:path>
            </a:pathLst>
          </a:custGeom>
          <a:solidFill>
            <a:srgbClr val="E4B328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7" name="Kształt 36"/>
          <p:cNvSpPr/>
          <p:nvPr/>
        </p:nvSpPr>
        <p:spPr>
          <a:xfrm>
            <a:off x="5181600" y="4483100"/>
            <a:ext cx="990600" cy="299720"/>
          </a:xfrm>
          <a:custGeom>
            <a:avLst/>
            <a:gdLst/>
            <a:ahLst/>
            <a:cxnLst/>
            <a:rect l="0" t="0" r="r" b="b"/>
            <a:pathLst>
              <a:path w="990600" h="299720">
                <a:moveTo>
                  <a:pt x="990600" y="0"/>
                </a:moveTo>
                <a:lnTo>
                  <a:pt x="59690" y="299720"/>
                </a:lnTo>
                <a:lnTo>
                  <a:pt x="0" y="0"/>
                </a:lnTo>
                <a:close/>
              </a:path>
            </a:pathLst>
          </a:custGeom>
          <a:solidFill>
            <a:srgbClr val="E9B92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8" name="Kształt 37"/>
          <p:cNvSpPr/>
          <p:nvPr/>
        </p:nvSpPr>
        <p:spPr>
          <a:xfrm>
            <a:off x="5181600" y="4183380"/>
            <a:ext cx="990600" cy="299720"/>
          </a:xfrm>
          <a:custGeom>
            <a:avLst/>
            <a:gdLst/>
            <a:ahLst/>
            <a:cxnLst/>
            <a:rect l="0" t="0" r="r" b="b"/>
            <a:pathLst>
              <a:path w="990600" h="299720">
                <a:moveTo>
                  <a:pt x="990600" y="299720"/>
                </a:moveTo>
                <a:lnTo>
                  <a:pt x="0" y="299720"/>
                </a:lnTo>
                <a:lnTo>
                  <a:pt x="59690" y="0"/>
                </a:lnTo>
                <a:close/>
              </a:path>
            </a:pathLst>
          </a:custGeom>
          <a:solidFill>
            <a:srgbClr val="EDBE32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9" name="Kształt 38"/>
          <p:cNvSpPr/>
          <p:nvPr/>
        </p:nvSpPr>
        <p:spPr>
          <a:xfrm>
            <a:off x="5241290" y="3919855"/>
            <a:ext cx="930910" cy="563245"/>
          </a:xfrm>
          <a:custGeom>
            <a:avLst/>
            <a:gdLst/>
            <a:ahLst/>
            <a:cxnLst/>
            <a:rect l="0" t="0" r="r" b="b"/>
            <a:pathLst>
              <a:path w="930910" h="563245">
                <a:moveTo>
                  <a:pt x="930910" y="563245"/>
                </a:moveTo>
                <a:lnTo>
                  <a:pt x="0" y="263525"/>
                </a:lnTo>
                <a:lnTo>
                  <a:pt x="172085" y="0"/>
                </a:lnTo>
                <a:close/>
              </a:path>
            </a:pathLst>
          </a:custGeom>
          <a:solidFill>
            <a:srgbClr val="EFC13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0" name="Kształt 39"/>
          <p:cNvSpPr/>
          <p:nvPr/>
        </p:nvSpPr>
        <p:spPr>
          <a:xfrm>
            <a:off x="5413375" y="3724275"/>
            <a:ext cx="758825" cy="758825"/>
          </a:xfrm>
          <a:custGeom>
            <a:avLst/>
            <a:gdLst/>
            <a:ahLst/>
            <a:cxnLst/>
            <a:rect l="0" t="0" r="r" b="b"/>
            <a:pathLst>
              <a:path w="758825" h="758825">
                <a:moveTo>
                  <a:pt x="758825" y="758825"/>
                </a:moveTo>
                <a:lnTo>
                  <a:pt x="0" y="195580"/>
                </a:lnTo>
                <a:lnTo>
                  <a:pt x="263525" y="0"/>
                </a:lnTo>
                <a:close/>
              </a:path>
            </a:pathLst>
          </a:custGeom>
          <a:solidFill>
            <a:srgbClr val="F0C23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1" name="Kształt 40"/>
          <p:cNvSpPr/>
          <p:nvPr/>
        </p:nvSpPr>
        <p:spPr>
          <a:xfrm>
            <a:off x="5676900" y="3620135"/>
            <a:ext cx="495300" cy="862965"/>
          </a:xfrm>
          <a:custGeom>
            <a:avLst/>
            <a:gdLst/>
            <a:ahLst/>
            <a:cxnLst/>
            <a:rect l="0" t="0" r="r" b="b"/>
            <a:pathLst>
              <a:path w="495300" h="862965">
                <a:moveTo>
                  <a:pt x="495300" y="862965"/>
                </a:moveTo>
                <a:lnTo>
                  <a:pt x="0" y="104140"/>
                </a:lnTo>
                <a:lnTo>
                  <a:pt x="323215" y="0"/>
                </a:lnTo>
                <a:close/>
              </a:path>
            </a:pathLst>
          </a:custGeom>
          <a:solidFill>
            <a:srgbClr val="EEC033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2" name="Kształt 41"/>
          <p:cNvSpPr/>
          <p:nvPr/>
        </p:nvSpPr>
        <p:spPr>
          <a:xfrm>
            <a:off x="6000115" y="3620135"/>
            <a:ext cx="344170" cy="862965"/>
          </a:xfrm>
          <a:custGeom>
            <a:avLst/>
            <a:gdLst/>
            <a:ahLst/>
            <a:cxnLst/>
            <a:rect l="0" t="0" r="r" b="b"/>
            <a:pathLst>
              <a:path w="344170" h="862965">
                <a:moveTo>
                  <a:pt x="172085" y="862965"/>
                </a:moveTo>
                <a:lnTo>
                  <a:pt x="0" y="0"/>
                </a:lnTo>
                <a:lnTo>
                  <a:pt x="344170" y="0"/>
                </a:lnTo>
                <a:close/>
              </a:path>
            </a:pathLst>
          </a:custGeom>
          <a:solidFill>
            <a:srgbClr val="EBBC30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3" name="Kształt 42"/>
          <p:cNvSpPr/>
          <p:nvPr/>
        </p:nvSpPr>
        <p:spPr>
          <a:xfrm>
            <a:off x="6172200" y="3620135"/>
            <a:ext cx="495300" cy="862965"/>
          </a:xfrm>
          <a:custGeom>
            <a:avLst/>
            <a:gdLst/>
            <a:ahLst/>
            <a:cxnLst/>
            <a:rect l="0" t="0" r="r" b="b"/>
            <a:pathLst>
              <a:path w="495300" h="862965">
                <a:moveTo>
                  <a:pt x="0" y="862965"/>
                </a:moveTo>
                <a:lnTo>
                  <a:pt x="172085" y="0"/>
                </a:lnTo>
                <a:lnTo>
                  <a:pt x="495300" y="104140"/>
                </a:lnTo>
                <a:close/>
              </a:path>
            </a:pathLst>
          </a:custGeom>
          <a:solidFill>
            <a:srgbClr val="E6B62B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4" name="Kształt 43"/>
          <p:cNvSpPr/>
          <p:nvPr/>
        </p:nvSpPr>
        <p:spPr>
          <a:xfrm>
            <a:off x="6172200" y="3724275"/>
            <a:ext cx="758825" cy="758825"/>
          </a:xfrm>
          <a:custGeom>
            <a:avLst/>
            <a:gdLst/>
            <a:ahLst/>
            <a:cxnLst/>
            <a:rect l="0" t="0" r="r" b="b"/>
            <a:pathLst>
              <a:path w="758825" h="758825">
                <a:moveTo>
                  <a:pt x="0" y="758825"/>
                </a:moveTo>
                <a:lnTo>
                  <a:pt x="495300" y="0"/>
                </a:lnTo>
                <a:lnTo>
                  <a:pt x="758825" y="195580"/>
                </a:lnTo>
                <a:close/>
              </a:path>
            </a:pathLst>
          </a:custGeom>
          <a:solidFill>
            <a:srgbClr val="E1B02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5" name="Kształt 44"/>
          <p:cNvSpPr/>
          <p:nvPr/>
        </p:nvSpPr>
        <p:spPr>
          <a:xfrm>
            <a:off x="6172200" y="3919855"/>
            <a:ext cx="930910" cy="563245"/>
          </a:xfrm>
          <a:custGeom>
            <a:avLst/>
            <a:gdLst/>
            <a:ahLst/>
            <a:cxnLst/>
            <a:rect l="0" t="0" r="r" b="b"/>
            <a:pathLst>
              <a:path w="930910" h="563245">
                <a:moveTo>
                  <a:pt x="0" y="563245"/>
                </a:moveTo>
                <a:lnTo>
                  <a:pt x="758825" y="0"/>
                </a:lnTo>
                <a:lnTo>
                  <a:pt x="930910" y="263525"/>
                </a:lnTo>
                <a:close/>
              </a:path>
            </a:pathLst>
          </a:custGeom>
          <a:solidFill>
            <a:srgbClr val="DBA91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6" name="Kształt 45"/>
          <p:cNvSpPr/>
          <p:nvPr/>
        </p:nvSpPr>
        <p:spPr>
          <a:xfrm>
            <a:off x="6172200" y="4183380"/>
            <a:ext cx="990600" cy="299720"/>
          </a:xfrm>
          <a:custGeom>
            <a:avLst/>
            <a:gdLst/>
            <a:ahLst/>
            <a:cxnLst/>
            <a:rect l="0" t="0" r="r" b="b"/>
            <a:pathLst>
              <a:path w="990600" h="299720">
                <a:moveTo>
                  <a:pt x="0" y="299720"/>
                </a:moveTo>
                <a:lnTo>
                  <a:pt x="930910" y="0"/>
                </a:lnTo>
                <a:lnTo>
                  <a:pt x="990600" y="299720"/>
                </a:lnTo>
                <a:close/>
              </a:path>
            </a:pathLst>
          </a:custGeom>
          <a:solidFill>
            <a:srgbClr val="D6A31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7" name="Kształt 46"/>
          <p:cNvSpPr/>
          <p:nvPr/>
        </p:nvSpPr>
        <p:spPr>
          <a:xfrm>
            <a:off x="5029200" y="3530600"/>
            <a:ext cx="1828800" cy="1828800"/>
          </a:xfrm>
          <a:custGeom>
            <a:avLst/>
            <a:gdLst/>
            <a:ahLst/>
            <a:cxnLst/>
            <a:rect l="0" t="0" r="r" b="b"/>
            <a:pathLst>
              <a:path w="1828800" h="1828800">
                <a:moveTo>
                  <a:pt x="1828800" y="914400"/>
                </a:moveTo>
                <a:lnTo>
                  <a:pt x="1814830" y="1073150"/>
                </a:lnTo>
                <a:lnTo>
                  <a:pt x="1773555" y="1227455"/>
                </a:lnTo>
                <a:lnTo>
                  <a:pt x="1706245" y="1371600"/>
                </a:lnTo>
                <a:lnTo>
                  <a:pt x="1614805" y="1502410"/>
                </a:lnTo>
                <a:lnTo>
                  <a:pt x="1502410" y="1614805"/>
                </a:lnTo>
                <a:lnTo>
                  <a:pt x="1371600" y="1706245"/>
                </a:lnTo>
                <a:lnTo>
                  <a:pt x="1227455" y="1773555"/>
                </a:lnTo>
                <a:lnTo>
                  <a:pt x="1073150" y="1814830"/>
                </a:lnTo>
                <a:lnTo>
                  <a:pt x="914400" y="1828800"/>
                </a:lnTo>
                <a:lnTo>
                  <a:pt x="755650" y="1814830"/>
                </a:lnTo>
                <a:lnTo>
                  <a:pt x="601345" y="1773555"/>
                </a:lnTo>
                <a:lnTo>
                  <a:pt x="457200" y="1706245"/>
                </a:lnTo>
                <a:lnTo>
                  <a:pt x="326390" y="1614805"/>
                </a:lnTo>
                <a:lnTo>
                  <a:pt x="213995" y="1502410"/>
                </a:lnTo>
                <a:lnTo>
                  <a:pt x="122555" y="1371600"/>
                </a:lnTo>
                <a:lnTo>
                  <a:pt x="55245" y="1227455"/>
                </a:lnTo>
                <a:lnTo>
                  <a:pt x="13970" y="1073150"/>
                </a:lnTo>
                <a:lnTo>
                  <a:pt x="0" y="914400"/>
                </a:lnTo>
                <a:lnTo>
                  <a:pt x="13970" y="755650"/>
                </a:lnTo>
                <a:lnTo>
                  <a:pt x="55245" y="601345"/>
                </a:lnTo>
                <a:lnTo>
                  <a:pt x="122555" y="457200"/>
                </a:lnTo>
                <a:lnTo>
                  <a:pt x="213995" y="326390"/>
                </a:lnTo>
                <a:lnTo>
                  <a:pt x="326390" y="213995"/>
                </a:lnTo>
                <a:lnTo>
                  <a:pt x="457200" y="122555"/>
                </a:lnTo>
                <a:lnTo>
                  <a:pt x="601345" y="55245"/>
                </a:lnTo>
                <a:lnTo>
                  <a:pt x="755650" y="13970"/>
                </a:lnTo>
                <a:lnTo>
                  <a:pt x="914400" y="0"/>
                </a:lnTo>
                <a:lnTo>
                  <a:pt x="1073150" y="13970"/>
                </a:lnTo>
                <a:lnTo>
                  <a:pt x="1227455" y="55245"/>
                </a:lnTo>
                <a:lnTo>
                  <a:pt x="1371600" y="122555"/>
                </a:lnTo>
                <a:lnTo>
                  <a:pt x="1502410" y="213995"/>
                </a:lnTo>
                <a:lnTo>
                  <a:pt x="1614805" y="326390"/>
                </a:lnTo>
                <a:lnTo>
                  <a:pt x="1706245" y="457200"/>
                </a:lnTo>
                <a:lnTo>
                  <a:pt x="1773555" y="601345"/>
                </a:lnTo>
                <a:lnTo>
                  <a:pt x="1814830" y="755650"/>
                </a:lnTo>
                <a:close/>
              </a:path>
            </a:pathLst>
          </a:custGeom>
          <a:solidFill>
            <a:srgbClr val="F4CB33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8" name="Kształt 47"/>
          <p:cNvSpPr/>
          <p:nvPr/>
        </p:nvSpPr>
        <p:spPr>
          <a:xfrm>
            <a:off x="5120640" y="3622040"/>
            <a:ext cx="1645920" cy="1645920"/>
          </a:xfrm>
          <a:custGeom>
            <a:avLst/>
            <a:gdLst/>
            <a:ahLst/>
            <a:cxnLst/>
            <a:rect l="0" t="0" r="r" b="b"/>
            <a:pathLst>
              <a:path w="1645920" h="1645920">
                <a:moveTo>
                  <a:pt x="1645920" y="822960"/>
                </a:moveTo>
                <a:lnTo>
                  <a:pt x="1633220" y="965835"/>
                </a:lnTo>
                <a:lnTo>
                  <a:pt x="1596390" y="1104265"/>
                </a:lnTo>
                <a:lnTo>
                  <a:pt x="1535430" y="1234440"/>
                </a:lnTo>
                <a:lnTo>
                  <a:pt x="1453515" y="1351915"/>
                </a:lnTo>
                <a:lnTo>
                  <a:pt x="1351915" y="1453515"/>
                </a:lnTo>
                <a:lnTo>
                  <a:pt x="1234440" y="1535430"/>
                </a:lnTo>
                <a:lnTo>
                  <a:pt x="1104265" y="1596390"/>
                </a:lnTo>
                <a:lnTo>
                  <a:pt x="965835" y="1633220"/>
                </a:lnTo>
                <a:lnTo>
                  <a:pt x="822960" y="1645920"/>
                </a:lnTo>
                <a:lnTo>
                  <a:pt x="680085" y="1633220"/>
                </a:lnTo>
                <a:lnTo>
                  <a:pt x="541655" y="1596390"/>
                </a:lnTo>
                <a:lnTo>
                  <a:pt x="411480" y="1535430"/>
                </a:lnTo>
                <a:lnTo>
                  <a:pt x="294005" y="1453515"/>
                </a:lnTo>
                <a:lnTo>
                  <a:pt x="192405" y="1351915"/>
                </a:lnTo>
                <a:lnTo>
                  <a:pt x="110490" y="1234440"/>
                </a:lnTo>
                <a:lnTo>
                  <a:pt x="49530" y="1104265"/>
                </a:lnTo>
                <a:lnTo>
                  <a:pt x="12700" y="965835"/>
                </a:lnTo>
                <a:lnTo>
                  <a:pt x="0" y="822960"/>
                </a:lnTo>
                <a:lnTo>
                  <a:pt x="12700" y="680085"/>
                </a:lnTo>
                <a:lnTo>
                  <a:pt x="49530" y="541655"/>
                </a:lnTo>
                <a:lnTo>
                  <a:pt x="110490" y="411480"/>
                </a:lnTo>
                <a:lnTo>
                  <a:pt x="192405" y="294005"/>
                </a:lnTo>
                <a:lnTo>
                  <a:pt x="294005" y="192405"/>
                </a:lnTo>
                <a:lnTo>
                  <a:pt x="411480" y="110490"/>
                </a:lnTo>
                <a:lnTo>
                  <a:pt x="541655" y="49530"/>
                </a:lnTo>
                <a:lnTo>
                  <a:pt x="680085" y="12700"/>
                </a:lnTo>
                <a:lnTo>
                  <a:pt x="822960" y="0"/>
                </a:lnTo>
                <a:lnTo>
                  <a:pt x="965835" y="12700"/>
                </a:lnTo>
                <a:lnTo>
                  <a:pt x="1104265" y="49530"/>
                </a:lnTo>
                <a:lnTo>
                  <a:pt x="1234440" y="110490"/>
                </a:lnTo>
                <a:lnTo>
                  <a:pt x="1351915" y="192405"/>
                </a:lnTo>
                <a:lnTo>
                  <a:pt x="1453515" y="294005"/>
                </a:lnTo>
                <a:lnTo>
                  <a:pt x="1535430" y="411480"/>
                </a:lnTo>
                <a:lnTo>
                  <a:pt x="1596390" y="541655"/>
                </a:lnTo>
                <a:lnTo>
                  <a:pt x="1633220" y="680085"/>
                </a:lnTo>
                <a:close/>
              </a:path>
            </a:pathLst>
          </a:custGeom>
          <a:solidFill>
            <a:srgbClr val="FBF1C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9" name="Kształt 48"/>
          <p:cNvSpPr/>
          <p:nvPr/>
        </p:nvSpPr>
        <p:spPr>
          <a:xfrm>
            <a:off x="6025515" y="4485005"/>
            <a:ext cx="633730" cy="296545"/>
          </a:xfrm>
          <a:custGeom>
            <a:avLst/>
            <a:gdLst/>
            <a:ahLst/>
            <a:cxnLst/>
            <a:rect l="0" t="0" r="r" b="b"/>
            <a:pathLst>
              <a:path w="633730" h="296545">
                <a:moveTo>
                  <a:pt x="0" y="0"/>
                </a:moveTo>
                <a:lnTo>
                  <a:pt x="633730" y="112395"/>
                </a:lnTo>
                <a:lnTo>
                  <a:pt x="608330" y="296545"/>
                </a:lnTo>
                <a:close/>
              </a:path>
            </a:pathLst>
          </a:custGeom>
          <a:solidFill>
            <a:srgbClr val="F1CE48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0" name="Kształt 49"/>
          <p:cNvSpPr/>
          <p:nvPr/>
        </p:nvSpPr>
        <p:spPr>
          <a:xfrm>
            <a:off x="6025515" y="4485005"/>
            <a:ext cx="608330" cy="429895"/>
          </a:xfrm>
          <a:custGeom>
            <a:avLst/>
            <a:gdLst/>
            <a:ahLst/>
            <a:cxnLst/>
            <a:rect l="0" t="0" r="r" b="b"/>
            <a:pathLst>
              <a:path w="608330" h="429895">
                <a:moveTo>
                  <a:pt x="0" y="0"/>
                </a:moveTo>
                <a:lnTo>
                  <a:pt x="608330" y="296545"/>
                </a:lnTo>
                <a:lnTo>
                  <a:pt x="478155" y="429895"/>
                </a:lnTo>
                <a:close/>
              </a:path>
            </a:pathLst>
          </a:custGeom>
          <a:solidFill>
            <a:srgbClr val="F0CA3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1" name="Kształt 50"/>
          <p:cNvSpPr/>
          <p:nvPr/>
        </p:nvSpPr>
        <p:spPr>
          <a:xfrm>
            <a:off x="5986780" y="4525645"/>
            <a:ext cx="446405" cy="597535"/>
          </a:xfrm>
          <a:custGeom>
            <a:avLst/>
            <a:gdLst/>
            <a:ahLst/>
            <a:cxnLst/>
            <a:rect l="0" t="0" r="r" b="b"/>
            <a:pathLst>
              <a:path w="446405" h="597535">
                <a:moveTo>
                  <a:pt x="0" y="0"/>
                </a:moveTo>
                <a:lnTo>
                  <a:pt x="446405" y="462915"/>
                </a:lnTo>
                <a:lnTo>
                  <a:pt x="317500" y="597535"/>
                </a:lnTo>
                <a:close/>
              </a:path>
            </a:pathLst>
          </a:custGeom>
          <a:solidFill>
            <a:srgbClr val="F1CD48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2" name="Kształt 51"/>
          <p:cNvSpPr/>
          <p:nvPr/>
        </p:nvSpPr>
        <p:spPr>
          <a:xfrm>
            <a:off x="5986780" y="4525645"/>
            <a:ext cx="317500" cy="629285"/>
          </a:xfrm>
          <a:custGeom>
            <a:avLst/>
            <a:gdLst/>
            <a:ahLst/>
            <a:cxnLst/>
            <a:rect l="0" t="0" r="r" b="b"/>
            <a:pathLst>
              <a:path w="317500" h="629285">
                <a:moveTo>
                  <a:pt x="0" y="0"/>
                </a:moveTo>
                <a:lnTo>
                  <a:pt x="317500" y="597535"/>
                </a:lnTo>
                <a:lnTo>
                  <a:pt x="133985" y="629285"/>
                </a:lnTo>
                <a:close/>
              </a:path>
            </a:pathLst>
          </a:custGeom>
          <a:solidFill>
            <a:srgbClr val="F0CA3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3" name="Kształt 52"/>
          <p:cNvSpPr/>
          <p:nvPr/>
        </p:nvSpPr>
        <p:spPr>
          <a:xfrm>
            <a:off x="5836920" y="4535805"/>
            <a:ext cx="182880" cy="669925"/>
          </a:xfrm>
          <a:custGeom>
            <a:avLst/>
            <a:gdLst/>
            <a:ahLst/>
            <a:cxnLst/>
            <a:rect l="0" t="0" r="r" b="b"/>
            <a:pathLst>
              <a:path w="182880" h="669925">
                <a:moveTo>
                  <a:pt x="93980" y="0"/>
                </a:moveTo>
                <a:lnTo>
                  <a:pt x="182880" y="636905"/>
                </a:lnTo>
                <a:lnTo>
                  <a:pt x="0" y="669925"/>
                </a:lnTo>
                <a:close/>
              </a:path>
            </a:pathLst>
          </a:custGeom>
          <a:solidFill>
            <a:srgbClr val="F3D256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4" name="Kształt 53"/>
          <p:cNvSpPr/>
          <p:nvPr/>
        </p:nvSpPr>
        <p:spPr>
          <a:xfrm>
            <a:off x="5669280" y="4535805"/>
            <a:ext cx="261620" cy="669925"/>
          </a:xfrm>
          <a:custGeom>
            <a:avLst/>
            <a:gdLst/>
            <a:ahLst/>
            <a:cxnLst/>
            <a:rect l="0" t="0" r="r" b="b"/>
            <a:pathLst>
              <a:path w="261620" h="669925">
                <a:moveTo>
                  <a:pt x="261620" y="0"/>
                </a:moveTo>
                <a:lnTo>
                  <a:pt x="167640" y="669925"/>
                </a:lnTo>
                <a:lnTo>
                  <a:pt x="0" y="587375"/>
                </a:lnTo>
                <a:close/>
              </a:path>
            </a:pathLst>
          </a:custGeom>
          <a:solidFill>
            <a:srgbClr val="F1CD46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5" name="Kształt 54"/>
          <p:cNvSpPr/>
          <p:nvPr/>
        </p:nvSpPr>
        <p:spPr>
          <a:xfrm>
            <a:off x="5410200" y="4511040"/>
            <a:ext cx="469900" cy="567690"/>
          </a:xfrm>
          <a:custGeom>
            <a:avLst/>
            <a:gdLst/>
            <a:ahLst/>
            <a:cxnLst/>
            <a:rect l="0" t="0" r="r" b="b"/>
            <a:pathLst>
              <a:path w="469900" h="567690">
                <a:moveTo>
                  <a:pt x="469900" y="0"/>
                </a:moveTo>
                <a:lnTo>
                  <a:pt x="167640" y="567690"/>
                </a:lnTo>
                <a:lnTo>
                  <a:pt x="0" y="486410"/>
                </a:lnTo>
                <a:close/>
              </a:path>
            </a:pathLst>
          </a:custGeom>
          <a:solidFill>
            <a:srgbClr val="F7DB6D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6" name="Kształt 55"/>
          <p:cNvSpPr/>
          <p:nvPr/>
        </p:nvSpPr>
        <p:spPr>
          <a:xfrm>
            <a:off x="5323205" y="4511040"/>
            <a:ext cx="556895" cy="486410"/>
          </a:xfrm>
          <a:custGeom>
            <a:avLst/>
            <a:gdLst/>
            <a:ahLst/>
            <a:cxnLst/>
            <a:rect l="0" t="0" r="r" b="b"/>
            <a:pathLst>
              <a:path w="556895" h="486410">
                <a:moveTo>
                  <a:pt x="556895" y="0"/>
                </a:moveTo>
                <a:lnTo>
                  <a:pt x="86995" y="486410"/>
                </a:lnTo>
                <a:lnTo>
                  <a:pt x="0" y="321310"/>
                </a:lnTo>
                <a:close/>
              </a:path>
            </a:pathLst>
          </a:custGeom>
          <a:solidFill>
            <a:srgbClr val="F4D55D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7" name="Kształt 56"/>
          <p:cNvSpPr/>
          <p:nvPr/>
        </p:nvSpPr>
        <p:spPr>
          <a:xfrm>
            <a:off x="5187315" y="4460875"/>
            <a:ext cx="666115" cy="281940"/>
          </a:xfrm>
          <a:custGeom>
            <a:avLst/>
            <a:gdLst/>
            <a:ahLst/>
            <a:cxnLst/>
            <a:rect l="0" t="0" r="r" b="b"/>
            <a:pathLst>
              <a:path w="666115" h="281940">
                <a:moveTo>
                  <a:pt x="666115" y="0"/>
                </a:moveTo>
                <a:lnTo>
                  <a:pt x="88265" y="281940"/>
                </a:lnTo>
                <a:lnTo>
                  <a:pt x="0" y="117475"/>
                </a:lnTo>
                <a:close/>
              </a:path>
            </a:pathLst>
          </a:custGeom>
          <a:solidFill>
            <a:srgbClr val="FAE38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8" name="Kształt 57"/>
          <p:cNvSpPr/>
          <p:nvPr/>
        </p:nvSpPr>
        <p:spPr>
          <a:xfrm>
            <a:off x="5187315" y="4394200"/>
            <a:ext cx="666115" cy="184150"/>
          </a:xfrm>
          <a:custGeom>
            <a:avLst/>
            <a:gdLst/>
            <a:ahLst/>
            <a:cxnLst/>
            <a:rect l="0" t="0" r="r" b="b"/>
            <a:pathLst>
              <a:path w="666115" h="184150">
                <a:moveTo>
                  <a:pt x="666115" y="66675"/>
                </a:moveTo>
                <a:lnTo>
                  <a:pt x="0" y="184150"/>
                </a:lnTo>
                <a:lnTo>
                  <a:pt x="26670" y="0"/>
                </a:lnTo>
                <a:close/>
              </a:path>
            </a:pathLst>
          </a:custGeom>
          <a:solidFill>
            <a:srgbClr val="F8DD7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9" name="Kształt 58"/>
          <p:cNvSpPr/>
          <p:nvPr/>
        </p:nvSpPr>
        <p:spPr>
          <a:xfrm>
            <a:off x="5227955" y="4108450"/>
            <a:ext cx="633730" cy="296545"/>
          </a:xfrm>
          <a:custGeom>
            <a:avLst/>
            <a:gdLst/>
            <a:ahLst/>
            <a:cxnLst/>
            <a:rect l="0" t="0" r="r" b="b"/>
            <a:pathLst>
              <a:path w="633730" h="296545">
                <a:moveTo>
                  <a:pt x="633730" y="296545"/>
                </a:moveTo>
                <a:lnTo>
                  <a:pt x="0" y="184150"/>
                </a:lnTo>
                <a:lnTo>
                  <a:pt x="25400" y="0"/>
                </a:lnTo>
                <a:close/>
              </a:path>
            </a:pathLst>
          </a:custGeom>
          <a:solidFill>
            <a:srgbClr val="FBE68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0" name="Kształt 59"/>
          <p:cNvSpPr/>
          <p:nvPr/>
        </p:nvSpPr>
        <p:spPr>
          <a:xfrm>
            <a:off x="5253355" y="3975100"/>
            <a:ext cx="608330" cy="429895"/>
          </a:xfrm>
          <a:custGeom>
            <a:avLst/>
            <a:gdLst/>
            <a:ahLst/>
            <a:cxnLst/>
            <a:rect l="0" t="0" r="r" b="b"/>
            <a:pathLst>
              <a:path w="608330" h="429895">
                <a:moveTo>
                  <a:pt x="608330" y="429895"/>
                </a:moveTo>
                <a:lnTo>
                  <a:pt x="0" y="133350"/>
                </a:lnTo>
                <a:lnTo>
                  <a:pt x="130175" y="0"/>
                </a:lnTo>
                <a:close/>
              </a:path>
            </a:pathLst>
          </a:custGeom>
          <a:solidFill>
            <a:srgbClr val="FAE28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1" name="Kształt 60"/>
          <p:cNvSpPr/>
          <p:nvPr/>
        </p:nvSpPr>
        <p:spPr>
          <a:xfrm>
            <a:off x="5454015" y="3766820"/>
            <a:ext cx="446405" cy="597535"/>
          </a:xfrm>
          <a:custGeom>
            <a:avLst/>
            <a:gdLst/>
            <a:ahLst/>
            <a:cxnLst/>
            <a:rect l="0" t="0" r="r" b="b"/>
            <a:pathLst>
              <a:path w="446405" h="597535">
                <a:moveTo>
                  <a:pt x="446405" y="597535"/>
                </a:moveTo>
                <a:lnTo>
                  <a:pt x="0" y="134620"/>
                </a:lnTo>
                <a:lnTo>
                  <a:pt x="128905" y="0"/>
                </a:lnTo>
                <a:close/>
              </a:path>
            </a:pathLst>
          </a:custGeom>
          <a:solidFill>
            <a:srgbClr val="FBE68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2" name="Kształt 61"/>
          <p:cNvSpPr/>
          <p:nvPr/>
        </p:nvSpPr>
        <p:spPr>
          <a:xfrm>
            <a:off x="5582920" y="3735070"/>
            <a:ext cx="317500" cy="629285"/>
          </a:xfrm>
          <a:custGeom>
            <a:avLst/>
            <a:gdLst/>
            <a:ahLst/>
            <a:cxnLst/>
            <a:rect l="0" t="0" r="r" b="b"/>
            <a:pathLst>
              <a:path w="317500" h="629285">
                <a:moveTo>
                  <a:pt x="317500" y="629285"/>
                </a:moveTo>
                <a:lnTo>
                  <a:pt x="0" y="31750"/>
                </a:lnTo>
                <a:lnTo>
                  <a:pt x="183515" y="0"/>
                </a:lnTo>
                <a:close/>
              </a:path>
            </a:pathLst>
          </a:custGeom>
          <a:solidFill>
            <a:srgbClr val="FAE38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3" name="Kształt 62"/>
          <p:cNvSpPr/>
          <p:nvPr/>
        </p:nvSpPr>
        <p:spPr>
          <a:xfrm>
            <a:off x="5867400" y="3684270"/>
            <a:ext cx="182880" cy="669925"/>
          </a:xfrm>
          <a:custGeom>
            <a:avLst/>
            <a:gdLst/>
            <a:ahLst/>
            <a:cxnLst/>
            <a:rect l="0" t="0" r="r" b="b"/>
            <a:pathLst>
              <a:path w="182880" h="669925">
                <a:moveTo>
                  <a:pt x="88900" y="669925"/>
                </a:moveTo>
                <a:lnTo>
                  <a:pt x="0" y="33020"/>
                </a:lnTo>
                <a:lnTo>
                  <a:pt x="182880" y="0"/>
                </a:lnTo>
                <a:close/>
              </a:path>
            </a:pathLst>
          </a:custGeom>
          <a:solidFill>
            <a:srgbClr val="FAE386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4" name="Kształt 63"/>
          <p:cNvSpPr/>
          <p:nvPr/>
        </p:nvSpPr>
        <p:spPr>
          <a:xfrm>
            <a:off x="5956300" y="3684270"/>
            <a:ext cx="261620" cy="669925"/>
          </a:xfrm>
          <a:custGeom>
            <a:avLst/>
            <a:gdLst/>
            <a:ahLst/>
            <a:cxnLst/>
            <a:rect l="0" t="0" r="r" b="b"/>
            <a:pathLst>
              <a:path w="261620" h="669925">
                <a:moveTo>
                  <a:pt x="0" y="669925"/>
                </a:moveTo>
                <a:lnTo>
                  <a:pt x="93980" y="0"/>
                </a:lnTo>
                <a:lnTo>
                  <a:pt x="261620" y="82550"/>
                </a:lnTo>
                <a:close/>
              </a:path>
            </a:pathLst>
          </a:custGeom>
          <a:solidFill>
            <a:srgbClr val="F8DE76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5" name="Kształt 64"/>
          <p:cNvSpPr/>
          <p:nvPr/>
        </p:nvSpPr>
        <p:spPr>
          <a:xfrm>
            <a:off x="6007100" y="3811270"/>
            <a:ext cx="469900" cy="567690"/>
          </a:xfrm>
          <a:custGeom>
            <a:avLst/>
            <a:gdLst/>
            <a:ahLst/>
            <a:cxnLst/>
            <a:rect l="0" t="0" r="r" b="b"/>
            <a:pathLst>
              <a:path w="469900" h="567690">
                <a:moveTo>
                  <a:pt x="0" y="567690"/>
                </a:moveTo>
                <a:lnTo>
                  <a:pt x="302260" y="0"/>
                </a:lnTo>
                <a:lnTo>
                  <a:pt x="469900" y="81280"/>
                </a:lnTo>
                <a:close/>
              </a:path>
            </a:pathLst>
          </a:custGeom>
          <a:solidFill>
            <a:srgbClr val="F7DB6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6" name="Kształt 65"/>
          <p:cNvSpPr/>
          <p:nvPr/>
        </p:nvSpPr>
        <p:spPr>
          <a:xfrm>
            <a:off x="6007100" y="3892550"/>
            <a:ext cx="556895" cy="486410"/>
          </a:xfrm>
          <a:custGeom>
            <a:avLst/>
            <a:gdLst/>
            <a:ahLst/>
            <a:cxnLst/>
            <a:rect l="0" t="0" r="r" b="b"/>
            <a:pathLst>
              <a:path w="556895" h="486410">
                <a:moveTo>
                  <a:pt x="0" y="486410"/>
                </a:moveTo>
                <a:lnTo>
                  <a:pt x="469900" y="0"/>
                </a:lnTo>
                <a:lnTo>
                  <a:pt x="556895" y="165100"/>
                </a:lnTo>
                <a:close/>
              </a:path>
            </a:pathLst>
          </a:custGeom>
          <a:solidFill>
            <a:srgbClr val="F4D55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7" name="Kształt 66"/>
          <p:cNvSpPr/>
          <p:nvPr/>
        </p:nvSpPr>
        <p:spPr>
          <a:xfrm>
            <a:off x="6033770" y="4147185"/>
            <a:ext cx="666115" cy="281940"/>
          </a:xfrm>
          <a:custGeom>
            <a:avLst/>
            <a:gdLst/>
            <a:ahLst/>
            <a:cxnLst/>
            <a:rect l="0" t="0" r="r" b="b"/>
            <a:pathLst>
              <a:path w="666115" h="281940">
                <a:moveTo>
                  <a:pt x="0" y="281940"/>
                </a:moveTo>
                <a:lnTo>
                  <a:pt x="577850" y="0"/>
                </a:lnTo>
                <a:lnTo>
                  <a:pt x="666115" y="164465"/>
                </a:lnTo>
                <a:close/>
              </a:path>
            </a:pathLst>
          </a:custGeom>
          <a:solidFill>
            <a:srgbClr val="F3D35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8" name="Kształt 67"/>
          <p:cNvSpPr/>
          <p:nvPr/>
        </p:nvSpPr>
        <p:spPr>
          <a:xfrm>
            <a:off x="6033770" y="4311650"/>
            <a:ext cx="666115" cy="184150"/>
          </a:xfrm>
          <a:custGeom>
            <a:avLst/>
            <a:gdLst/>
            <a:ahLst/>
            <a:cxnLst/>
            <a:rect l="0" t="0" r="r" b="b"/>
            <a:pathLst>
              <a:path w="666115" h="184150">
                <a:moveTo>
                  <a:pt x="0" y="117475"/>
                </a:moveTo>
                <a:lnTo>
                  <a:pt x="666115" y="0"/>
                </a:lnTo>
                <a:lnTo>
                  <a:pt x="639445" y="184150"/>
                </a:lnTo>
                <a:close/>
              </a:path>
            </a:pathLst>
          </a:custGeom>
          <a:solidFill>
            <a:srgbClr val="F1CD4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9" name="Tekst: o-shit commerce"/>
          <p:cNvSpPr txBox="1"/>
          <p:nvPr/>
        </p:nvSpPr>
        <p:spPr>
          <a:xfrm>
            <a:off x="0" y="1047750"/>
            <a:ext cx="12192000" cy="952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7500" kern="100" spc="-262" dirty="0">
                <a:solidFill>
                  <a:srgbClr val="EE312F"/>
                </a:solidFill>
                <a:latin typeface="Lato Black"/>
                <a:cs typeface="Lato Black"/>
              </a:rPr>
              <a:t>o-shit commerce</a:t>
            </a:r>
            <a:endParaRPr lang="pl-PL" sz="7500" kern="100" spc="-262" dirty="0">
              <a:solidFill>
                <a:srgbClr val="EE312F"/>
              </a:solidFill>
              <a:latin typeface="Lato Black"/>
              <a:cs typeface="Lato Black"/>
            </a:endParaRPr>
          </a:p>
        </p:txBody>
      </p:sp>
      <p:pic>
        <p:nvPicPr>
          <p:cNvPr id="70" name="!!Serce w rogu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6449" y="330349"/>
            <a:ext cx="431800" cy="355600"/>
          </a:xfrm>
          <a:prstGeom prst="rect">
            <a:avLst/>
          </a:prstGeom>
        </p:spPr>
      </p:pic>
      <p:sp>
        <p:nvSpPr>
          <p:cNvPr id="71" name="!!Zegar – napis · 1"/>
          <p:cNvSpPr txBox="1"/>
          <p:nvPr/>
        </p:nvSpPr>
        <p:spPr>
          <a:xfrm>
            <a:off x="9093369" y="393700"/>
            <a:ext cx="1028580" cy="137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900" kern="100" cap="all" spc="108" dirty="0">
                <a:solidFill>
                  <a:srgbClr val="777777"/>
                </a:solidFill>
                <a:latin typeface="Lato Black"/>
                <a:cs typeface="Lato Black"/>
              </a:rPr>
              <a:t>Goście</a:t>
            </a:r>
            <a:endParaRPr lang="pl-PL" sz="900" kern="100" cap="all" spc="108" dirty="0">
              <a:solidFill>
                <a:srgbClr val="777777"/>
              </a:solidFill>
              <a:latin typeface="Lato Black"/>
              <a:cs typeface="Lato Black"/>
            </a:endParaRPr>
          </a:p>
        </p:txBody>
      </p:sp>
      <p:sp>
        <p:nvSpPr>
          <p:cNvPr id="72" name="!!Zegar – napis · 2"/>
          <p:cNvSpPr txBox="1"/>
          <p:nvPr/>
        </p:nvSpPr>
        <p:spPr>
          <a:xfrm>
            <a:off x="9093369" y="530860"/>
            <a:ext cx="1028580" cy="137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900" kern="100" cap="all" spc="108" dirty="0">
                <a:solidFill>
                  <a:srgbClr val="777777"/>
                </a:solidFill>
                <a:latin typeface="Lato Black"/>
                <a:cs typeface="Lato Black"/>
              </a:rPr>
              <a:t>w drodze</a:t>
            </a:r>
            <a:endParaRPr lang="pl-PL" sz="900" kern="100" cap="all" spc="108" dirty="0">
              <a:solidFill>
                <a:srgbClr val="777777"/>
              </a:solidFill>
              <a:latin typeface="Lato Black"/>
              <a:cs typeface="Lato Black"/>
            </a:endParaRPr>
          </a:p>
        </p:txBody>
      </p:sp>
      <p:sp>
        <p:nvSpPr>
          <p:cNvPr id="73" name="!!Zegar – tarcza"/>
          <p:cNvSpPr/>
          <p:nvPr/>
        </p:nvSpPr>
        <p:spPr>
          <a:xfrm>
            <a:off x="10251439" y="281940"/>
            <a:ext cx="502920" cy="502920"/>
          </a:xfrm>
          <a:prstGeom prst="ellipse">
            <a:avLst/>
          </a:prstGeom>
          <a:solidFill>
            <a:srgbClr val="FFFFFF"/>
          </a:solidFill>
          <a:ln w="23283">
            <a:solidFill>
              <a:srgbClr val="151515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4" name="!!Zegar – wycinek 1"/>
          <p:cNvSpPr/>
          <p:nvPr/>
        </p:nvSpPr>
        <p:spPr>
          <a:xfrm>
            <a:off x="10502899" y="314537"/>
            <a:ext cx="67522" cy="218863"/>
          </a:xfrm>
          <a:custGeom>
            <a:avLst/>
            <a:gdLst/>
            <a:ahLst/>
            <a:cxnLst/>
            <a:rect l="0" t="0" r="r" b="b"/>
            <a:pathLst>
              <a:path w="67522" h="218863">
                <a:moveTo>
                  <a:pt x="0" y="218863"/>
                </a:moveTo>
                <a:lnTo>
                  <a:pt x="0" y="0"/>
                </a:lnTo>
                <a:lnTo>
                  <a:pt x="17230" y="466"/>
                </a:lnTo>
                <a:lnTo>
                  <a:pt x="34459" y="2794"/>
                </a:lnTo>
                <a:lnTo>
                  <a:pt x="51223" y="6054"/>
                </a:lnTo>
                <a:lnTo>
                  <a:pt x="67522" y="10710"/>
                </a:lnTo>
                <a:close/>
              </a:path>
            </a:pathLst>
          </a:custGeom>
          <a:solidFill>
            <a:srgbClr val="EE312F"/>
          </a:solidFill>
          <a:ln w="3725">
            <a:solidFill>
              <a:srgbClr val="EE312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5" name="!!Zegar – kreska 1"/>
          <p:cNvSpPr/>
          <p:nvPr/>
        </p:nvSpPr>
        <p:spPr>
          <a:xfrm>
            <a:off x="10491258" y="295910"/>
            <a:ext cx="23283" cy="46567"/>
          </a:xfrm>
          <a:custGeom>
            <a:avLst/>
            <a:gdLst/>
            <a:ahLst/>
            <a:cxnLst/>
            <a:rect l="0" t="0" r="r" b="b"/>
            <a:pathLst>
              <a:path w="23283" h="46567">
                <a:moveTo>
                  <a:pt x="0" y="46567"/>
                </a:moveTo>
                <a:lnTo>
                  <a:pt x="23283" y="46567"/>
                </a:lnTo>
                <a:lnTo>
                  <a:pt x="23283" y="0"/>
                </a:lnTo>
                <a:lnTo>
                  <a:pt x="0" y="0"/>
                </a:lnTo>
                <a:close/>
              </a:path>
            </a:pathLst>
          </a:custGeom>
          <a:solidFill>
            <a:srgbClr val="15151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6" name="!!Zegar – kreska 2"/>
          <p:cNvSpPr/>
          <p:nvPr/>
        </p:nvSpPr>
        <p:spPr>
          <a:xfrm>
            <a:off x="10693823" y="521758"/>
            <a:ext cx="46567" cy="23283"/>
          </a:xfrm>
          <a:custGeom>
            <a:avLst/>
            <a:gdLst/>
            <a:ahLst/>
            <a:cxnLst/>
            <a:rect l="0" t="0" r="r" b="b"/>
            <a:pathLst>
              <a:path w="46567" h="23283">
                <a:moveTo>
                  <a:pt x="0" y="0"/>
                </a:moveTo>
                <a:lnTo>
                  <a:pt x="0" y="23283"/>
                </a:lnTo>
                <a:lnTo>
                  <a:pt x="46567" y="23283"/>
                </a:lnTo>
                <a:lnTo>
                  <a:pt x="46567" y="0"/>
                </a:lnTo>
                <a:close/>
              </a:path>
            </a:pathLst>
          </a:custGeom>
          <a:solidFill>
            <a:srgbClr val="15151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7" name="!!Zegar – kreska 3"/>
          <p:cNvSpPr/>
          <p:nvPr/>
        </p:nvSpPr>
        <p:spPr>
          <a:xfrm>
            <a:off x="10491258" y="724323"/>
            <a:ext cx="23283" cy="46567"/>
          </a:xfrm>
          <a:custGeom>
            <a:avLst/>
            <a:gdLst/>
            <a:ahLst/>
            <a:cxnLst/>
            <a:rect l="0" t="0" r="r" b="b"/>
            <a:pathLst>
              <a:path w="23283" h="46567">
                <a:moveTo>
                  <a:pt x="23283" y="0"/>
                </a:moveTo>
                <a:lnTo>
                  <a:pt x="0" y="0"/>
                </a:lnTo>
                <a:lnTo>
                  <a:pt x="0" y="46567"/>
                </a:lnTo>
                <a:lnTo>
                  <a:pt x="23283" y="46567"/>
                </a:lnTo>
                <a:close/>
              </a:path>
            </a:pathLst>
          </a:custGeom>
          <a:solidFill>
            <a:srgbClr val="15151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8" name="!!Zegar – kreska 4"/>
          <p:cNvSpPr/>
          <p:nvPr/>
        </p:nvSpPr>
        <p:spPr>
          <a:xfrm>
            <a:off x="10265409" y="521758"/>
            <a:ext cx="46567" cy="23283"/>
          </a:xfrm>
          <a:custGeom>
            <a:avLst/>
            <a:gdLst/>
            <a:ahLst/>
            <a:cxnLst/>
            <a:rect l="0" t="0" r="r" b="b"/>
            <a:pathLst>
              <a:path w="46567" h="23283">
                <a:moveTo>
                  <a:pt x="46567" y="23283"/>
                </a:moveTo>
                <a:lnTo>
                  <a:pt x="46567" y="0"/>
                </a:lnTo>
                <a:lnTo>
                  <a:pt x="0" y="0"/>
                </a:lnTo>
                <a:lnTo>
                  <a:pt x="0" y="23283"/>
                </a:lnTo>
                <a:close/>
              </a:path>
            </a:pathLst>
          </a:custGeom>
          <a:solidFill>
            <a:srgbClr val="15151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9" name="!!Zegar – wskazówka"/>
          <p:cNvSpPr/>
          <p:nvPr/>
        </p:nvSpPr>
        <p:spPr>
          <a:xfrm>
            <a:off x="10480979" y="354091"/>
            <a:ext cx="86123" cy="210198"/>
          </a:xfrm>
          <a:custGeom>
            <a:avLst/>
            <a:gdLst/>
            <a:ahLst/>
            <a:cxnLst/>
            <a:rect l="0" t="0" r="r" b="b"/>
            <a:pathLst>
              <a:path w="86123" h="210198">
                <a:moveTo>
                  <a:pt x="0" y="201564"/>
                </a:moveTo>
                <a:lnTo>
                  <a:pt x="26573" y="210198"/>
                </a:lnTo>
                <a:lnTo>
                  <a:pt x="86123" y="4317"/>
                </a:lnTo>
                <a:lnTo>
                  <a:pt x="72837" y="0"/>
                </a:lnTo>
                <a:close/>
              </a:path>
            </a:pathLst>
          </a:custGeom>
          <a:solidFill>
            <a:srgbClr val="15151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0" name="!!Zegar – oś"/>
          <p:cNvSpPr/>
          <p:nvPr/>
        </p:nvSpPr>
        <p:spPr>
          <a:xfrm>
            <a:off x="10474959" y="505460"/>
            <a:ext cx="55880" cy="55880"/>
          </a:xfrm>
          <a:prstGeom prst="ellipse">
            <a:avLst/>
          </a:prstGeom>
          <a:solidFill>
            <a:srgbClr val="15151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1" name="!!Numer slajdu"/>
          <p:cNvSpPr txBox="1"/>
          <p:nvPr/>
        </p:nvSpPr>
        <p:spPr>
          <a:xfrm>
            <a:off x="10850587" y="6428437"/>
            <a:ext cx="773370" cy="1885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100" kern="100" spc="66" dirty="0">
                <a:solidFill>
                  <a:srgbClr val="666666"/>
                </a:solidFill>
                <a:latin typeface="Lato"/>
                <a:cs typeface="Lato"/>
              </a:rPr>
              <a:t>10 / 24</a:t>
            </a:r>
            <a:endParaRPr lang="pl-PL" sz="1100" kern="100" spc="66" dirty="0">
              <a:solidFill>
                <a:srgbClr val="666666"/>
              </a:solidFill>
              <a:latin typeface="Lato"/>
              <a:cs typeface="Lato"/>
            </a:endParaRPr>
          </a:p>
        </p:txBody>
      </p:sp>
      <p:sp>
        <p:nvSpPr>
          <p:cNvPr id="82" name="!!Postęp"/>
          <p:cNvSpPr/>
          <p:nvPr/>
        </p:nvSpPr>
        <p:spPr>
          <a:xfrm>
            <a:off x="0" y="6826250"/>
            <a:ext cx="5080000" cy="31750"/>
          </a:xfrm>
          <a:prstGeom prst="rect">
            <a:avLst/>
          </a:prstGeom>
          <a:solidFill>
            <a:srgbClr val="EE3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 name="To nie jest moment na długą historię marki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kst: Potrzebuję napojów, przekąsek i czegoś s · 1"/>
          <p:cNvSpPr txBox="1"/>
          <p:nvPr/>
        </p:nvSpPr>
        <p:spPr>
          <a:xfrm>
            <a:off x="824706" y="4113500"/>
            <a:ext cx="4699635" cy="3632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2200" kern="100" dirty="0">
                <a:solidFill>
                  <a:srgbClr val="CCCCCC"/>
                </a:solidFill>
                <a:latin typeface="Lato"/>
                <a:cs typeface="Lato"/>
              </a:rPr>
              <a:t>Potrzebuję napojów, przekąsek</a:t>
            </a:r>
            <a:endParaRPr lang="pl-PL" sz="2200" kern="100" dirty="0">
              <a:solidFill>
                <a:srgbClr val="CCCCCC"/>
              </a:solidFill>
              <a:latin typeface="Lato"/>
              <a:cs typeface="Lato"/>
            </a:endParaRPr>
          </a:p>
        </p:txBody>
      </p:sp>
      <p:sp>
        <p:nvSpPr>
          <p:cNvPr id="3" name="Tekst: Potrzebuję napojów, przekąsek i czegoś s · 2"/>
          <p:cNvSpPr txBox="1"/>
          <p:nvPr/>
        </p:nvSpPr>
        <p:spPr>
          <a:xfrm>
            <a:off x="824706" y="4476720"/>
            <a:ext cx="4699635" cy="3632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2200" kern="100" dirty="0">
                <a:solidFill>
                  <a:srgbClr val="CCCCCC"/>
                </a:solidFill>
                <a:latin typeface="Lato"/>
                <a:cs typeface="Lato"/>
              </a:rPr>
              <a:t>i czegoś słodkiego. </a:t>
            </a:r>
            <a:r>
              <a:rPr lang="pl-PL" sz="2200" kern="100" dirty="0">
                <a:solidFill>
                  <a:srgbClr val="EE312F"/>
                </a:solidFill>
                <a:latin typeface="Lato"/>
                <a:cs typeface="Lato"/>
              </a:rPr>
              <a:t>Teraz.</a:t>
            </a:r>
            <a:endParaRPr lang="pl-PL" sz="2200" kern="100" dirty="0">
              <a:solidFill>
                <a:srgbClr val="EE312F"/>
              </a:solidFill>
              <a:latin typeface="Lato"/>
              <a:cs typeface="Lato"/>
            </a:endParaRPr>
          </a:p>
        </p:txBody>
      </p:sp>
      <p:sp>
        <p:nvSpPr>
          <p:cNvPr id="4" name="Kształt"/>
          <p:cNvSpPr/>
          <p:nvPr/>
        </p:nvSpPr>
        <p:spPr>
          <a:xfrm>
            <a:off x="7493000" y="1111250"/>
            <a:ext cx="2413000" cy="4953000"/>
          </a:xfrm>
          <a:prstGeom prst="roundRect">
            <a:avLst>
              <a:gd name="adj" fmla="val 5789"/>
            </a:avLst>
          </a:prstGeom>
          <a:gradFill rotWithShape="1">
            <a:gsLst>
              <a:gs pos="0">
                <a:srgbClr val="BDBDC2"/>
              </a:gs>
              <a:gs pos="30000">
                <a:srgbClr val="E6E6EA"/>
              </a:gs>
              <a:gs pos="100000">
                <a:srgbClr val="D6D6DB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" name="Kształt 2"/>
          <p:cNvSpPr/>
          <p:nvPr/>
        </p:nvSpPr>
        <p:spPr>
          <a:xfrm>
            <a:off x="7620000" y="1238250"/>
            <a:ext cx="2159000" cy="4699000"/>
          </a:xfrm>
          <a:prstGeom prst="roundRect">
            <a:avLst>
              <a:gd name="adj" fmla="val 3529"/>
            </a:avLst>
          </a:prstGeom>
          <a:gradFill rotWithShape="1">
            <a:gsLst>
              <a:gs pos="0">
                <a:srgbClr val="FFFAF0"/>
              </a:gs>
              <a:gs pos="100000">
                <a:srgbClr val="EFE4C8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" name="Kształt 3"/>
          <p:cNvSpPr/>
          <p:nvPr/>
        </p:nvSpPr>
        <p:spPr>
          <a:xfrm>
            <a:off x="7620000" y="2571750"/>
            <a:ext cx="2159000" cy="50800"/>
          </a:xfrm>
          <a:prstGeom prst="rect">
            <a:avLst/>
          </a:prstGeom>
          <a:solidFill>
            <a:srgbClr val="D9CCB0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" name="Kształt 4"/>
          <p:cNvSpPr/>
          <p:nvPr/>
        </p:nvSpPr>
        <p:spPr>
          <a:xfrm>
            <a:off x="7620000" y="3905250"/>
            <a:ext cx="2159000" cy="50800"/>
          </a:xfrm>
          <a:prstGeom prst="rect">
            <a:avLst/>
          </a:prstGeom>
          <a:solidFill>
            <a:srgbClr val="D9CCB0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" name="Kształt 5"/>
          <p:cNvSpPr/>
          <p:nvPr/>
        </p:nvSpPr>
        <p:spPr>
          <a:xfrm>
            <a:off x="7620000" y="5111750"/>
            <a:ext cx="2159000" cy="50800"/>
          </a:xfrm>
          <a:prstGeom prst="rect">
            <a:avLst/>
          </a:prstGeom>
          <a:solidFill>
            <a:srgbClr val="D9CCB0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" name="Kształt 6"/>
          <p:cNvSpPr/>
          <p:nvPr/>
        </p:nvSpPr>
        <p:spPr>
          <a:xfrm>
            <a:off x="7937500" y="2165350"/>
            <a:ext cx="317500" cy="406400"/>
          </a:xfrm>
          <a:prstGeom prst="roundRect">
            <a:avLst>
              <a:gd name="adj" fmla="val 16000"/>
            </a:avLst>
          </a:prstGeom>
          <a:solidFill>
            <a:srgbClr val="D9A62B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" name="Linia"/>
          <p:cNvSpPr/>
          <p:nvPr/>
        </p:nvSpPr>
        <p:spPr>
          <a:xfrm>
            <a:off x="7937500" y="2165350"/>
            <a:ext cx="317500" cy="762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1" name="Kształt 7"/>
          <p:cNvSpPr/>
          <p:nvPr/>
        </p:nvSpPr>
        <p:spPr>
          <a:xfrm>
            <a:off x="8547099" y="3613150"/>
            <a:ext cx="330200" cy="292100"/>
          </a:xfrm>
          <a:custGeom>
            <a:avLst/>
            <a:gdLst/>
            <a:ahLst/>
            <a:cxnLst/>
            <a:rect l="0" t="0" r="r" b="b"/>
            <a:pathLst>
              <a:path w="330200" h="292100">
                <a:moveTo>
                  <a:pt x="330200" y="146050"/>
                </a:moveTo>
                <a:lnTo>
                  <a:pt x="327660" y="171450"/>
                </a:lnTo>
                <a:lnTo>
                  <a:pt x="320040" y="196215"/>
                </a:lnTo>
                <a:lnTo>
                  <a:pt x="307975" y="219075"/>
                </a:lnTo>
                <a:lnTo>
                  <a:pt x="291465" y="240030"/>
                </a:lnTo>
                <a:lnTo>
                  <a:pt x="271145" y="257810"/>
                </a:lnTo>
                <a:lnTo>
                  <a:pt x="247650" y="272415"/>
                </a:lnTo>
                <a:lnTo>
                  <a:pt x="221615" y="283210"/>
                </a:lnTo>
                <a:lnTo>
                  <a:pt x="193675" y="290195"/>
                </a:lnTo>
                <a:lnTo>
                  <a:pt x="165100" y="292100"/>
                </a:lnTo>
                <a:lnTo>
                  <a:pt x="136525" y="290195"/>
                </a:lnTo>
                <a:lnTo>
                  <a:pt x="108585" y="283210"/>
                </a:lnTo>
                <a:lnTo>
                  <a:pt x="82550" y="272415"/>
                </a:lnTo>
                <a:lnTo>
                  <a:pt x="59055" y="257810"/>
                </a:lnTo>
                <a:lnTo>
                  <a:pt x="38735" y="240030"/>
                </a:lnTo>
                <a:lnTo>
                  <a:pt x="22225" y="219075"/>
                </a:lnTo>
                <a:lnTo>
                  <a:pt x="10160" y="196215"/>
                </a:lnTo>
                <a:lnTo>
                  <a:pt x="2540" y="171450"/>
                </a:lnTo>
                <a:lnTo>
                  <a:pt x="0" y="146050"/>
                </a:lnTo>
                <a:lnTo>
                  <a:pt x="2540" y="120650"/>
                </a:lnTo>
                <a:lnTo>
                  <a:pt x="10160" y="95885"/>
                </a:lnTo>
                <a:lnTo>
                  <a:pt x="22225" y="73025"/>
                </a:lnTo>
                <a:lnTo>
                  <a:pt x="38735" y="52070"/>
                </a:lnTo>
                <a:lnTo>
                  <a:pt x="59055" y="34290"/>
                </a:lnTo>
                <a:lnTo>
                  <a:pt x="82550" y="19685"/>
                </a:lnTo>
                <a:lnTo>
                  <a:pt x="108585" y="8890"/>
                </a:lnTo>
                <a:lnTo>
                  <a:pt x="136525" y="1905"/>
                </a:lnTo>
                <a:lnTo>
                  <a:pt x="165100" y="0"/>
                </a:lnTo>
                <a:lnTo>
                  <a:pt x="193675" y="1905"/>
                </a:lnTo>
                <a:lnTo>
                  <a:pt x="221615" y="8890"/>
                </a:lnTo>
                <a:lnTo>
                  <a:pt x="247650" y="19685"/>
                </a:lnTo>
                <a:lnTo>
                  <a:pt x="271145" y="34290"/>
                </a:lnTo>
                <a:lnTo>
                  <a:pt x="291465" y="52070"/>
                </a:lnTo>
                <a:lnTo>
                  <a:pt x="307975" y="73025"/>
                </a:lnTo>
                <a:lnTo>
                  <a:pt x="320040" y="95885"/>
                </a:lnTo>
                <a:lnTo>
                  <a:pt x="327660" y="120650"/>
                </a:lnTo>
                <a:close/>
              </a:path>
            </a:pathLst>
          </a:custGeom>
          <a:solidFill>
            <a:srgbClr val="E2B020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2" name="Kształt 8"/>
          <p:cNvSpPr/>
          <p:nvPr/>
        </p:nvSpPr>
        <p:spPr>
          <a:xfrm>
            <a:off x="8521699" y="3600450"/>
            <a:ext cx="304800" cy="304800"/>
          </a:xfrm>
          <a:custGeom>
            <a:avLst/>
            <a:gdLst/>
            <a:ahLst/>
            <a:cxnLst/>
            <a:rect l="0" t="0" r="r" b="b"/>
            <a:pathLst>
              <a:path w="304800" h="304800">
                <a:moveTo>
                  <a:pt x="304800" y="152400"/>
                </a:moveTo>
                <a:lnTo>
                  <a:pt x="302260" y="179070"/>
                </a:lnTo>
                <a:lnTo>
                  <a:pt x="295910" y="204470"/>
                </a:lnTo>
                <a:lnTo>
                  <a:pt x="284480" y="228600"/>
                </a:lnTo>
                <a:lnTo>
                  <a:pt x="269240" y="250190"/>
                </a:lnTo>
                <a:lnTo>
                  <a:pt x="250190" y="269240"/>
                </a:lnTo>
                <a:lnTo>
                  <a:pt x="228600" y="284480"/>
                </a:lnTo>
                <a:lnTo>
                  <a:pt x="204470" y="295910"/>
                </a:lnTo>
                <a:lnTo>
                  <a:pt x="179070" y="302260"/>
                </a:lnTo>
                <a:lnTo>
                  <a:pt x="152400" y="304800"/>
                </a:lnTo>
                <a:lnTo>
                  <a:pt x="125730" y="302260"/>
                </a:lnTo>
                <a:lnTo>
                  <a:pt x="100330" y="295910"/>
                </a:lnTo>
                <a:lnTo>
                  <a:pt x="76200" y="284480"/>
                </a:lnTo>
                <a:lnTo>
                  <a:pt x="54610" y="269240"/>
                </a:lnTo>
                <a:lnTo>
                  <a:pt x="35560" y="250190"/>
                </a:lnTo>
                <a:lnTo>
                  <a:pt x="20320" y="228600"/>
                </a:lnTo>
                <a:lnTo>
                  <a:pt x="8890" y="204470"/>
                </a:lnTo>
                <a:lnTo>
                  <a:pt x="2540" y="179070"/>
                </a:lnTo>
                <a:lnTo>
                  <a:pt x="0" y="152400"/>
                </a:lnTo>
                <a:lnTo>
                  <a:pt x="2540" y="125730"/>
                </a:lnTo>
                <a:lnTo>
                  <a:pt x="8890" y="100330"/>
                </a:lnTo>
                <a:lnTo>
                  <a:pt x="20320" y="76200"/>
                </a:lnTo>
                <a:lnTo>
                  <a:pt x="35560" y="54610"/>
                </a:lnTo>
                <a:lnTo>
                  <a:pt x="54610" y="35560"/>
                </a:lnTo>
                <a:lnTo>
                  <a:pt x="76200" y="20320"/>
                </a:lnTo>
                <a:lnTo>
                  <a:pt x="100330" y="8890"/>
                </a:lnTo>
                <a:lnTo>
                  <a:pt x="125730" y="2540"/>
                </a:lnTo>
                <a:lnTo>
                  <a:pt x="152400" y="0"/>
                </a:lnTo>
                <a:lnTo>
                  <a:pt x="179070" y="2540"/>
                </a:lnTo>
                <a:lnTo>
                  <a:pt x="204470" y="8890"/>
                </a:lnTo>
                <a:lnTo>
                  <a:pt x="228600" y="20320"/>
                </a:lnTo>
                <a:lnTo>
                  <a:pt x="250190" y="35560"/>
                </a:lnTo>
                <a:lnTo>
                  <a:pt x="269240" y="54610"/>
                </a:lnTo>
                <a:lnTo>
                  <a:pt x="284480" y="76200"/>
                </a:lnTo>
                <a:lnTo>
                  <a:pt x="295910" y="100330"/>
                </a:lnTo>
                <a:lnTo>
                  <a:pt x="302260" y="125730"/>
                </a:lnTo>
                <a:close/>
              </a:path>
            </a:pathLst>
          </a:custGeom>
          <a:solidFill>
            <a:srgbClr val="F4CB33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3" name="Kształt 9"/>
          <p:cNvSpPr/>
          <p:nvPr/>
        </p:nvSpPr>
        <p:spPr>
          <a:xfrm>
            <a:off x="8536939" y="3615690"/>
            <a:ext cx="274320" cy="274320"/>
          </a:xfrm>
          <a:custGeom>
            <a:avLst/>
            <a:gdLst/>
            <a:ahLst/>
            <a:cxnLst/>
            <a:rect l="0" t="0" r="r" b="b"/>
            <a:pathLst>
              <a:path w="274320" h="274320">
                <a:moveTo>
                  <a:pt x="274320" y="137160"/>
                </a:moveTo>
                <a:lnTo>
                  <a:pt x="272415" y="161290"/>
                </a:lnTo>
                <a:lnTo>
                  <a:pt x="266065" y="184150"/>
                </a:lnTo>
                <a:lnTo>
                  <a:pt x="255905" y="205740"/>
                </a:lnTo>
                <a:lnTo>
                  <a:pt x="241935" y="225425"/>
                </a:lnTo>
                <a:lnTo>
                  <a:pt x="225425" y="241935"/>
                </a:lnTo>
                <a:lnTo>
                  <a:pt x="205740" y="255905"/>
                </a:lnTo>
                <a:lnTo>
                  <a:pt x="184150" y="266065"/>
                </a:lnTo>
                <a:lnTo>
                  <a:pt x="161290" y="272415"/>
                </a:lnTo>
                <a:lnTo>
                  <a:pt x="137160" y="274320"/>
                </a:lnTo>
                <a:lnTo>
                  <a:pt x="113030" y="272415"/>
                </a:lnTo>
                <a:lnTo>
                  <a:pt x="90170" y="266065"/>
                </a:lnTo>
                <a:lnTo>
                  <a:pt x="68580" y="255905"/>
                </a:lnTo>
                <a:lnTo>
                  <a:pt x="48895" y="241935"/>
                </a:lnTo>
                <a:lnTo>
                  <a:pt x="32385" y="225425"/>
                </a:lnTo>
                <a:lnTo>
                  <a:pt x="18415" y="205740"/>
                </a:lnTo>
                <a:lnTo>
                  <a:pt x="8255" y="184150"/>
                </a:lnTo>
                <a:lnTo>
                  <a:pt x="1905" y="161290"/>
                </a:lnTo>
                <a:lnTo>
                  <a:pt x="0" y="137160"/>
                </a:lnTo>
                <a:lnTo>
                  <a:pt x="1905" y="113030"/>
                </a:lnTo>
                <a:lnTo>
                  <a:pt x="8255" y="90170"/>
                </a:lnTo>
                <a:lnTo>
                  <a:pt x="18415" y="68580"/>
                </a:lnTo>
                <a:lnTo>
                  <a:pt x="32385" y="48895"/>
                </a:lnTo>
                <a:lnTo>
                  <a:pt x="48895" y="32385"/>
                </a:lnTo>
                <a:lnTo>
                  <a:pt x="68580" y="18415"/>
                </a:lnTo>
                <a:lnTo>
                  <a:pt x="90170" y="8255"/>
                </a:lnTo>
                <a:lnTo>
                  <a:pt x="113030" y="1905"/>
                </a:lnTo>
                <a:lnTo>
                  <a:pt x="137160" y="0"/>
                </a:lnTo>
                <a:lnTo>
                  <a:pt x="161290" y="1905"/>
                </a:lnTo>
                <a:lnTo>
                  <a:pt x="184150" y="8255"/>
                </a:lnTo>
                <a:lnTo>
                  <a:pt x="205740" y="18415"/>
                </a:lnTo>
                <a:lnTo>
                  <a:pt x="225425" y="32385"/>
                </a:lnTo>
                <a:lnTo>
                  <a:pt x="241935" y="48895"/>
                </a:lnTo>
                <a:lnTo>
                  <a:pt x="255905" y="68580"/>
                </a:lnTo>
                <a:lnTo>
                  <a:pt x="266065" y="90170"/>
                </a:lnTo>
                <a:lnTo>
                  <a:pt x="272415" y="113030"/>
                </a:lnTo>
                <a:close/>
              </a:path>
            </a:pathLst>
          </a:custGeom>
          <a:solidFill>
            <a:srgbClr val="FBF1C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4" name="Kształt 10"/>
          <p:cNvSpPr/>
          <p:nvPr/>
        </p:nvSpPr>
        <p:spPr>
          <a:xfrm>
            <a:off x="8688069" y="3759835"/>
            <a:ext cx="105410" cy="71120"/>
          </a:xfrm>
          <a:custGeom>
            <a:avLst/>
            <a:gdLst/>
            <a:ahLst/>
            <a:cxnLst/>
            <a:rect l="0" t="0" r="r" b="b"/>
            <a:pathLst>
              <a:path w="105410" h="71120">
                <a:moveTo>
                  <a:pt x="0" y="0"/>
                </a:moveTo>
                <a:lnTo>
                  <a:pt x="105410" y="18415"/>
                </a:lnTo>
                <a:lnTo>
                  <a:pt x="100965" y="48895"/>
                </a:lnTo>
                <a:lnTo>
                  <a:pt x="79375" y="71120"/>
                </a:lnTo>
                <a:close/>
              </a:path>
            </a:pathLst>
          </a:custGeom>
          <a:solidFill>
            <a:srgbClr val="F7D95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5" name="Kształt 11"/>
          <p:cNvSpPr/>
          <p:nvPr/>
        </p:nvSpPr>
        <p:spPr>
          <a:xfrm>
            <a:off x="8681084" y="3766185"/>
            <a:ext cx="74295" cy="104775"/>
          </a:xfrm>
          <a:custGeom>
            <a:avLst/>
            <a:gdLst/>
            <a:ahLst/>
            <a:cxnLst/>
            <a:rect l="0" t="0" r="r" b="b"/>
            <a:pathLst>
              <a:path w="74295" h="104775">
                <a:moveTo>
                  <a:pt x="0" y="0"/>
                </a:moveTo>
                <a:lnTo>
                  <a:pt x="74295" y="77470"/>
                </a:lnTo>
                <a:lnTo>
                  <a:pt x="53340" y="99695"/>
                </a:lnTo>
                <a:lnTo>
                  <a:pt x="22225" y="104775"/>
                </a:lnTo>
                <a:close/>
              </a:path>
            </a:pathLst>
          </a:custGeom>
          <a:solidFill>
            <a:srgbClr val="F7D95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6" name="Kształt 12"/>
          <p:cNvSpPr/>
          <p:nvPr/>
        </p:nvSpPr>
        <p:spPr>
          <a:xfrm>
            <a:off x="8628379" y="3768090"/>
            <a:ext cx="58420" cy="111760"/>
          </a:xfrm>
          <a:custGeom>
            <a:avLst/>
            <a:gdLst/>
            <a:ahLst/>
            <a:cxnLst/>
            <a:rect l="0" t="0" r="r" b="b"/>
            <a:pathLst>
              <a:path w="58420" h="111760">
                <a:moveTo>
                  <a:pt x="43815" y="0"/>
                </a:moveTo>
                <a:lnTo>
                  <a:pt x="58420" y="106045"/>
                </a:lnTo>
                <a:lnTo>
                  <a:pt x="27940" y="111760"/>
                </a:lnTo>
                <a:lnTo>
                  <a:pt x="0" y="97790"/>
                </a:lnTo>
                <a:close/>
              </a:path>
            </a:pathLst>
          </a:custGeom>
          <a:solidFill>
            <a:srgbClr val="F7D95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7" name="Kształt 13"/>
          <p:cNvSpPr/>
          <p:nvPr/>
        </p:nvSpPr>
        <p:spPr>
          <a:xfrm>
            <a:off x="8570594" y="3763645"/>
            <a:ext cx="92710" cy="94615"/>
          </a:xfrm>
          <a:custGeom>
            <a:avLst/>
            <a:gdLst/>
            <a:ahLst/>
            <a:cxnLst/>
            <a:rect l="0" t="0" r="r" b="b"/>
            <a:pathLst>
              <a:path w="92710" h="94615">
                <a:moveTo>
                  <a:pt x="92710" y="0"/>
                </a:moveTo>
                <a:lnTo>
                  <a:pt x="42545" y="94615"/>
                </a:lnTo>
                <a:lnTo>
                  <a:pt x="14605" y="81280"/>
                </a:lnTo>
                <a:lnTo>
                  <a:pt x="0" y="53975"/>
                </a:lnTo>
                <a:close/>
              </a:path>
            </a:pathLst>
          </a:custGeom>
          <a:solidFill>
            <a:srgbClr val="F7D95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8" name="Kształt 14"/>
          <p:cNvSpPr/>
          <p:nvPr/>
        </p:nvSpPr>
        <p:spPr>
          <a:xfrm>
            <a:off x="8547734" y="3744595"/>
            <a:ext cx="111125" cy="57785"/>
          </a:xfrm>
          <a:custGeom>
            <a:avLst/>
            <a:gdLst/>
            <a:ahLst/>
            <a:cxnLst/>
            <a:rect l="0" t="0" r="r" b="b"/>
            <a:pathLst>
              <a:path w="111125" h="57785">
                <a:moveTo>
                  <a:pt x="111125" y="10795"/>
                </a:moveTo>
                <a:lnTo>
                  <a:pt x="15240" y="57785"/>
                </a:lnTo>
                <a:lnTo>
                  <a:pt x="0" y="30480"/>
                </a:lnTo>
                <a:lnTo>
                  <a:pt x="4445" y="0"/>
                </a:lnTo>
                <a:close/>
              </a:path>
            </a:pathLst>
          </a:custGeom>
          <a:solidFill>
            <a:srgbClr val="F7D95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9" name="Kształt 15"/>
          <p:cNvSpPr/>
          <p:nvPr/>
        </p:nvSpPr>
        <p:spPr>
          <a:xfrm>
            <a:off x="8554719" y="3674745"/>
            <a:ext cx="105410" cy="71120"/>
          </a:xfrm>
          <a:custGeom>
            <a:avLst/>
            <a:gdLst/>
            <a:ahLst/>
            <a:cxnLst/>
            <a:rect l="0" t="0" r="r" b="b"/>
            <a:pathLst>
              <a:path w="105410" h="71120">
                <a:moveTo>
                  <a:pt x="105410" y="71120"/>
                </a:moveTo>
                <a:lnTo>
                  <a:pt x="0" y="52705"/>
                </a:lnTo>
                <a:lnTo>
                  <a:pt x="4445" y="22225"/>
                </a:lnTo>
                <a:lnTo>
                  <a:pt x="26035" y="0"/>
                </a:lnTo>
                <a:close/>
              </a:path>
            </a:pathLst>
          </a:custGeom>
          <a:solidFill>
            <a:srgbClr val="F7D95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0" name="Kształt 16"/>
          <p:cNvSpPr/>
          <p:nvPr/>
        </p:nvSpPr>
        <p:spPr>
          <a:xfrm>
            <a:off x="8592819" y="3634740"/>
            <a:ext cx="74295" cy="104775"/>
          </a:xfrm>
          <a:custGeom>
            <a:avLst/>
            <a:gdLst/>
            <a:ahLst/>
            <a:cxnLst/>
            <a:rect l="0" t="0" r="r" b="b"/>
            <a:pathLst>
              <a:path w="74295" h="104775">
                <a:moveTo>
                  <a:pt x="74295" y="104775"/>
                </a:moveTo>
                <a:lnTo>
                  <a:pt x="0" y="27305"/>
                </a:lnTo>
                <a:lnTo>
                  <a:pt x="20955" y="5080"/>
                </a:lnTo>
                <a:lnTo>
                  <a:pt x="52070" y="0"/>
                </a:lnTo>
                <a:close/>
              </a:path>
            </a:pathLst>
          </a:custGeom>
          <a:solidFill>
            <a:srgbClr val="F7D95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1" name="Kształt 17"/>
          <p:cNvSpPr/>
          <p:nvPr/>
        </p:nvSpPr>
        <p:spPr>
          <a:xfrm>
            <a:off x="8661399" y="3625850"/>
            <a:ext cx="58420" cy="111760"/>
          </a:xfrm>
          <a:custGeom>
            <a:avLst/>
            <a:gdLst/>
            <a:ahLst/>
            <a:cxnLst/>
            <a:rect l="0" t="0" r="r" b="b"/>
            <a:pathLst>
              <a:path w="58420" h="111760">
                <a:moveTo>
                  <a:pt x="14605" y="111760"/>
                </a:moveTo>
                <a:lnTo>
                  <a:pt x="0" y="5715"/>
                </a:lnTo>
                <a:lnTo>
                  <a:pt x="30480" y="0"/>
                </a:lnTo>
                <a:lnTo>
                  <a:pt x="58420" y="13970"/>
                </a:lnTo>
                <a:close/>
              </a:path>
            </a:pathLst>
          </a:custGeom>
          <a:solidFill>
            <a:srgbClr val="F7D95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2" name="Kształt 18"/>
          <p:cNvSpPr/>
          <p:nvPr/>
        </p:nvSpPr>
        <p:spPr>
          <a:xfrm>
            <a:off x="8684894" y="3647440"/>
            <a:ext cx="92710" cy="94615"/>
          </a:xfrm>
          <a:custGeom>
            <a:avLst/>
            <a:gdLst/>
            <a:ahLst/>
            <a:cxnLst/>
            <a:rect l="0" t="0" r="r" b="b"/>
            <a:pathLst>
              <a:path w="92710" h="94615">
                <a:moveTo>
                  <a:pt x="0" y="94615"/>
                </a:moveTo>
                <a:lnTo>
                  <a:pt x="50165" y="0"/>
                </a:lnTo>
                <a:lnTo>
                  <a:pt x="78105" y="13335"/>
                </a:lnTo>
                <a:lnTo>
                  <a:pt x="92710" y="40640"/>
                </a:lnTo>
                <a:close/>
              </a:path>
            </a:pathLst>
          </a:custGeom>
          <a:solidFill>
            <a:srgbClr val="F7D95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3" name="Kształt 19"/>
          <p:cNvSpPr/>
          <p:nvPr/>
        </p:nvSpPr>
        <p:spPr>
          <a:xfrm>
            <a:off x="8689339" y="3703320"/>
            <a:ext cx="111125" cy="57785"/>
          </a:xfrm>
          <a:custGeom>
            <a:avLst/>
            <a:gdLst/>
            <a:ahLst/>
            <a:cxnLst/>
            <a:rect l="0" t="0" r="r" b="b"/>
            <a:pathLst>
              <a:path w="111125" h="57785">
                <a:moveTo>
                  <a:pt x="0" y="46990"/>
                </a:moveTo>
                <a:lnTo>
                  <a:pt x="95885" y="0"/>
                </a:lnTo>
                <a:lnTo>
                  <a:pt x="111125" y="27305"/>
                </a:lnTo>
                <a:lnTo>
                  <a:pt x="106680" y="57785"/>
                </a:lnTo>
                <a:close/>
              </a:path>
            </a:pathLst>
          </a:custGeom>
          <a:solidFill>
            <a:srgbClr val="F7D95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4" name="Kształt 20"/>
          <p:cNvSpPr/>
          <p:nvPr/>
        </p:nvSpPr>
        <p:spPr>
          <a:xfrm>
            <a:off x="9258299" y="4540250"/>
            <a:ext cx="228600" cy="571500"/>
          </a:xfrm>
          <a:prstGeom prst="round2SameRect">
            <a:avLst>
              <a:gd name="adj1" fmla="val 33333"/>
              <a:gd name="adj2" fmla="val 16667"/>
            </a:avLst>
          </a:prstGeom>
          <a:solidFill>
            <a:srgbClr val="EE3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5" name="Kształt 21"/>
          <p:cNvSpPr/>
          <p:nvPr/>
        </p:nvSpPr>
        <p:spPr>
          <a:xfrm>
            <a:off x="9906000" y="1111250"/>
            <a:ext cx="1079500" cy="4953000"/>
          </a:xfrm>
          <a:custGeom>
            <a:avLst/>
            <a:gdLst/>
            <a:ahLst/>
            <a:cxnLst/>
            <a:rect l="0" t="0" r="r" b="b"/>
            <a:pathLst>
              <a:path w="1079500" h="4953000">
                <a:moveTo>
                  <a:pt x="0" y="0"/>
                </a:moveTo>
                <a:lnTo>
                  <a:pt x="1079500" y="444500"/>
                </a:lnTo>
                <a:lnTo>
                  <a:pt x="1079500" y="4572000"/>
                </a:lnTo>
                <a:lnTo>
                  <a:pt x="0" y="4953000"/>
                </a:lnTo>
                <a:close/>
              </a:path>
            </a:pathLst>
          </a:custGeom>
          <a:solidFill>
            <a:srgbClr val="D4D4D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6" name="Kształt 22"/>
          <p:cNvSpPr/>
          <p:nvPr/>
        </p:nvSpPr>
        <p:spPr>
          <a:xfrm>
            <a:off x="10007600" y="1339850"/>
            <a:ext cx="876300" cy="4457700"/>
          </a:xfrm>
          <a:custGeom>
            <a:avLst/>
            <a:gdLst/>
            <a:ahLst/>
            <a:cxnLst/>
            <a:rect l="0" t="0" r="r" b="b"/>
            <a:pathLst>
              <a:path w="876300" h="4457700">
                <a:moveTo>
                  <a:pt x="0" y="0"/>
                </a:moveTo>
                <a:lnTo>
                  <a:pt x="876300" y="368300"/>
                </a:lnTo>
                <a:lnTo>
                  <a:pt x="876300" y="4089400"/>
                </a:lnTo>
                <a:lnTo>
                  <a:pt x="0" y="4457700"/>
                </a:lnTo>
                <a:close/>
              </a:path>
            </a:pathLst>
          </a:custGeom>
          <a:solidFill>
            <a:srgbClr val="E9E9ED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7" name="Kształt 23"/>
          <p:cNvSpPr/>
          <p:nvPr/>
        </p:nvSpPr>
        <p:spPr>
          <a:xfrm>
            <a:off x="10096500" y="1873250"/>
            <a:ext cx="698500" cy="444500"/>
          </a:xfrm>
          <a:custGeom>
            <a:avLst/>
            <a:gdLst/>
            <a:ahLst/>
            <a:cxnLst/>
            <a:rect l="0" t="0" r="r" b="b"/>
            <a:pathLst>
              <a:path w="698500" h="444500">
                <a:moveTo>
                  <a:pt x="0" y="0"/>
                </a:moveTo>
                <a:lnTo>
                  <a:pt x="698500" y="254000"/>
                </a:lnTo>
                <a:lnTo>
                  <a:pt x="698500" y="444500"/>
                </a:lnTo>
                <a:lnTo>
                  <a:pt x="0" y="203200"/>
                </a:lnTo>
                <a:close/>
              </a:path>
            </a:pathLst>
          </a:custGeom>
          <a:solidFill>
            <a:srgbClr val="F4F4F6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8" name="Kształt 24"/>
          <p:cNvSpPr/>
          <p:nvPr/>
        </p:nvSpPr>
        <p:spPr>
          <a:xfrm>
            <a:off x="10096500" y="3206750"/>
            <a:ext cx="698500" cy="317500"/>
          </a:xfrm>
          <a:custGeom>
            <a:avLst/>
            <a:gdLst/>
            <a:ahLst/>
            <a:cxnLst/>
            <a:rect l="0" t="0" r="r" b="b"/>
            <a:pathLst>
              <a:path w="698500" h="317500">
                <a:moveTo>
                  <a:pt x="0" y="0"/>
                </a:moveTo>
                <a:lnTo>
                  <a:pt x="698500" y="127000"/>
                </a:lnTo>
                <a:lnTo>
                  <a:pt x="698500" y="317500"/>
                </a:lnTo>
                <a:lnTo>
                  <a:pt x="0" y="203200"/>
                </a:lnTo>
                <a:close/>
              </a:path>
            </a:pathLst>
          </a:custGeom>
          <a:solidFill>
            <a:srgbClr val="F4F4F6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9" name="Kształt 25"/>
          <p:cNvSpPr/>
          <p:nvPr/>
        </p:nvSpPr>
        <p:spPr>
          <a:xfrm>
            <a:off x="10261600" y="1720850"/>
            <a:ext cx="101600" cy="165100"/>
          </a:xfrm>
          <a:custGeom>
            <a:avLst/>
            <a:gdLst/>
            <a:ahLst/>
            <a:cxnLst/>
            <a:rect l="0" t="0" r="r" b="b"/>
            <a:pathLst>
              <a:path w="101600" h="165100">
                <a:moveTo>
                  <a:pt x="0" y="0"/>
                </a:moveTo>
                <a:lnTo>
                  <a:pt x="101600" y="12700"/>
                </a:lnTo>
                <a:lnTo>
                  <a:pt x="101600" y="165100"/>
                </a:lnTo>
                <a:lnTo>
                  <a:pt x="0" y="139700"/>
                </a:lnTo>
                <a:close/>
              </a:path>
            </a:pathLst>
          </a:custGeom>
          <a:solidFill>
            <a:srgbClr val="EE3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0" name="Tekst: Otwieram lodówkę"/>
          <p:cNvSpPr txBox="1"/>
          <p:nvPr/>
        </p:nvSpPr>
        <p:spPr>
          <a:xfrm>
            <a:off x="824904" y="1109662"/>
            <a:ext cx="4394200" cy="205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350" b="1" kern="100" cap="all" spc="189" dirty="0">
                <a:solidFill>
                  <a:srgbClr val="A9A9A9"/>
                </a:solidFill>
                <a:latin typeface="Lato"/>
                <a:cs typeface="Lato"/>
              </a:rPr>
              <a:t>Otwieram lodówkę</a:t>
            </a:r>
            <a:endParaRPr lang="pl-PL" sz="1350" b="1" kern="100" cap="all" spc="189" dirty="0">
              <a:solidFill>
                <a:srgbClr val="A9A9A9"/>
              </a:solidFill>
              <a:latin typeface="Lato"/>
              <a:cs typeface="Lato"/>
            </a:endParaRPr>
          </a:p>
        </p:txBody>
      </p:sp>
      <p:sp>
        <p:nvSpPr>
          <p:cNvPr id="31" name="Tekst: To nie jest moment na długą historię mar · 1"/>
          <p:cNvSpPr txBox="1"/>
          <p:nvPr/>
        </p:nvSpPr>
        <p:spPr>
          <a:xfrm>
            <a:off x="824904" y="1520913"/>
            <a:ext cx="5424011" cy="58953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4400" kern="100" spc="-154" dirty="0">
                <a:solidFill>
                  <a:srgbClr val="FFFFFF"/>
                </a:solidFill>
                <a:latin typeface="Lato Black"/>
                <a:cs typeface="Lato Black"/>
              </a:rPr>
              <a:t>To nie jest moment</a:t>
            </a:r>
            <a:endParaRPr lang="pl-PL" sz="4400" kern="100" spc="-154" dirty="0">
              <a:solidFill>
                <a:srgbClr val="FFFFFF"/>
              </a:solidFill>
              <a:latin typeface="Lato Black"/>
              <a:cs typeface="Lato Black"/>
            </a:endParaRPr>
          </a:p>
        </p:txBody>
      </p:sp>
      <p:sp>
        <p:nvSpPr>
          <p:cNvPr id="32" name="Tekst: To nie jest moment na długą historię mar · 2"/>
          <p:cNvSpPr txBox="1"/>
          <p:nvPr/>
        </p:nvSpPr>
        <p:spPr>
          <a:xfrm>
            <a:off x="824904" y="2110447"/>
            <a:ext cx="5424011" cy="58953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4400" kern="100" spc="-154" dirty="0">
                <a:solidFill>
                  <a:srgbClr val="FFFFFF"/>
                </a:solidFill>
                <a:latin typeface="Lato Black"/>
                <a:cs typeface="Lato Black"/>
              </a:rPr>
              <a:t>na długą historię</a:t>
            </a:r>
            <a:endParaRPr lang="pl-PL" sz="4400" kern="100" spc="-154" dirty="0">
              <a:solidFill>
                <a:srgbClr val="FFFFFF"/>
              </a:solidFill>
              <a:latin typeface="Lato Black"/>
              <a:cs typeface="Lato Black"/>
            </a:endParaRPr>
          </a:p>
        </p:txBody>
      </p:sp>
      <p:sp>
        <p:nvSpPr>
          <p:cNvPr id="33" name="Tekst: To nie jest moment na długą historię mar · 3"/>
          <p:cNvSpPr txBox="1"/>
          <p:nvPr/>
        </p:nvSpPr>
        <p:spPr>
          <a:xfrm>
            <a:off x="824904" y="2699981"/>
            <a:ext cx="5424011" cy="58953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4400" kern="100" spc="-154" dirty="0">
                <a:solidFill>
                  <a:srgbClr val="FFFFFF"/>
                </a:solidFill>
                <a:latin typeface="Lato Black"/>
                <a:cs typeface="Lato Black"/>
              </a:rPr>
              <a:t>marki.</a:t>
            </a:r>
            <a:endParaRPr lang="pl-PL" sz="4400" kern="100" spc="-154" dirty="0">
              <a:solidFill>
                <a:srgbClr val="FFFFFF"/>
              </a:solidFill>
              <a:latin typeface="Lato Black"/>
              <a:cs typeface="Lato Black"/>
            </a:endParaRPr>
          </a:p>
        </p:txBody>
      </p:sp>
      <p:pic>
        <p:nvPicPr>
          <p:cNvPr id="34" name="!!Serce w rogu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6449" y="330349"/>
            <a:ext cx="431800" cy="355600"/>
          </a:xfrm>
          <a:prstGeom prst="rect">
            <a:avLst/>
          </a:prstGeom>
        </p:spPr>
      </p:pic>
      <p:sp>
        <p:nvSpPr>
          <p:cNvPr id="35" name="!!Zegar – napis · 1"/>
          <p:cNvSpPr txBox="1"/>
          <p:nvPr/>
        </p:nvSpPr>
        <p:spPr>
          <a:xfrm>
            <a:off x="9093369" y="393700"/>
            <a:ext cx="1028580" cy="137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900" kern="100" cap="all" spc="108" dirty="0">
                <a:solidFill>
                  <a:srgbClr val="AAAAAA"/>
                </a:solidFill>
                <a:latin typeface="Lato Black"/>
                <a:cs typeface="Lato Black"/>
              </a:rPr>
              <a:t>Goście</a:t>
            </a:r>
            <a:endParaRPr lang="pl-PL" sz="900" kern="100" cap="all" spc="108" dirty="0">
              <a:solidFill>
                <a:srgbClr val="AAAAAA"/>
              </a:solidFill>
              <a:latin typeface="Lato Black"/>
              <a:cs typeface="Lato Black"/>
            </a:endParaRPr>
          </a:p>
        </p:txBody>
      </p:sp>
      <p:sp>
        <p:nvSpPr>
          <p:cNvPr id="36" name="!!Zegar – napis · 2"/>
          <p:cNvSpPr txBox="1"/>
          <p:nvPr/>
        </p:nvSpPr>
        <p:spPr>
          <a:xfrm>
            <a:off x="9093369" y="530860"/>
            <a:ext cx="1028580" cy="137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900" kern="100" cap="all" spc="108" dirty="0">
                <a:solidFill>
                  <a:srgbClr val="AAAAAA"/>
                </a:solidFill>
                <a:latin typeface="Lato Black"/>
                <a:cs typeface="Lato Black"/>
              </a:rPr>
              <a:t>w drodze</a:t>
            </a:r>
            <a:endParaRPr lang="pl-PL" sz="900" kern="100" cap="all" spc="108" dirty="0">
              <a:solidFill>
                <a:srgbClr val="AAAAAA"/>
              </a:solidFill>
              <a:latin typeface="Lato Black"/>
              <a:cs typeface="Lato Black"/>
            </a:endParaRPr>
          </a:p>
        </p:txBody>
      </p:sp>
      <p:sp>
        <p:nvSpPr>
          <p:cNvPr id="37" name="!!Zegar – tarcza"/>
          <p:cNvSpPr/>
          <p:nvPr/>
        </p:nvSpPr>
        <p:spPr>
          <a:xfrm>
            <a:off x="10251439" y="281940"/>
            <a:ext cx="502920" cy="502920"/>
          </a:xfrm>
          <a:prstGeom prst="ellipse">
            <a:avLst/>
          </a:prstGeom>
          <a:solidFill>
            <a:srgbClr val="1C1C1C"/>
          </a:solidFill>
          <a:ln w="23283">
            <a:solidFill>
              <a:srgbClr val="FFFFF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8" name="!!Zegar – wycinek 1"/>
          <p:cNvSpPr/>
          <p:nvPr/>
        </p:nvSpPr>
        <p:spPr>
          <a:xfrm>
            <a:off x="10502899" y="314537"/>
            <a:ext cx="67522" cy="218863"/>
          </a:xfrm>
          <a:custGeom>
            <a:avLst/>
            <a:gdLst/>
            <a:ahLst/>
            <a:cxnLst/>
            <a:rect l="0" t="0" r="r" b="b"/>
            <a:pathLst>
              <a:path w="67522" h="218863">
                <a:moveTo>
                  <a:pt x="0" y="218863"/>
                </a:moveTo>
                <a:lnTo>
                  <a:pt x="0" y="0"/>
                </a:lnTo>
                <a:lnTo>
                  <a:pt x="17230" y="466"/>
                </a:lnTo>
                <a:lnTo>
                  <a:pt x="34459" y="2794"/>
                </a:lnTo>
                <a:lnTo>
                  <a:pt x="51223" y="6054"/>
                </a:lnTo>
                <a:lnTo>
                  <a:pt x="67522" y="10710"/>
                </a:lnTo>
                <a:close/>
              </a:path>
            </a:pathLst>
          </a:custGeom>
          <a:solidFill>
            <a:srgbClr val="EE312F"/>
          </a:solidFill>
          <a:ln w="3725">
            <a:solidFill>
              <a:srgbClr val="EE312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9" name="!!Zegar – wycinek 2"/>
          <p:cNvSpPr/>
          <p:nvPr/>
        </p:nvSpPr>
        <p:spPr>
          <a:xfrm>
            <a:off x="10502899" y="325247"/>
            <a:ext cx="128524" cy="208153"/>
          </a:xfrm>
          <a:custGeom>
            <a:avLst/>
            <a:gdLst/>
            <a:ahLst/>
            <a:cxnLst/>
            <a:rect l="0" t="0" r="r" b="b"/>
            <a:pathLst>
              <a:path w="128524" h="208153">
                <a:moveTo>
                  <a:pt x="0" y="208153"/>
                </a:moveTo>
                <a:lnTo>
                  <a:pt x="67522" y="0"/>
                </a:lnTo>
                <a:lnTo>
                  <a:pt x="83820" y="6054"/>
                </a:lnTo>
                <a:lnTo>
                  <a:pt x="99187" y="13039"/>
                </a:lnTo>
                <a:lnTo>
                  <a:pt x="114554" y="21421"/>
                </a:lnTo>
                <a:lnTo>
                  <a:pt x="128524" y="31200"/>
                </a:lnTo>
                <a:close/>
              </a:path>
            </a:pathLst>
          </a:custGeom>
          <a:solidFill>
            <a:srgbClr val="EE312F"/>
          </a:solidFill>
          <a:ln w="3725">
            <a:solidFill>
              <a:srgbClr val="EE312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0" name="!!Zegar – kreska 1"/>
          <p:cNvSpPr/>
          <p:nvPr/>
        </p:nvSpPr>
        <p:spPr>
          <a:xfrm>
            <a:off x="10491258" y="295910"/>
            <a:ext cx="23283" cy="46567"/>
          </a:xfrm>
          <a:custGeom>
            <a:avLst/>
            <a:gdLst/>
            <a:ahLst/>
            <a:cxnLst/>
            <a:rect l="0" t="0" r="r" b="b"/>
            <a:pathLst>
              <a:path w="23283" h="46567">
                <a:moveTo>
                  <a:pt x="0" y="46567"/>
                </a:moveTo>
                <a:lnTo>
                  <a:pt x="23283" y="46567"/>
                </a:lnTo>
                <a:lnTo>
                  <a:pt x="23283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1" name="!!Zegar – kreska 2"/>
          <p:cNvSpPr/>
          <p:nvPr/>
        </p:nvSpPr>
        <p:spPr>
          <a:xfrm>
            <a:off x="10693823" y="521758"/>
            <a:ext cx="46567" cy="23283"/>
          </a:xfrm>
          <a:custGeom>
            <a:avLst/>
            <a:gdLst/>
            <a:ahLst/>
            <a:cxnLst/>
            <a:rect l="0" t="0" r="r" b="b"/>
            <a:pathLst>
              <a:path w="46567" h="23283">
                <a:moveTo>
                  <a:pt x="0" y="0"/>
                </a:moveTo>
                <a:lnTo>
                  <a:pt x="0" y="23283"/>
                </a:lnTo>
                <a:lnTo>
                  <a:pt x="46567" y="23283"/>
                </a:lnTo>
                <a:lnTo>
                  <a:pt x="46567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2" name="!!Zegar – kreska 3"/>
          <p:cNvSpPr/>
          <p:nvPr/>
        </p:nvSpPr>
        <p:spPr>
          <a:xfrm>
            <a:off x="10491258" y="724323"/>
            <a:ext cx="23283" cy="46567"/>
          </a:xfrm>
          <a:custGeom>
            <a:avLst/>
            <a:gdLst/>
            <a:ahLst/>
            <a:cxnLst/>
            <a:rect l="0" t="0" r="r" b="b"/>
            <a:pathLst>
              <a:path w="23283" h="46567">
                <a:moveTo>
                  <a:pt x="23283" y="0"/>
                </a:moveTo>
                <a:lnTo>
                  <a:pt x="0" y="0"/>
                </a:lnTo>
                <a:lnTo>
                  <a:pt x="0" y="46567"/>
                </a:lnTo>
                <a:lnTo>
                  <a:pt x="23283" y="46567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3" name="!!Zegar – kreska 4"/>
          <p:cNvSpPr/>
          <p:nvPr/>
        </p:nvSpPr>
        <p:spPr>
          <a:xfrm>
            <a:off x="10265409" y="521758"/>
            <a:ext cx="46567" cy="23283"/>
          </a:xfrm>
          <a:custGeom>
            <a:avLst/>
            <a:gdLst/>
            <a:ahLst/>
            <a:cxnLst/>
            <a:rect l="0" t="0" r="r" b="b"/>
            <a:pathLst>
              <a:path w="46567" h="23283">
                <a:moveTo>
                  <a:pt x="46567" y="23283"/>
                </a:moveTo>
                <a:lnTo>
                  <a:pt x="46567" y="0"/>
                </a:lnTo>
                <a:lnTo>
                  <a:pt x="0" y="0"/>
                </a:lnTo>
                <a:lnTo>
                  <a:pt x="0" y="23283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4" name="!!Zegar – wskazówka"/>
          <p:cNvSpPr/>
          <p:nvPr/>
        </p:nvSpPr>
        <p:spPr>
          <a:xfrm>
            <a:off x="10475175" y="378601"/>
            <a:ext cx="142860" cy="185614"/>
          </a:xfrm>
          <a:custGeom>
            <a:avLst/>
            <a:gdLst/>
            <a:ahLst/>
            <a:cxnLst/>
            <a:rect l="0" t="0" r="r" b="b"/>
            <a:pathLst>
              <a:path w="142860" h="185614">
                <a:moveTo>
                  <a:pt x="0" y="169191"/>
                </a:moveTo>
                <a:lnTo>
                  <a:pt x="22604" y="185614"/>
                </a:lnTo>
                <a:lnTo>
                  <a:pt x="142860" y="8211"/>
                </a:lnTo>
                <a:lnTo>
                  <a:pt x="131558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5" name="!!Zegar – oś"/>
          <p:cNvSpPr/>
          <p:nvPr/>
        </p:nvSpPr>
        <p:spPr>
          <a:xfrm>
            <a:off x="10474959" y="505460"/>
            <a:ext cx="55880" cy="558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6" name="!!Numer slajdu"/>
          <p:cNvSpPr txBox="1"/>
          <p:nvPr/>
        </p:nvSpPr>
        <p:spPr>
          <a:xfrm>
            <a:off x="10850587" y="6428437"/>
            <a:ext cx="773370" cy="1885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100" kern="100" spc="66" dirty="0">
                <a:solidFill>
                  <a:srgbClr val="A9A9A9"/>
                </a:solidFill>
                <a:latin typeface="Lato"/>
                <a:cs typeface="Lato"/>
              </a:rPr>
              <a:t>11 / 24</a:t>
            </a:r>
            <a:endParaRPr lang="pl-PL" sz="1100" kern="100" spc="66" dirty="0">
              <a:solidFill>
                <a:srgbClr val="A9A9A9"/>
              </a:solidFill>
              <a:latin typeface="Lato"/>
              <a:cs typeface="Lato"/>
            </a:endParaRPr>
          </a:p>
        </p:txBody>
      </p:sp>
      <p:sp>
        <p:nvSpPr>
          <p:cNvPr id="47" name="!!Postęp"/>
          <p:cNvSpPr/>
          <p:nvPr/>
        </p:nvSpPr>
        <p:spPr>
          <a:xfrm>
            <a:off x="0" y="6826250"/>
            <a:ext cx="5588000" cy="31750"/>
          </a:xfrm>
          <a:prstGeom prst="rect">
            <a:avLst/>
          </a:prstGeom>
          <a:solidFill>
            <a:srgbClr val="EE3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8" name="!!Postać 1"/>
          <p:cNvSpPr/>
          <p:nvPr/>
        </p:nvSpPr>
        <p:spPr>
          <a:xfrm>
            <a:off x="6243689" y="4480748"/>
            <a:ext cx="627401" cy="650622"/>
          </a:xfrm>
          <a:custGeom>
            <a:avLst/>
            <a:gdLst/>
            <a:ahLst/>
            <a:cxnLst/>
            <a:rect l="0" t="0" r="r" b="b"/>
            <a:pathLst>
              <a:path w="627401" h="650622">
                <a:moveTo>
                  <a:pt x="0" y="71506"/>
                </a:moveTo>
                <a:lnTo>
                  <a:pt x="582367" y="0"/>
                </a:lnTo>
                <a:lnTo>
                  <a:pt x="627401" y="585617"/>
                </a:lnTo>
                <a:lnTo>
                  <a:pt x="97977" y="650622"/>
                </a:lnTo>
                <a:close/>
              </a:path>
            </a:pathLst>
          </a:custGeom>
          <a:solidFill>
            <a:srgbClr val="5D331C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9" name="!!Postać 2"/>
          <p:cNvSpPr/>
          <p:nvPr/>
        </p:nvSpPr>
        <p:spPr>
          <a:xfrm>
            <a:off x="6183559" y="3960606"/>
            <a:ext cx="283058" cy="189939"/>
          </a:xfrm>
          <a:custGeom>
            <a:avLst/>
            <a:gdLst/>
            <a:ahLst/>
            <a:cxnLst/>
            <a:rect l="0" t="0" r="r" b="b"/>
            <a:pathLst>
              <a:path w="283058" h="189939">
                <a:moveTo>
                  <a:pt x="283058" y="0"/>
                </a:moveTo>
                <a:lnTo>
                  <a:pt x="0" y="101931"/>
                </a:lnTo>
                <a:lnTo>
                  <a:pt x="158593" y="189939"/>
                </a:lnTo>
                <a:close/>
              </a:path>
            </a:pathLst>
          </a:custGeom>
          <a:solidFill>
            <a:srgbClr val="C07C4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0" name="!!Postać 3"/>
          <p:cNvSpPr/>
          <p:nvPr/>
        </p:nvSpPr>
        <p:spPr>
          <a:xfrm>
            <a:off x="6073838" y="4062537"/>
            <a:ext cx="268314" cy="255305"/>
          </a:xfrm>
          <a:custGeom>
            <a:avLst/>
            <a:gdLst/>
            <a:ahLst/>
            <a:cxnLst/>
            <a:rect l="0" t="0" r="r" b="b"/>
            <a:pathLst>
              <a:path w="268314" h="255305">
                <a:moveTo>
                  <a:pt x="109722" y="0"/>
                </a:moveTo>
                <a:lnTo>
                  <a:pt x="0" y="255305"/>
                </a:lnTo>
                <a:lnTo>
                  <a:pt x="268314" y="88008"/>
                </a:lnTo>
                <a:close/>
              </a:path>
            </a:pathLst>
          </a:custGeom>
          <a:solidFill>
            <a:srgbClr val="9C603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1" name="!!Postać 4"/>
          <p:cNvSpPr/>
          <p:nvPr/>
        </p:nvSpPr>
        <p:spPr>
          <a:xfrm>
            <a:off x="6073838" y="4150545"/>
            <a:ext cx="268314" cy="349579"/>
          </a:xfrm>
          <a:custGeom>
            <a:avLst/>
            <a:gdLst/>
            <a:ahLst/>
            <a:cxnLst/>
            <a:rect l="0" t="0" r="r" b="b"/>
            <a:pathLst>
              <a:path w="268314" h="349579">
                <a:moveTo>
                  <a:pt x="0" y="167296"/>
                </a:moveTo>
                <a:lnTo>
                  <a:pt x="156733" y="349579"/>
                </a:lnTo>
                <a:lnTo>
                  <a:pt x="268314" y="0"/>
                </a:lnTo>
                <a:close/>
              </a:path>
            </a:pathLst>
          </a:custGeom>
          <a:solidFill>
            <a:srgbClr val="C07C4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2" name="!!Postać 5"/>
          <p:cNvSpPr/>
          <p:nvPr/>
        </p:nvSpPr>
        <p:spPr>
          <a:xfrm>
            <a:off x="6073838" y="4317841"/>
            <a:ext cx="156733" cy="335765"/>
          </a:xfrm>
          <a:custGeom>
            <a:avLst/>
            <a:gdLst/>
            <a:ahLst/>
            <a:cxnLst/>
            <a:rect l="0" t="0" r="r" b="b"/>
            <a:pathLst>
              <a:path w="156733" h="335765">
                <a:moveTo>
                  <a:pt x="0" y="0"/>
                </a:moveTo>
                <a:lnTo>
                  <a:pt x="921" y="335765"/>
                </a:lnTo>
                <a:lnTo>
                  <a:pt x="156733" y="182283"/>
                </a:lnTo>
                <a:close/>
              </a:path>
            </a:pathLst>
          </a:custGeom>
          <a:solidFill>
            <a:srgbClr val="9C603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3" name="!!Postać 6"/>
          <p:cNvSpPr/>
          <p:nvPr/>
        </p:nvSpPr>
        <p:spPr>
          <a:xfrm>
            <a:off x="6074759" y="4500124"/>
            <a:ext cx="204800" cy="289558"/>
          </a:xfrm>
          <a:custGeom>
            <a:avLst/>
            <a:gdLst/>
            <a:ahLst/>
            <a:cxnLst/>
            <a:rect l="0" t="0" r="r" b="b"/>
            <a:pathLst>
              <a:path w="204800" h="289558">
                <a:moveTo>
                  <a:pt x="0" y="153483"/>
                </a:moveTo>
                <a:lnTo>
                  <a:pt x="204800" y="289558"/>
                </a:lnTo>
                <a:lnTo>
                  <a:pt x="155812" y="0"/>
                </a:lnTo>
                <a:close/>
              </a:path>
            </a:pathLst>
          </a:custGeom>
          <a:solidFill>
            <a:srgbClr val="7A462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4" name="!!Postać 7"/>
          <p:cNvSpPr/>
          <p:nvPr/>
        </p:nvSpPr>
        <p:spPr>
          <a:xfrm>
            <a:off x="6074759" y="4653607"/>
            <a:ext cx="204800" cy="275510"/>
          </a:xfrm>
          <a:custGeom>
            <a:avLst/>
            <a:gdLst/>
            <a:ahLst/>
            <a:cxnLst/>
            <a:rect l="0" t="0" r="r" b="b"/>
            <a:pathLst>
              <a:path w="204800" h="275510">
                <a:moveTo>
                  <a:pt x="0" y="0"/>
                </a:moveTo>
                <a:lnTo>
                  <a:pt x="53981" y="275510"/>
                </a:lnTo>
                <a:lnTo>
                  <a:pt x="204800" y="136075"/>
                </a:lnTo>
                <a:close/>
              </a:path>
            </a:pathLst>
          </a:custGeom>
          <a:solidFill>
            <a:srgbClr val="9C603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5" name="!!Postać 8"/>
          <p:cNvSpPr/>
          <p:nvPr/>
        </p:nvSpPr>
        <p:spPr>
          <a:xfrm>
            <a:off x="6128740" y="4789682"/>
            <a:ext cx="252632" cy="336813"/>
          </a:xfrm>
          <a:custGeom>
            <a:avLst/>
            <a:gdLst/>
            <a:ahLst/>
            <a:cxnLst/>
            <a:rect l="0" t="0" r="r" b="b"/>
            <a:pathLst>
              <a:path w="252632" h="336813">
                <a:moveTo>
                  <a:pt x="0" y="139435"/>
                </a:moveTo>
                <a:lnTo>
                  <a:pt x="252632" y="336813"/>
                </a:lnTo>
                <a:lnTo>
                  <a:pt x="150819" y="0"/>
                </a:lnTo>
                <a:close/>
              </a:path>
            </a:pathLst>
          </a:custGeom>
          <a:solidFill>
            <a:srgbClr val="7A462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6" name="!!Postać 9"/>
          <p:cNvSpPr/>
          <p:nvPr/>
        </p:nvSpPr>
        <p:spPr>
          <a:xfrm>
            <a:off x="6128740" y="4929117"/>
            <a:ext cx="161491" cy="275745"/>
          </a:xfrm>
          <a:custGeom>
            <a:avLst/>
            <a:gdLst/>
            <a:ahLst/>
            <a:cxnLst/>
            <a:rect l="0" t="0" r="r" b="b"/>
            <a:pathLst>
              <a:path w="161491" h="275745">
                <a:moveTo>
                  <a:pt x="0" y="0"/>
                </a:moveTo>
                <a:lnTo>
                  <a:pt x="80570" y="218505"/>
                </a:lnTo>
                <a:lnTo>
                  <a:pt x="161491" y="275745"/>
                </a:lnTo>
                <a:close/>
              </a:path>
            </a:pathLst>
          </a:custGeom>
          <a:solidFill>
            <a:srgbClr val="9C603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7" name="!!Postać 10"/>
          <p:cNvSpPr/>
          <p:nvPr/>
        </p:nvSpPr>
        <p:spPr>
          <a:xfrm>
            <a:off x="6128740" y="4929117"/>
            <a:ext cx="252632" cy="275745"/>
          </a:xfrm>
          <a:custGeom>
            <a:avLst/>
            <a:gdLst/>
            <a:ahLst/>
            <a:cxnLst/>
            <a:rect l="0" t="0" r="r" b="b"/>
            <a:pathLst>
              <a:path w="252632" h="275745">
                <a:moveTo>
                  <a:pt x="0" y="0"/>
                </a:moveTo>
                <a:lnTo>
                  <a:pt x="161491" y="275745"/>
                </a:lnTo>
                <a:lnTo>
                  <a:pt x="252632" y="197378"/>
                </a:lnTo>
                <a:close/>
              </a:path>
            </a:pathLst>
          </a:custGeom>
          <a:solidFill>
            <a:srgbClr val="7A462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8" name="!!Postać 11"/>
          <p:cNvSpPr/>
          <p:nvPr/>
        </p:nvSpPr>
        <p:spPr>
          <a:xfrm>
            <a:off x="6466617" y="3960606"/>
            <a:ext cx="299309" cy="154186"/>
          </a:xfrm>
          <a:custGeom>
            <a:avLst/>
            <a:gdLst/>
            <a:ahLst/>
            <a:cxnLst/>
            <a:rect l="0" t="0" r="r" b="b"/>
            <a:pathLst>
              <a:path w="299309" h="154186">
                <a:moveTo>
                  <a:pt x="0" y="0"/>
                </a:moveTo>
                <a:lnTo>
                  <a:pt x="299309" y="30425"/>
                </a:lnTo>
                <a:lnTo>
                  <a:pt x="166718" y="154186"/>
                </a:lnTo>
                <a:close/>
              </a:path>
            </a:pathLst>
          </a:custGeom>
          <a:solidFill>
            <a:srgbClr val="9C603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9" name="!!Postać 12"/>
          <p:cNvSpPr/>
          <p:nvPr/>
        </p:nvSpPr>
        <p:spPr>
          <a:xfrm>
            <a:off x="6633335" y="3991031"/>
            <a:ext cx="300817" cy="221177"/>
          </a:xfrm>
          <a:custGeom>
            <a:avLst/>
            <a:gdLst/>
            <a:ahLst/>
            <a:cxnLst/>
            <a:rect l="0" t="0" r="r" b="b"/>
            <a:pathLst>
              <a:path w="300817" h="221177">
                <a:moveTo>
                  <a:pt x="132591" y="0"/>
                </a:moveTo>
                <a:lnTo>
                  <a:pt x="300817" y="221177"/>
                </a:lnTo>
                <a:lnTo>
                  <a:pt x="0" y="123761"/>
                </a:lnTo>
                <a:close/>
              </a:path>
            </a:pathLst>
          </a:custGeom>
          <a:solidFill>
            <a:srgbClr val="7A462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0" name="!!Postać 13"/>
          <p:cNvSpPr/>
          <p:nvPr/>
        </p:nvSpPr>
        <p:spPr>
          <a:xfrm>
            <a:off x="6633335" y="4114792"/>
            <a:ext cx="300817" cy="312201"/>
          </a:xfrm>
          <a:custGeom>
            <a:avLst/>
            <a:gdLst/>
            <a:ahLst/>
            <a:cxnLst/>
            <a:rect l="0" t="0" r="r" b="b"/>
            <a:pathLst>
              <a:path w="300817" h="312201">
                <a:moveTo>
                  <a:pt x="300817" y="97416"/>
                </a:moveTo>
                <a:lnTo>
                  <a:pt x="192838" y="312201"/>
                </a:lnTo>
                <a:lnTo>
                  <a:pt x="0" y="0"/>
                </a:lnTo>
                <a:close/>
              </a:path>
            </a:pathLst>
          </a:custGeom>
          <a:solidFill>
            <a:srgbClr val="9C603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1" name="!!Postać 14"/>
          <p:cNvSpPr/>
          <p:nvPr/>
        </p:nvSpPr>
        <p:spPr>
          <a:xfrm>
            <a:off x="6826173" y="4212208"/>
            <a:ext cx="188314" cy="326015"/>
          </a:xfrm>
          <a:custGeom>
            <a:avLst/>
            <a:gdLst/>
            <a:ahLst/>
            <a:cxnLst/>
            <a:rect l="0" t="0" r="r" b="b"/>
            <a:pathLst>
              <a:path w="188314" h="326015">
                <a:moveTo>
                  <a:pt x="107979" y="0"/>
                </a:moveTo>
                <a:lnTo>
                  <a:pt x="188314" y="326015"/>
                </a:lnTo>
                <a:lnTo>
                  <a:pt x="0" y="214785"/>
                </a:lnTo>
                <a:close/>
              </a:path>
            </a:pathLst>
          </a:custGeom>
          <a:solidFill>
            <a:srgbClr val="7A462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2" name="!!Postać 15"/>
          <p:cNvSpPr/>
          <p:nvPr/>
        </p:nvSpPr>
        <p:spPr>
          <a:xfrm>
            <a:off x="6826173" y="4426993"/>
            <a:ext cx="188314" cy="292808"/>
          </a:xfrm>
          <a:custGeom>
            <a:avLst/>
            <a:gdLst/>
            <a:ahLst/>
            <a:cxnLst/>
            <a:rect l="0" t="0" r="r" b="b"/>
            <a:pathLst>
              <a:path w="188314" h="292808">
                <a:moveTo>
                  <a:pt x="188314" y="111229"/>
                </a:moveTo>
                <a:lnTo>
                  <a:pt x="22517" y="292808"/>
                </a:lnTo>
                <a:lnTo>
                  <a:pt x="0" y="0"/>
                </a:lnTo>
                <a:close/>
              </a:path>
            </a:pathLst>
          </a:custGeom>
          <a:solidFill>
            <a:srgbClr val="5D331C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3" name="!!Postać 16"/>
          <p:cNvSpPr/>
          <p:nvPr/>
        </p:nvSpPr>
        <p:spPr>
          <a:xfrm>
            <a:off x="6848690" y="4538223"/>
            <a:ext cx="180071" cy="280385"/>
          </a:xfrm>
          <a:custGeom>
            <a:avLst/>
            <a:gdLst/>
            <a:ahLst/>
            <a:cxnLst/>
            <a:rect l="0" t="0" r="r" b="b"/>
            <a:pathLst>
              <a:path w="180071" h="280385">
                <a:moveTo>
                  <a:pt x="165797" y="0"/>
                </a:moveTo>
                <a:lnTo>
                  <a:pt x="180071" y="280385"/>
                </a:lnTo>
                <a:lnTo>
                  <a:pt x="0" y="181579"/>
                </a:lnTo>
                <a:close/>
              </a:path>
            </a:pathLst>
          </a:custGeom>
          <a:solidFill>
            <a:srgbClr val="7A462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4" name="!!Postać 17"/>
          <p:cNvSpPr/>
          <p:nvPr/>
        </p:nvSpPr>
        <p:spPr>
          <a:xfrm>
            <a:off x="6831383" y="4719802"/>
            <a:ext cx="197378" cy="351439"/>
          </a:xfrm>
          <a:custGeom>
            <a:avLst/>
            <a:gdLst/>
            <a:ahLst/>
            <a:cxnLst/>
            <a:rect l="0" t="0" r="r" b="b"/>
            <a:pathLst>
              <a:path w="197378" h="351439">
                <a:moveTo>
                  <a:pt x="197378" y="98806"/>
                </a:moveTo>
                <a:lnTo>
                  <a:pt x="0" y="351439"/>
                </a:lnTo>
                <a:lnTo>
                  <a:pt x="17307" y="0"/>
                </a:lnTo>
                <a:close/>
              </a:path>
            </a:pathLst>
          </a:custGeom>
          <a:solidFill>
            <a:srgbClr val="5D331C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5" name="!!Postać 18"/>
          <p:cNvSpPr/>
          <p:nvPr/>
        </p:nvSpPr>
        <p:spPr>
          <a:xfrm>
            <a:off x="6938776" y="4818608"/>
            <a:ext cx="89985" cy="306622"/>
          </a:xfrm>
          <a:custGeom>
            <a:avLst/>
            <a:gdLst/>
            <a:ahLst/>
            <a:cxnLst/>
            <a:rect l="0" t="0" r="r" b="b"/>
            <a:pathLst>
              <a:path w="89985" h="306622">
                <a:moveTo>
                  <a:pt x="89985" y="0"/>
                </a:moveTo>
                <a:lnTo>
                  <a:pt x="64670" y="231506"/>
                </a:lnTo>
                <a:lnTo>
                  <a:pt x="0" y="306622"/>
                </a:lnTo>
                <a:close/>
              </a:path>
            </a:pathLst>
          </a:custGeom>
          <a:solidFill>
            <a:srgbClr val="7A462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6" name="!!Postać 19"/>
          <p:cNvSpPr/>
          <p:nvPr/>
        </p:nvSpPr>
        <p:spPr>
          <a:xfrm>
            <a:off x="6831383" y="4818608"/>
            <a:ext cx="197378" cy="306622"/>
          </a:xfrm>
          <a:custGeom>
            <a:avLst/>
            <a:gdLst/>
            <a:ahLst/>
            <a:cxnLst/>
            <a:rect l="0" t="0" r="r" b="b"/>
            <a:pathLst>
              <a:path w="197378" h="306622">
                <a:moveTo>
                  <a:pt x="197378" y="0"/>
                </a:moveTo>
                <a:lnTo>
                  <a:pt x="107393" y="306622"/>
                </a:lnTo>
                <a:lnTo>
                  <a:pt x="0" y="252632"/>
                </a:lnTo>
                <a:close/>
              </a:path>
            </a:pathLst>
          </a:custGeom>
          <a:solidFill>
            <a:srgbClr val="5D331C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7" name="!!Postać 20"/>
          <p:cNvSpPr/>
          <p:nvPr/>
        </p:nvSpPr>
        <p:spPr>
          <a:xfrm>
            <a:off x="6342152" y="3960606"/>
            <a:ext cx="291183" cy="189939"/>
          </a:xfrm>
          <a:custGeom>
            <a:avLst/>
            <a:gdLst/>
            <a:ahLst/>
            <a:cxnLst/>
            <a:rect l="0" t="0" r="r" b="b"/>
            <a:pathLst>
              <a:path w="291183" h="189939">
                <a:moveTo>
                  <a:pt x="124465" y="0"/>
                </a:moveTo>
                <a:lnTo>
                  <a:pt x="0" y="189939"/>
                </a:lnTo>
                <a:lnTo>
                  <a:pt x="291183" y="154186"/>
                </a:lnTo>
                <a:close/>
              </a:path>
            </a:pathLst>
          </a:custGeom>
          <a:solidFill>
            <a:srgbClr val="9C603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8" name="!!Postać 21"/>
          <p:cNvSpPr/>
          <p:nvPr/>
        </p:nvSpPr>
        <p:spPr>
          <a:xfrm>
            <a:off x="6452235" y="5634355"/>
            <a:ext cx="100012" cy="373380"/>
          </a:xfrm>
          <a:custGeom>
            <a:avLst/>
            <a:gdLst/>
            <a:ahLst/>
            <a:cxnLst/>
            <a:rect l="0" t="0" r="r" b="b"/>
            <a:pathLst>
              <a:path w="100012" h="373380">
                <a:moveTo>
                  <a:pt x="0" y="0"/>
                </a:moveTo>
                <a:lnTo>
                  <a:pt x="100012" y="0"/>
                </a:lnTo>
                <a:lnTo>
                  <a:pt x="20002" y="373380"/>
                </a:lnTo>
                <a:close/>
              </a:path>
            </a:pathLst>
          </a:custGeom>
          <a:solidFill>
            <a:srgbClr val="E2E2E2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9" name="!!Postać 22"/>
          <p:cNvSpPr/>
          <p:nvPr/>
        </p:nvSpPr>
        <p:spPr>
          <a:xfrm>
            <a:off x="6472238" y="5634355"/>
            <a:ext cx="80010" cy="373380"/>
          </a:xfrm>
          <a:custGeom>
            <a:avLst/>
            <a:gdLst/>
            <a:ahLst/>
            <a:cxnLst/>
            <a:rect l="0" t="0" r="r" b="b"/>
            <a:pathLst>
              <a:path w="80010" h="373380">
                <a:moveTo>
                  <a:pt x="80010" y="0"/>
                </a:moveTo>
                <a:lnTo>
                  <a:pt x="66675" y="373380"/>
                </a:lnTo>
                <a:lnTo>
                  <a:pt x="0" y="373380"/>
                </a:lnTo>
                <a:close/>
              </a:path>
            </a:pathLst>
          </a:custGeom>
          <a:solidFill>
            <a:srgbClr val="CDCDCD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0" name="!!Postać 23"/>
          <p:cNvSpPr/>
          <p:nvPr/>
        </p:nvSpPr>
        <p:spPr>
          <a:xfrm>
            <a:off x="6318885" y="5994400"/>
            <a:ext cx="253365" cy="80010"/>
          </a:xfrm>
          <a:custGeom>
            <a:avLst/>
            <a:gdLst/>
            <a:ahLst/>
            <a:cxnLst/>
            <a:rect l="0" t="0" r="r" b="b"/>
            <a:pathLst>
              <a:path w="253365" h="80010">
                <a:moveTo>
                  <a:pt x="80010" y="0"/>
                </a:moveTo>
                <a:lnTo>
                  <a:pt x="240030" y="0"/>
                </a:lnTo>
                <a:lnTo>
                  <a:pt x="253365" y="80010"/>
                </a:lnTo>
                <a:lnTo>
                  <a:pt x="0" y="66675"/>
                </a:lnTo>
                <a:close/>
              </a:path>
            </a:pathLst>
          </a:custGeom>
          <a:solidFill>
            <a:srgbClr val="F2F2F2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1" name="!!Postać 24"/>
          <p:cNvSpPr/>
          <p:nvPr/>
        </p:nvSpPr>
        <p:spPr>
          <a:xfrm>
            <a:off x="6305550" y="6061075"/>
            <a:ext cx="266700" cy="66675"/>
          </a:xfrm>
          <a:custGeom>
            <a:avLst/>
            <a:gdLst/>
            <a:ahLst/>
            <a:cxnLst/>
            <a:rect l="0" t="0" r="r" b="b"/>
            <a:pathLst>
              <a:path w="266700" h="66675">
                <a:moveTo>
                  <a:pt x="13335" y="0"/>
                </a:moveTo>
                <a:lnTo>
                  <a:pt x="266700" y="13335"/>
                </a:lnTo>
                <a:lnTo>
                  <a:pt x="253365" y="66675"/>
                </a:lnTo>
                <a:lnTo>
                  <a:pt x="0" y="66675"/>
                </a:lnTo>
                <a:close/>
              </a:path>
            </a:pathLst>
          </a:custGeom>
          <a:solidFill>
            <a:srgbClr val="EE3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2" name="!!Postać 25"/>
          <p:cNvSpPr/>
          <p:nvPr/>
        </p:nvSpPr>
        <p:spPr>
          <a:xfrm>
            <a:off x="6592253" y="5634355"/>
            <a:ext cx="80010" cy="373380"/>
          </a:xfrm>
          <a:custGeom>
            <a:avLst/>
            <a:gdLst/>
            <a:ahLst/>
            <a:cxnLst/>
            <a:rect l="0" t="0" r="r" b="b"/>
            <a:pathLst>
              <a:path w="80010" h="373380">
                <a:moveTo>
                  <a:pt x="0" y="0"/>
                </a:moveTo>
                <a:lnTo>
                  <a:pt x="80010" y="373380"/>
                </a:lnTo>
                <a:lnTo>
                  <a:pt x="13335" y="373380"/>
                </a:lnTo>
                <a:close/>
              </a:path>
            </a:pathLst>
          </a:custGeom>
          <a:solidFill>
            <a:srgbClr val="D2D2D2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3" name="!!Postać 26"/>
          <p:cNvSpPr/>
          <p:nvPr/>
        </p:nvSpPr>
        <p:spPr>
          <a:xfrm>
            <a:off x="6592253" y="5634355"/>
            <a:ext cx="100012" cy="373380"/>
          </a:xfrm>
          <a:custGeom>
            <a:avLst/>
            <a:gdLst/>
            <a:ahLst/>
            <a:cxnLst/>
            <a:rect l="0" t="0" r="r" b="b"/>
            <a:pathLst>
              <a:path w="100012" h="373380">
                <a:moveTo>
                  <a:pt x="0" y="0"/>
                </a:moveTo>
                <a:lnTo>
                  <a:pt x="100012" y="0"/>
                </a:lnTo>
                <a:lnTo>
                  <a:pt x="80010" y="373380"/>
                </a:lnTo>
                <a:close/>
              </a:path>
            </a:pathLst>
          </a:custGeom>
          <a:solidFill>
            <a:srgbClr val="BABAB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4" name="!!Postać 27"/>
          <p:cNvSpPr/>
          <p:nvPr/>
        </p:nvSpPr>
        <p:spPr>
          <a:xfrm>
            <a:off x="6572250" y="5994400"/>
            <a:ext cx="253365" cy="80010"/>
          </a:xfrm>
          <a:custGeom>
            <a:avLst/>
            <a:gdLst/>
            <a:ahLst/>
            <a:cxnLst/>
            <a:rect l="0" t="0" r="r" b="b"/>
            <a:pathLst>
              <a:path w="253365" h="80010">
                <a:moveTo>
                  <a:pt x="13335" y="0"/>
                </a:moveTo>
                <a:lnTo>
                  <a:pt x="173355" y="0"/>
                </a:lnTo>
                <a:lnTo>
                  <a:pt x="253365" y="66675"/>
                </a:lnTo>
                <a:lnTo>
                  <a:pt x="0" y="80010"/>
                </a:lnTo>
                <a:close/>
              </a:path>
            </a:pathLst>
          </a:custGeom>
          <a:solidFill>
            <a:srgbClr val="DCDCDC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5" name="!!Postać 28"/>
          <p:cNvSpPr/>
          <p:nvPr/>
        </p:nvSpPr>
        <p:spPr>
          <a:xfrm>
            <a:off x="6572250" y="6061075"/>
            <a:ext cx="266700" cy="66675"/>
          </a:xfrm>
          <a:custGeom>
            <a:avLst/>
            <a:gdLst/>
            <a:ahLst/>
            <a:cxnLst/>
            <a:rect l="0" t="0" r="r" b="b"/>
            <a:pathLst>
              <a:path w="266700" h="66675">
                <a:moveTo>
                  <a:pt x="0" y="13335"/>
                </a:moveTo>
                <a:lnTo>
                  <a:pt x="253365" y="0"/>
                </a:lnTo>
                <a:lnTo>
                  <a:pt x="266700" y="66675"/>
                </a:lnTo>
                <a:lnTo>
                  <a:pt x="13335" y="66675"/>
                </a:lnTo>
                <a:close/>
              </a:path>
            </a:pathLst>
          </a:custGeom>
          <a:solidFill>
            <a:srgbClr val="CF1723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6" name="!!Postać 29"/>
          <p:cNvSpPr/>
          <p:nvPr/>
        </p:nvSpPr>
        <p:spPr>
          <a:xfrm>
            <a:off x="6518910" y="4780915"/>
            <a:ext cx="106680" cy="120015"/>
          </a:xfrm>
          <a:custGeom>
            <a:avLst/>
            <a:gdLst/>
            <a:ahLst/>
            <a:cxnLst/>
            <a:rect l="0" t="0" r="r" b="b"/>
            <a:pathLst>
              <a:path w="106680" h="120015">
                <a:moveTo>
                  <a:pt x="0" y="0"/>
                </a:moveTo>
                <a:lnTo>
                  <a:pt x="106680" y="0"/>
                </a:lnTo>
                <a:lnTo>
                  <a:pt x="106680" y="120015"/>
                </a:lnTo>
                <a:lnTo>
                  <a:pt x="0" y="120015"/>
                </a:lnTo>
                <a:close/>
              </a:path>
            </a:pathLst>
          </a:custGeom>
          <a:solidFill>
            <a:srgbClr val="C4C4C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7" name="!!Postać 30"/>
          <p:cNvSpPr/>
          <p:nvPr/>
        </p:nvSpPr>
        <p:spPr>
          <a:xfrm>
            <a:off x="6318885" y="4860925"/>
            <a:ext cx="253365" cy="306705"/>
          </a:xfrm>
          <a:custGeom>
            <a:avLst/>
            <a:gdLst/>
            <a:ahLst/>
            <a:cxnLst/>
            <a:rect l="0" t="0" r="r" b="b"/>
            <a:pathLst>
              <a:path w="253365" h="306705">
                <a:moveTo>
                  <a:pt x="0" y="66675"/>
                </a:moveTo>
                <a:lnTo>
                  <a:pt x="253365" y="0"/>
                </a:lnTo>
                <a:lnTo>
                  <a:pt x="253365" y="306705"/>
                </a:lnTo>
                <a:close/>
              </a:path>
            </a:pathLst>
          </a:custGeom>
          <a:solidFill>
            <a:srgbClr val="EE3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8" name="!!Postać 31"/>
          <p:cNvSpPr/>
          <p:nvPr/>
        </p:nvSpPr>
        <p:spPr>
          <a:xfrm>
            <a:off x="6572250" y="4860925"/>
            <a:ext cx="253365" cy="306705"/>
          </a:xfrm>
          <a:custGeom>
            <a:avLst/>
            <a:gdLst/>
            <a:ahLst/>
            <a:cxnLst/>
            <a:rect l="0" t="0" r="r" b="b"/>
            <a:pathLst>
              <a:path w="253365" h="306705">
                <a:moveTo>
                  <a:pt x="0" y="0"/>
                </a:moveTo>
                <a:lnTo>
                  <a:pt x="253365" y="66675"/>
                </a:lnTo>
                <a:lnTo>
                  <a:pt x="0" y="306705"/>
                </a:lnTo>
                <a:close/>
              </a:path>
            </a:pathLst>
          </a:custGeom>
          <a:solidFill>
            <a:srgbClr val="CF1723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9" name="!!Postać 32"/>
          <p:cNvSpPr/>
          <p:nvPr/>
        </p:nvSpPr>
        <p:spPr>
          <a:xfrm>
            <a:off x="6318885" y="4927600"/>
            <a:ext cx="253365" cy="320040"/>
          </a:xfrm>
          <a:custGeom>
            <a:avLst/>
            <a:gdLst/>
            <a:ahLst/>
            <a:cxnLst/>
            <a:rect l="0" t="0" r="r" b="b"/>
            <a:pathLst>
              <a:path w="253365" h="320040">
                <a:moveTo>
                  <a:pt x="0" y="0"/>
                </a:moveTo>
                <a:lnTo>
                  <a:pt x="253365" y="240030"/>
                </a:lnTo>
                <a:lnTo>
                  <a:pt x="253365" y="320040"/>
                </a:lnTo>
                <a:lnTo>
                  <a:pt x="66675" y="320040"/>
                </a:lnTo>
                <a:close/>
              </a:path>
            </a:pathLst>
          </a:custGeom>
          <a:solidFill>
            <a:srgbClr val="CF1723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0" name="!!Postać 33"/>
          <p:cNvSpPr/>
          <p:nvPr/>
        </p:nvSpPr>
        <p:spPr>
          <a:xfrm>
            <a:off x="6572250" y="4927600"/>
            <a:ext cx="253365" cy="320040"/>
          </a:xfrm>
          <a:custGeom>
            <a:avLst/>
            <a:gdLst/>
            <a:ahLst/>
            <a:cxnLst/>
            <a:rect l="0" t="0" r="r" b="b"/>
            <a:pathLst>
              <a:path w="253365" h="320040">
                <a:moveTo>
                  <a:pt x="253365" y="0"/>
                </a:moveTo>
                <a:lnTo>
                  <a:pt x="186690" y="320040"/>
                </a:lnTo>
                <a:lnTo>
                  <a:pt x="0" y="320040"/>
                </a:lnTo>
                <a:lnTo>
                  <a:pt x="0" y="240030"/>
                </a:lnTo>
                <a:close/>
              </a:path>
            </a:pathLst>
          </a:custGeom>
          <a:solidFill>
            <a:srgbClr val="95161D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1" name="!!Postać 34"/>
          <p:cNvSpPr/>
          <p:nvPr/>
        </p:nvSpPr>
        <p:spPr>
          <a:xfrm>
            <a:off x="6385560" y="5234305"/>
            <a:ext cx="186690" cy="440055"/>
          </a:xfrm>
          <a:custGeom>
            <a:avLst/>
            <a:gdLst/>
            <a:ahLst/>
            <a:cxnLst/>
            <a:rect l="0" t="0" r="r" b="b"/>
            <a:pathLst>
              <a:path w="186690" h="440055">
                <a:moveTo>
                  <a:pt x="0" y="0"/>
                </a:moveTo>
                <a:lnTo>
                  <a:pt x="186690" y="0"/>
                </a:lnTo>
                <a:lnTo>
                  <a:pt x="26670" y="440055"/>
                </a:lnTo>
                <a:close/>
              </a:path>
            </a:pathLst>
          </a:custGeom>
          <a:solidFill>
            <a:srgbClr val="EE3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2" name="!!Postać 35"/>
          <p:cNvSpPr/>
          <p:nvPr/>
        </p:nvSpPr>
        <p:spPr>
          <a:xfrm>
            <a:off x="6212205" y="5234305"/>
            <a:ext cx="200025" cy="440055"/>
          </a:xfrm>
          <a:custGeom>
            <a:avLst/>
            <a:gdLst/>
            <a:ahLst/>
            <a:cxnLst/>
            <a:rect l="0" t="0" r="r" b="b"/>
            <a:pathLst>
              <a:path w="200025" h="440055">
                <a:moveTo>
                  <a:pt x="173355" y="0"/>
                </a:moveTo>
                <a:lnTo>
                  <a:pt x="200025" y="440055"/>
                </a:lnTo>
                <a:lnTo>
                  <a:pt x="0" y="440055"/>
                </a:lnTo>
                <a:close/>
              </a:path>
            </a:pathLst>
          </a:custGeom>
          <a:solidFill>
            <a:srgbClr val="CF1723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3" name="!!Postać 36"/>
          <p:cNvSpPr/>
          <p:nvPr/>
        </p:nvSpPr>
        <p:spPr>
          <a:xfrm>
            <a:off x="6412230" y="5234305"/>
            <a:ext cx="160020" cy="440055"/>
          </a:xfrm>
          <a:custGeom>
            <a:avLst/>
            <a:gdLst/>
            <a:ahLst/>
            <a:cxnLst/>
            <a:rect l="0" t="0" r="r" b="b"/>
            <a:pathLst>
              <a:path w="160020" h="440055">
                <a:moveTo>
                  <a:pt x="160020" y="0"/>
                </a:moveTo>
                <a:lnTo>
                  <a:pt x="160020" y="440055"/>
                </a:lnTo>
                <a:lnTo>
                  <a:pt x="0" y="440055"/>
                </a:lnTo>
                <a:close/>
              </a:path>
            </a:pathLst>
          </a:custGeom>
          <a:solidFill>
            <a:srgbClr val="CF1723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4" name="!!Postać 37"/>
          <p:cNvSpPr/>
          <p:nvPr/>
        </p:nvSpPr>
        <p:spPr>
          <a:xfrm>
            <a:off x="6572250" y="5234305"/>
            <a:ext cx="160020" cy="440055"/>
          </a:xfrm>
          <a:custGeom>
            <a:avLst/>
            <a:gdLst/>
            <a:ahLst/>
            <a:cxnLst/>
            <a:rect l="0" t="0" r="r" b="b"/>
            <a:pathLst>
              <a:path w="160020" h="440055">
                <a:moveTo>
                  <a:pt x="0" y="0"/>
                </a:moveTo>
                <a:lnTo>
                  <a:pt x="160020" y="440055"/>
                </a:lnTo>
                <a:lnTo>
                  <a:pt x="0" y="440055"/>
                </a:lnTo>
                <a:close/>
              </a:path>
            </a:pathLst>
          </a:custGeom>
          <a:solidFill>
            <a:srgbClr val="95161D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5" name="!!Postać 38"/>
          <p:cNvSpPr/>
          <p:nvPr/>
        </p:nvSpPr>
        <p:spPr>
          <a:xfrm>
            <a:off x="6572250" y="5234305"/>
            <a:ext cx="186690" cy="440055"/>
          </a:xfrm>
          <a:custGeom>
            <a:avLst/>
            <a:gdLst/>
            <a:ahLst/>
            <a:cxnLst/>
            <a:rect l="0" t="0" r="r" b="b"/>
            <a:pathLst>
              <a:path w="186690" h="440055">
                <a:moveTo>
                  <a:pt x="0" y="0"/>
                </a:moveTo>
                <a:lnTo>
                  <a:pt x="186690" y="0"/>
                </a:lnTo>
                <a:lnTo>
                  <a:pt x="160020" y="440055"/>
                </a:lnTo>
                <a:close/>
              </a:path>
            </a:pathLst>
          </a:custGeom>
          <a:solidFill>
            <a:srgbClr val="CF1723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6" name="!!Postać 39"/>
          <p:cNvSpPr/>
          <p:nvPr/>
        </p:nvSpPr>
        <p:spPr>
          <a:xfrm>
            <a:off x="6732270" y="5234305"/>
            <a:ext cx="200025" cy="440055"/>
          </a:xfrm>
          <a:custGeom>
            <a:avLst/>
            <a:gdLst/>
            <a:ahLst/>
            <a:cxnLst/>
            <a:rect l="0" t="0" r="r" b="b"/>
            <a:pathLst>
              <a:path w="200025" h="440055">
                <a:moveTo>
                  <a:pt x="26670" y="0"/>
                </a:moveTo>
                <a:lnTo>
                  <a:pt x="200025" y="440055"/>
                </a:lnTo>
                <a:lnTo>
                  <a:pt x="0" y="440055"/>
                </a:lnTo>
                <a:close/>
              </a:path>
            </a:pathLst>
          </a:custGeom>
          <a:solidFill>
            <a:srgbClr val="95161D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7" name="!!Postać 40"/>
          <p:cNvSpPr/>
          <p:nvPr/>
        </p:nvSpPr>
        <p:spPr>
          <a:xfrm>
            <a:off x="6479618" y="4066491"/>
            <a:ext cx="348766" cy="349001"/>
          </a:xfrm>
          <a:custGeom>
            <a:avLst/>
            <a:gdLst/>
            <a:ahLst/>
            <a:cxnLst/>
            <a:rect l="0" t="0" r="r" b="b"/>
            <a:pathLst>
              <a:path w="348766" h="349001">
                <a:moveTo>
                  <a:pt x="0" y="0"/>
                </a:moveTo>
                <a:lnTo>
                  <a:pt x="348766" y="104963"/>
                </a:lnTo>
                <a:lnTo>
                  <a:pt x="2547" y="349001"/>
                </a:lnTo>
                <a:close/>
              </a:path>
            </a:pathLst>
          </a:custGeom>
          <a:solidFill>
            <a:srgbClr val="ECECEC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8" name="!!Postać 41"/>
          <p:cNvSpPr/>
          <p:nvPr/>
        </p:nvSpPr>
        <p:spPr>
          <a:xfrm>
            <a:off x="6482164" y="4171454"/>
            <a:ext cx="411460" cy="421914"/>
          </a:xfrm>
          <a:custGeom>
            <a:avLst/>
            <a:gdLst/>
            <a:ahLst/>
            <a:cxnLst/>
            <a:rect l="0" t="0" r="r" b="b"/>
            <a:pathLst>
              <a:path w="411460" h="421914">
                <a:moveTo>
                  <a:pt x="346220" y="0"/>
                </a:moveTo>
                <a:lnTo>
                  <a:pt x="411460" y="421914"/>
                </a:lnTo>
                <a:lnTo>
                  <a:pt x="0" y="244038"/>
                </a:lnTo>
                <a:close/>
              </a:path>
            </a:pathLst>
          </a:custGeom>
          <a:solidFill>
            <a:srgbClr val="DADAD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9" name="!!Postać 42"/>
          <p:cNvSpPr/>
          <p:nvPr/>
        </p:nvSpPr>
        <p:spPr>
          <a:xfrm>
            <a:off x="6482164" y="4415492"/>
            <a:ext cx="411460" cy="405428"/>
          </a:xfrm>
          <a:custGeom>
            <a:avLst/>
            <a:gdLst/>
            <a:ahLst/>
            <a:cxnLst/>
            <a:rect l="0" t="0" r="r" b="b"/>
            <a:pathLst>
              <a:path w="411460" h="405428">
                <a:moveTo>
                  <a:pt x="411460" y="177877"/>
                </a:moveTo>
                <a:lnTo>
                  <a:pt x="90086" y="405428"/>
                </a:lnTo>
                <a:lnTo>
                  <a:pt x="0" y="0"/>
                </a:lnTo>
                <a:close/>
              </a:path>
            </a:pathLst>
          </a:custGeom>
          <a:solidFill>
            <a:srgbClr val="CECEC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0" name="!!Postać 43"/>
          <p:cNvSpPr/>
          <p:nvPr/>
        </p:nvSpPr>
        <p:spPr>
          <a:xfrm>
            <a:off x="6205373" y="4415492"/>
            <a:ext cx="366877" cy="405428"/>
          </a:xfrm>
          <a:custGeom>
            <a:avLst/>
            <a:gdLst/>
            <a:ahLst/>
            <a:cxnLst/>
            <a:rect l="0" t="0" r="r" b="b"/>
            <a:pathLst>
              <a:path w="366877" h="405428">
                <a:moveTo>
                  <a:pt x="366877" y="405428"/>
                </a:moveTo>
                <a:lnTo>
                  <a:pt x="0" y="262383"/>
                </a:lnTo>
                <a:lnTo>
                  <a:pt x="276792" y="0"/>
                </a:lnTo>
                <a:close/>
              </a:path>
            </a:pathLst>
          </a:custGeom>
          <a:solidFill>
            <a:srgbClr val="E2E2E2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1" name="!!Postać 44"/>
          <p:cNvSpPr/>
          <p:nvPr/>
        </p:nvSpPr>
        <p:spPr>
          <a:xfrm>
            <a:off x="6166604" y="4252710"/>
            <a:ext cx="315560" cy="425164"/>
          </a:xfrm>
          <a:custGeom>
            <a:avLst/>
            <a:gdLst/>
            <a:ahLst/>
            <a:cxnLst/>
            <a:rect l="0" t="0" r="r" b="b"/>
            <a:pathLst>
              <a:path w="315560" h="425164">
                <a:moveTo>
                  <a:pt x="38768" y="425164"/>
                </a:moveTo>
                <a:lnTo>
                  <a:pt x="0" y="0"/>
                </a:lnTo>
                <a:lnTo>
                  <a:pt x="315560" y="162781"/>
                </a:lnTo>
                <a:close/>
              </a:path>
            </a:pathLst>
          </a:custGeom>
          <a:solidFill>
            <a:srgbClr val="F3F3F3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2" name="!!Postać 45"/>
          <p:cNvSpPr/>
          <p:nvPr/>
        </p:nvSpPr>
        <p:spPr>
          <a:xfrm>
            <a:off x="6166604" y="4066491"/>
            <a:ext cx="315560" cy="349001"/>
          </a:xfrm>
          <a:custGeom>
            <a:avLst/>
            <a:gdLst/>
            <a:ahLst/>
            <a:cxnLst/>
            <a:rect l="0" t="0" r="r" b="b"/>
            <a:pathLst>
              <a:path w="315560" h="349001">
                <a:moveTo>
                  <a:pt x="0" y="186220"/>
                </a:moveTo>
                <a:lnTo>
                  <a:pt x="313014" y="0"/>
                </a:lnTo>
                <a:lnTo>
                  <a:pt x="315560" y="349001"/>
                </a:lnTo>
                <a:close/>
              </a:path>
            </a:pathLst>
          </a:custGeom>
          <a:solidFill>
            <a:srgbClr val="FBFBFB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3" name="!!Postać 46"/>
          <p:cNvSpPr/>
          <p:nvPr/>
        </p:nvSpPr>
        <p:spPr>
          <a:xfrm>
            <a:off x="6166604" y="4066491"/>
            <a:ext cx="727020" cy="754429"/>
          </a:xfrm>
          <a:custGeom>
            <a:avLst/>
            <a:gdLst/>
            <a:ahLst/>
            <a:cxnLst/>
            <a:rect l="0" t="0" r="r" b="b"/>
            <a:pathLst>
              <a:path w="727020" h="754429">
                <a:moveTo>
                  <a:pt x="313014" y="0"/>
                </a:moveTo>
                <a:lnTo>
                  <a:pt x="661780" y="104963"/>
                </a:lnTo>
                <a:lnTo>
                  <a:pt x="727020" y="526878"/>
                </a:lnTo>
                <a:lnTo>
                  <a:pt x="405646" y="754429"/>
                </a:lnTo>
                <a:lnTo>
                  <a:pt x="38768" y="611384"/>
                </a:lnTo>
                <a:lnTo>
                  <a:pt x="0" y="186220"/>
                </a:lnTo>
                <a:close/>
              </a:path>
            </a:pathLst>
          </a:custGeom>
          <a:solidFill>
            <a:srgbClr val="EE312F">
              <a:alpha val="1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4" name="!!Postać 47"/>
          <p:cNvSpPr/>
          <p:nvPr/>
        </p:nvSpPr>
        <p:spPr>
          <a:xfrm>
            <a:off x="6145008" y="4013548"/>
            <a:ext cx="328109" cy="303950"/>
          </a:xfrm>
          <a:custGeom>
            <a:avLst/>
            <a:gdLst/>
            <a:ahLst/>
            <a:cxnLst/>
            <a:rect l="0" t="0" r="r" b="b"/>
            <a:pathLst>
              <a:path w="328109" h="303950">
                <a:moveTo>
                  <a:pt x="0" y="282119"/>
                </a:moveTo>
                <a:lnTo>
                  <a:pt x="328109" y="0"/>
                </a:lnTo>
                <a:lnTo>
                  <a:pt x="150467" y="303950"/>
                </a:lnTo>
                <a:close/>
              </a:path>
            </a:pathLst>
          </a:custGeom>
          <a:solidFill>
            <a:srgbClr val="9C603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5" name="!!Postać 48"/>
          <p:cNvSpPr/>
          <p:nvPr/>
        </p:nvSpPr>
        <p:spPr>
          <a:xfrm>
            <a:off x="6295475" y="4013548"/>
            <a:ext cx="218505" cy="303950"/>
          </a:xfrm>
          <a:custGeom>
            <a:avLst/>
            <a:gdLst/>
            <a:ahLst/>
            <a:cxnLst/>
            <a:rect l="0" t="0" r="r" b="b"/>
            <a:pathLst>
              <a:path w="218505" h="303950">
                <a:moveTo>
                  <a:pt x="0" y="303950"/>
                </a:moveTo>
                <a:lnTo>
                  <a:pt x="177642" y="0"/>
                </a:lnTo>
                <a:lnTo>
                  <a:pt x="218505" y="223380"/>
                </a:lnTo>
                <a:close/>
              </a:path>
            </a:pathLst>
          </a:custGeom>
          <a:solidFill>
            <a:srgbClr val="C07C4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6" name="!!Postać 49"/>
          <p:cNvSpPr/>
          <p:nvPr/>
        </p:nvSpPr>
        <p:spPr>
          <a:xfrm>
            <a:off x="6473117" y="4013548"/>
            <a:ext cx="259133" cy="250320"/>
          </a:xfrm>
          <a:custGeom>
            <a:avLst/>
            <a:gdLst/>
            <a:ahLst/>
            <a:cxnLst/>
            <a:rect l="0" t="0" r="r" b="b"/>
            <a:pathLst>
              <a:path w="259133" h="250320">
                <a:moveTo>
                  <a:pt x="40863" y="223380"/>
                </a:moveTo>
                <a:lnTo>
                  <a:pt x="0" y="0"/>
                </a:lnTo>
                <a:lnTo>
                  <a:pt x="259133" y="250320"/>
                </a:lnTo>
                <a:close/>
              </a:path>
            </a:pathLst>
          </a:custGeom>
          <a:solidFill>
            <a:srgbClr val="9C603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7" name="!!Postać 50"/>
          <p:cNvSpPr/>
          <p:nvPr/>
        </p:nvSpPr>
        <p:spPr>
          <a:xfrm>
            <a:off x="6473117" y="4013548"/>
            <a:ext cx="398224" cy="250320"/>
          </a:xfrm>
          <a:custGeom>
            <a:avLst/>
            <a:gdLst/>
            <a:ahLst/>
            <a:cxnLst/>
            <a:rect l="0" t="0" r="r" b="b"/>
            <a:pathLst>
              <a:path w="398224" h="250320">
                <a:moveTo>
                  <a:pt x="259133" y="250320"/>
                </a:moveTo>
                <a:lnTo>
                  <a:pt x="0" y="0"/>
                </a:lnTo>
                <a:lnTo>
                  <a:pt x="398224" y="179502"/>
                </a:lnTo>
                <a:close/>
              </a:path>
            </a:pathLst>
          </a:custGeom>
          <a:solidFill>
            <a:srgbClr val="7A462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8" name="!!Postać 51"/>
          <p:cNvSpPr/>
          <p:nvPr/>
        </p:nvSpPr>
        <p:spPr>
          <a:xfrm>
            <a:off x="6121905" y="4271634"/>
            <a:ext cx="129675" cy="558333"/>
          </a:xfrm>
          <a:custGeom>
            <a:avLst/>
            <a:gdLst/>
            <a:ahLst/>
            <a:cxnLst/>
            <a:rect l="0" t="0" r="r" b="b"/>
            <a:pathLst>
              <a:path w="129675" h="558333">
                <a:moveTo>
                  <a:pt x="0" y="0"/>
                </a:moveTo>
                <a:lnTo>
                  <a:pt x="120628" y="52364"/>
                </a:lnTo>
                <a:lnTo>
                  <a:pt x="129675" y="454308"/>
                </a:lnTo>
                <a:lnTo>
                  <a:pt x="48402" y="558333"/>
                </a:lnTo>
                <a:close/>
              </a:path>
            </a:pathLst>
          </a:custGeom>
          <a:solidFill>
            <a:srgbClr val="C07C4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9" name="!!Postać 52"/>
          <p:cNvSpPr/>
          <p:nvPr/>
        </p:nvSpPr>
        <p:spPr>
          <a:xfrm>
            <a:off x="6771957" y="4179002"/>
            <a:ext cx="192486" cy="553458"/>
          </a:xfrm>
          <a:custGeom>
            <a:avLst/>
            <a:gdLst/>
            <a:ahLst/>
            <a:cxnLst/>
            <a:rect l="0" t="0" r="r" b="b"/>
            <a:pathLst>
              <a:path w="192486" h="553458">
                <a:moveTo>
                  <a:pt x="104377" y="0"/>
                </a:moveTo>
                <a:lnTo>
                  <a:pt x="0" y="79992"/>
                </a:lnTo>
                <a:lnTo>
                  <a:pt x="88461" y="472184"/>
                </a:lnTo>
                <a:lnTo>
                  <a:pt x="192486" y="553458"/>
                </a:lnTo>
                <a:close/>
              </a:path>
            </a:pathLst>
          </a:custGeom>
          <a:solidFill>
            <a:srgbClr val="7A462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0" name="!!Postać oko L"/>
          <p:cNvSpPr/>
          <p:nvPr/>
        </p:nvSpPr>
        <p:spPr>
          <a:xfrm>
            <a:off x="6297678" y="4444861"/>
            <a:ext cx="118073" cy="94392"/>
          </a:xfrm>
          <a:custGeom>
            <a:avLst/>
            <a:gdLst/>
            <a:ahLst/>
            <a:cxnLst/>
            <a:rect l="0" t="0" r="r" b="b"/>
            <a:pathLst>
              <a:path w="118073" h="94392">
                <a:moveTo>
                  <a:pt x="42144" y="14978"/>
                </a:moveTo>
                <a:lnTo>
                  <a:pt x="76046" y="17533"/>
                </a:lnTo>
                <a:lnTo>
                  <a:pt x="109948" y="20088"/>
                </a:lnTo>
                <a:lnTo>
                  <a:pt x="118073" y="86266"/>
                </a:lnTo>
                <a:lnTo>
                  <a:pt x="84984" y="90329"/>
                </a:lnTo>
                <a:lnTo>
                  <a:pt x="51895" y="94392"/>
                </a:lnTo>
                <a:lnTo>
                  <a:pt x="44582" y="34831"/>
                </a:lnTo>
                <a:lnTo>
                  <a:pt x="0" y="0"/>
                </a:lnTo>
                <a:close/>
              </a:path>
            </a:pathLst>
          </a:custGeom>
          <a:solidFill>
            <a:srgbClr val="15151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1" name="!!Postać oko P"/>
          <p:cNvSpPr/>
          <p:nvPr/>
        </p:nvSpPr>
        <p:spPr>
          <a:xfrm>
            <a:off x="6606160" y="4394482"/>
            <a:ext cx="101822" cy="112268"/>
          </a:xfrm>
          <a:custGeom>
            <a:avLst/>
            <a:gdLst/>
            <a:ahLst/>
            <a:cxnLst/>
            <a:rect l="0" t="0" r="r" b="b"/>
            <a:pathLst>
              <a:path w="101822" h="112268">
                <a:moveTo>
                  <a:pt x="64553" y="24729"/>
                </a:moveTo>
                <a:lnTo>
                  <a:pt x="32276" y="35409"/>
                </a:lnTo>
                <a:lnTo>
                  <a:pt x="0" y="46090"/>
                </a:lnTo>
                <a:lnTo>
                  <a:pt x="8126" y="112268"/>
                </a:lnTo>
                <a:lnTo>
                  <a:pt x="41215" y="108205"/>
                </a:lnTo>
                <a:lnTo>
                  <a:pt x="74304" y="104142"/>
                </a:lnTo>
                <a:lnTo>
                  <a:pt x="66991" y="44582"/>
                </a:lnTo>
                <a:lnTo>
                  <a:pt x="101822" y="0"/>
                </a:lnTo>
                <a:close/>
              </a:path>
            </a:pathLst>
          </a:custGeom>
          <a:solidFill>
            <a:srgbClr val="15151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2" name="!!Postać brew L"/>
          <p:cNvSpPr/>
          <p:nvPr/>
        </p:nvSpPr>
        <p:spPr>
          <a:xfrm>
            <a:off x="6307898" y="4309255"/>
            <a:ext cx="152905" cy="41684"/>
          </a:xfrm>
          <a:custGeom>
            <a:avLst/>
            <a:gdLst/>
            <a:ahLst/>
            <a:cxnLst/>
            <a:rect l="0" t="0" r="r" b="b"/>
            <a:pathLst>
              <a:path w="152905" h="41684">
                <a:moveTo>
                  <a:pt x="0" y="0"/>
                </a:moveTo>
                <a:lnTo>
                  <a:pt x="149654" y="15213"/>
                </a:lnTo>
                <a:lnTo>
                  <a:pt x="152905" y="41684"/>
                </a:lnTo>
                <a:lnTo>
                  <a:pt x="3250" y="26471"/>
                </a:lnTo>
                <a:close/>
              </a:path>
            </a:pathLst>
          </a:custGeom>
          <a:solidFill>
            <a:srgbClr val="15151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3" name="!!Postać brew P"/>
          <p:cNvSpPr/>
          <p:nvPr/>
        </p:nvSpPr>
        <p:spPr>
          <a:xfrm>
            <a:off x="6563438" y="4260501"/>
            <a:ext cx="144779" cy="77437"/>
          </a:xfrm>
          <a:custGeom>
            <a:avLst/>
            <a:gdLst/>
            <a:ahLst/>
            <a:cxnLst/>
            <a:rect l="0" t="0" r="r" b="b"/>
            <a:pathLst>
              <a:path w="144779" h="77437">
                <a:moveTo>
                  <a:pt x="141529" y="0"/>
                </a:moveTo>
                <a:lnTo>
                  <a:pt x="0" y="50965"/>
                </a:lnTo>
                <a:lnTo>
                  <a:pt x="3250" y="77437"/>
                </a:lnTo>
                <a:lnTo>
                  <a:pt x="144779" y="26471"/>
                </a:lnTo>
                <a:close/>
              </a:path>
            </a:pathLst>
          </a:custGeom>
          <a:solidFill>
            <a:srgbClr val="15151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4" name="!!Postać usta"/>
          <p:cNvSpPr/>
          <p:nvPr/>
        </p:nvSpPr>
        <p:spPr>
          <a:xfrm>
            <a:off x="6481578" y="4635622"/>
            <a:ext cx="148029" cy="68498"/>
          </a:xfrm>
          <a:custGeom>
            <a:avLst/>
            <a:gdLst/>
            <a:ahLst/>
            <a:cxnLst/>
            <a:rect l="0" t="0" r="r" b="b"/>
            <a:pathLst>
              <a:path w="148029" h="68498">
                <a:moveTo>
                  <a:pt x="0" y="48645"/>
                </a:moveTo>
                <a:lnTo>
                  <a:pt x="67920" y="0"/>
                </a:lnTo>
                <a:lnTo>
                  <a:pt x="145592" y="30769"/>
                </a:lnTo>
                <a:lnTo>
                  <a:pt x="148029" y="50622"/>
                </a:lnTo>
                <a:lnTo>
                  <a:pt x="71171" y="26471"/>
                </a:lnTo>
                <a:lnTo>
                  <a:pt x="2438" y="68498"/>
                </a:lnTo>
                <a:close/>
              </a:path>
            </a:pathLst>
          </a:custGeom>
          <a:solidFill>
            <a:srgbClr val="8E121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5" name="!!Postać 58"/>
          <p:cNvSpPr/>
          <p:nvPr/>
        </p:nvSpPr>
        <p:spPr>
          <a:xfrm>
            <a:off x="6225086" y="4893069"/>
            <a:ext cx="178909" cy="225025"/>
          </a:xfrm>
          <a:custGeom>
            <a:avLst/>
            <a:gdLst/>
            <a:ahLst/>
            <a:cxnLst/>
            <a:rect l="0" t="0" r="r" b="b"/>
            <a:pathLst>
              <a:path w="178909" h="225025">
                <a:moveTo>
                  <a:pt x="53601" y="0"/>
                </a:moveTo>
                <a:lnTo>
                  <a:pt x="178909" y="45608"/>
                </a:lnTo>
                <a:lnTo>
                  <a:pt x="106512" y="225025"/>
                </a:lnTo>
                <a:lnTo>
                  <a:pt x="0" y="186257"/>
                </a:lnTo>
                <a:close/>
              </a:path>
            </a:pathLst>
          </a:custGeom>
          <a:solidFill>
            <a:srgbClr val="EE3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6" name="!!Postać 59"/>
          <p:cNvSpPr/>
          <p:nvPr/>
        </p:nvSpPr>
        <p:spPr>
          <a:xfrm>
            <a:off x="6185168" y="5075342"/>
            <a:ext cx="142446" cy="182295"/>
          </a:xfrm>
          <a:custGeom>
            <a:avLst/>
            <a:gdLst/>
            <a:ahLst/>
            <a:cxnLst/>
            <a:rect l="0" t="0" r="r" b="b"/>
            <a:pathLst>
              <a:path w="142446" h="182295">
                <a:moveTo>
                  <a:pt x="48465" y="0"/>
                </a:moveTo>
                <a:lnTo>
                  <a:pt x="142446" y="34206"/>
                </a:lnTo>
                <a:lnTo>
                  <a:pt x="81450" y="182295"/>
                </a:lnTo>
                <a:lnTo>
                  <a:pt x="0" y="152650"/>
                </a:lnTo>
                <a:close/>
              </a:path>
            </a:pathLst>
          </a:custGeom>
          <a:solidFill>
            <a:srgbClr val="E8E8E8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7" name="!!Postać 60"/>
          <p:cNvSpPr/>
          <p:nvPr/>
        </p:nvSpPr>
        <p:spPr>
          <a:xfrm>
            <a:off x="6191627" y="5050981"/>
            <a:ext cx="255822" cy="220390"/>
          </a:xfrm>
          <a:custGeom>
            <a:avLst/>
            <a:gdLst/>
            <a:ahLst/>
            <a:cxnLst/>
            <a:rect l="0" t="0" r="r" b="b"/>
            <a:pathLst>
              <a:path w="255822" h="220390">
                <a:moveTo>
                  <a:pt x="52164" y="220390"/>
                </a:moveTo>
                <a:lnTo>
                  <a:pt x="0" y="151167"/>
                </a:lnTo>
                <a:lnTo>
                  <a:pt x="211684" y="0"/>
                </a:lnTo>
                <a:lnTo>
                  <a:pt x="255822" y="58574"/>
                </a:lnTo>
                <a:close/>
              </a:path>
            </a:pathLst>
          </a:custGeom>
          <a:solidFill>
            <a:srgbClr val="F4F4F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8" name="!!Postać 61"/>
          <p:cNvSpPr/>
          <p:nvPr/>
        </p:nvSpPr>
        <p:spPr>
          <a:xfrm>
            <a:off x="6320737" y="5056381"/>
            <a:ext cx="113438" cy="120000"/>
          </a:xfrm>
          <a:custGeom>
            <a:avLst/>
            <a:gdLst/>
            <a:ahLst/>
            <a:cxnLst/>
            <a:rect l="0" t="0" r="r" b="b"/>
            <a:pathLst>
              <a:path w="113438" h="120000">
                <a:moveTo>
                  <a:pt x="60189" y="120000"/>
                </a:moveTo>
                <a:lnTo>
                  <a:pt x="0" y="40126"/>
                </a:lnTo>
                <a:lnTo>
                  <a:pt x="53249" y="0"/>
                </a:lnTo>
                <a:lnTo>
                  <a:pt x="113438" y="79874"/>
                </a:lnTo>
                <a:close/>
              </a:path>
            </a:pathLst>
          </a:custGeom>
          <a:solidFill>
            <a:srgbClr val="15151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9" name="!!Postać 62"/>
          <p:cNvSpPr/>
          <p:nvPr/>
        </p:nvSpPr>
        <p:spPr>
          <a:xfrm>
            <a:off x="6347437" y="5085706"/>
            <a:ext cx="60038" cy="61350"/>
          </a:xfrm>
          <a:custGeom>
            <a:avLst/>
            <a:gdLst/>
            <a:ahLst/>
            <a:cxnLst/>
            <a:rect l="0" t="0" r="r" b="b"/>
            <a:pathLst>
              <a:path w="60038" h="61350">
                <a:moveTo>
                  <a:pt x="28088" y="61350"/>
                </a:moveTo>
                <a:lnTo>
                  <a:pt x="0" y="24076"/>
                </a:lnTo>
                <a:lnTo>
                  <a:pt x="31949" y="0"/>
                </a:lnTo>
                <a:lnTo>
                  <a:pt x="60038" y="37274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10" name="!!Postać 63"/>
          <p:cNvSpPr/>
          <p:nvPr/>
        </p:nvSpPr>
        <p:spPr>
          <a:xfrm>
            <a:off x="6380623" y="4980066"/>
            <a:ext cx="163987" cy="153488"/>
          </a:xfrm>
          <a:custGeom>
            <a:avLst/>
            <a:gdLst/>
            <a:ahLst/>
            <a:cxnLst/>
            <a:rect l="0" t="0" r="r" b="b"/>
            <a:pathLst>
              <a:path w="163987" h="153488">
                <a:moveTo>
                  <a:pt x="68214" y="153488"/>
                </a:moveTo>
                <a:lnTo>
                  <a:pt x="0" y="62965"/>
                </a:lnTo>
                <a:lnTo>
                  <a:pt x="59886" y="9489"/>
                </a:lnTo>
                <a:lnTo>
                  <a:pt x="127873" y="0"/>
                </a:lnTo>
                <a:lnTo>
                  <a:pt x="163987" y="47924"/>
                </a:lnTo>
                <a:lnTo>
                  <a:pt x="136126" y="110662"/>
                </a:lnTo>
                <a:close/>
              </a:path>
            </a:pathLst>
          </a:custGeom>
          <a:solidFill>
            <a:srgbClr val="FAFAF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11" name="!!Postać 64"/>
          <p:cNvSpPr/>
          <p:nvPr/>
        </p:nvSpPr>
        <p:spPr>
          <a:xfrm>
            <a:off x="6742542" y="4905245"/>
            <a:ext cx="145757" cy="209107"/>
          </a:xfrm>
          <a:custGeom>
            <a:avLst/>
            <a:gdLst/>
            <a:ahLst/>
            <a:cxnLst/>
            <a:rect l="0" t="0" r="r" b="b"/>
            <a:pathLst>
              <a:path w="145757" h="209107">
                <a:moveTo>
                  <a:pt x="132052" y="0"/>
                </a:moveTo>
                <a:lnTo>
                  <a:pt x="0" y="18559"/>
                </a:lnTo>
                <a:lnTo>
                  <a:pt x="33513" y="209107"/>
                </a:lnTo>
                <a:lnTo>
                  <a:pt x="145757" y="193332"/>
                </a:lnTo>
                <a:close/>
              </a:path>
            </a:pathLst>
          </a:custGeom>
          <a:solidFill>
            <a:srgbClr val="CF1723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12" name="!!Postać 65"/>
          <p:cNvSpPr/>
          <p:nvPr/>
        </p:nvSpPr>
        <p:spPr>
          <a:xfrm>
            <a:off x="6781730" y="5092902"/>
            <a:ext cx="114707" cy="171454"/>
          </a:xfrm>
          <a:custGeom>
            <a:avLst/>
            <a:gdLst/>
            <a:ahLst/>
            <a:cxnLst/>
            <a:rect l="0" t="0" r="r" b="b"/>
            <a:pathLst>
              <a:path w="114707" h="171454">
                <a:moveTo>
                  <a:pt x="99039" y="0"/>
                </a:moveTo>
                <a:lnTo>
                  <a:pt x="0" y="13919"/>
                </a:lnTo>
                <a:lnTo>
                  <a:pt x="28873" y="171454"/>
                </a:lnTo>
                <a:lnTo>
                  <a:pt x="114707" y="159391"/>
                </a:lnTo>
                <a:close/>
              </a:path>
            </a:pathLst>
          </a:custGeom>
          <a:solidFill>
            <a:srgbClr val="D2D2D2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13" name="!!Postać 66"/>
          <p:cNvSpPr/>
          <p:nvPr/>
        </p:nvSpPr>
        <p:spPr>
          <a:xfrm>
            <a:off x="6809016" y="5243198"/>
            <a:ext cx="89036" cy="262666"/>
          </a:xfrm>
          <a:custGeom>
            <a:avLst/>
            <a:gdLst/>
            <a:ahLst/>
            <a:cxnLst/>
            <a:rect l="0" t="0" r="r" b="b"/>
            <a:pathLst>
              <a:path w="89036" h="262666">
                <a:moveTo>
                  <a:pt x="86625" y="0"/>
                </a:moveTo>
                <a:lnTo>
                  <a:pt x="0" y="3025"/>
                </a:lnTo>
                <a:lnTo>
                  <a:pt x="15738" y="262666"/>
                </a:lnTo>
                <a:lnTo>
                  <a:pt x="89036" y="260107"/>
                </a:lnTo>
                <a:close/>
              </a:path>
            </a:pathLst>
          </a:custGeom>
          <a:solidFill>
            <a:srgbClr val="DEDED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14" name="!!Postać 67"/>
          <p:cNvSpPr/>
          <p:nvPr/>
        </p:nvSpPr>
        <p:spPr>
          <a:xfrm>
            <a:off x="6800428" y="5489280"/>
            <a:ext cx="126605" cy="142957"/>
          </a:xfrm>
          <a:custGeom>
            <a:avLst/>
            <a:gdLst/>
            <a:ahLst/>
            <a:cxnLst/>
            <a:rect l="0" t="0" r="r" b="b"/>
            <a:pathLst>
              <a:path w="126605" h="142957">
                <a:moveTo>
                  <a:pt x="117150" y="0"/>
                </a:moveTo>
                <a:lnTo>
                  <a:pt x="3871" y="3956"/>
                </a:lnTo>
                <a:lnTo>
                  <a:pt x="0" y="84150"/>
                </a:lnTo>
                <a:lnTo>
                  <a:pt x="35411" y="142957"/>
                </a:lnTo>
                <a:lnTo>
                  <a:pt x="95382" y="140863"/>
                </a:lnTo>
                <a:lnTo>
                  <a:pt x="126605" y="79729"/>
                </a:lnTo>
                <a:close/>
              </a:path>
            </a:pathLst>
          </a:custGeom>
          <a:solidFill>
            <a:srgbClr val="E4E4E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 name="Dwa plany. Jeden moment.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ło – jasna połowa"/>
          <p:cNvSpPr/>
          <p:nvPr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" name="Tekst: Marka"/>
          <p:cNvSpPr txBox="1"/>
          <p:nvPr/>
        </p:nvSpPr>
        <p:spPr>
          <a:xfrm>
            <a:off x="825500" y="1236662"/>
            <a:ext cx="4635500" cy="205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350" b="1" kern="100" cap="all" spc="189" dirty="0">
                <a:solidFill>
                  <a:srgbClr val="EE312F"/>
                </a:solidFill>
                <a:latin typeface="Lato"/>
                <a:cs typeface="Lato"/>
              </a:rPr>
              <a:t>Marka</a:t>
            </a:r>
            <a:endParaRPr lang="pl-PL" sz="1350" b="1" kern="100" cap="all" spc="189" dirty="0">
              <a:solidFill>
                <a:srgbClr val="EE312F"/>
              </a:solidFill>
              <a:latin typeface="Lato"/>
              <a:cs typeface="Lato"/>
            </a:endParaRPr>
          </a:p>
        </p:txBody>
      </p:sp>
      <p:sp>
        <p:nvSpPr>
          <p:cNvPr id="4" name="Tekst: Ma swój plan."/>
          <p:cNvSpPr txBox="1"/>
          <p:nvPr/>
        </p:nvSpPr>
        <p:spPr>
          <a:xfrm>
            <a:off x="825500" y="1648133"/>
            <a:ext cx="4635500" cy="57340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4300" kern="100" spc="-150" dirty="0">
                <a:solidFill>
                  <a:srgbClr val="FFFFFF"/>
                </a:solidFill>
                <a:latin typeface="Lato Black"/>
                <a:cs typeface="Lato Black"/>
              </a:rPr>
              <a:t>Ma swój plan.</a:t>
            </a:r>
            <a:endParaRPr lang="pl-PL" sz="4300" kern="100" spc="-150" dirty="0">
              <a:solidFill>
                <a:srgbClr val="FFFFFF"/>
              </a:solidFill>
              <a:latin typeface="Lato Black"/>
              <a:cs typeface="Lato Black"/>
            </a:endParaRPr>
          </a:p>
        </p:txBody>
      </p:sp>
      <p:sp>
        <p:nvSpPr>
          <p:cNvPr id="5" name="Linia"/>
          <p:cNvSpPr/>
          <p:nvPr/>
        </p:nvSpPr>
        <p:spPr>
          <a:xfrm>
            <a:off x="823912" y="2702223"/>
            <a:ext cx="2241550" cy="127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" name="Tekst: Launch"/>
          <p:cNvSpPr txBox="1"/>
          <p:nvPr/>
        </p:nvSpPr>
        <p:spPr>
          <a:xfrm>
            <a:off x="823912" y="2854622"/>
            <a:ext cx="2241550" cy="320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2100" b="1" kern="100" dirty="0">
                <a:solidFill>
                  <a:srgbClr val="FFFFFF"/>
                </a:solidFill>
                <a:latin typeface="Lato"/>
                <a:cs typeface="Lato"/>
              </a:rPr>
              <a:t>Launch</a:t>
            </a:r>
            <a:endParaRPr lang="pl-PL" sz="2100" b="1" kern="100" dirty="0">
              <a:solidFill>
                <a:srgbClr val="FFFFFF"/>
              </a:solidFill>
              <a:latin typeface="Lato"/>
              <a:cs typeface="Lato"/>
            </a:endParaRPr>
          </a:p>
        </p:txBody>
      </p:sp>
      <p:sp>
        <p:nvSpPr>
          <p:cNvPr id="7" name="Linia 2"/>
          <p:cNvSpPr/>
          <p:nvPr/>
        </p:nvSpPr>
        <p:spPr>
          <a:xfrm>
            <a:off x="3221037" y="2702223"/>
            <a:ext cx="2241550" cy="127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" name="Tekst: Awareness"/>
          <p:cNvSpPr txBox="1"/>
          <p:nvPr/>
        </p:nvSpPr>
        <p:spPr>
          <a:xfrm>
            <a:off x="3221037" y="2854622"/>
            <a:ext cx="2241550" cy="320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2100" b="1" kern="100" dirty="0">
                <a:solidFill>
                  <a:srgbClr val="FFFFFF"/>
                </a:solidFill>
                <a:latin typeface="Lato"/>
                <a:cs typeface="Lato"/>
              </a:rPr>
              <a:t>Awareness</a:t>
            </a:r>
            <a:endParaRPr lang="pl-PL" sz="2100" b="1" kern="100" dirty="0">
              <a:solidFill>
                <a:srgbClr val="FFFFFF"/>
              </a:solidFill>
              <a:latin typeface="Lato"/>
              <a:cs typeface="Lato"/>
            </a:endParaRPr>
          </a:p>
        </p:txBody>
      </p:sp>
      <p:sp>
        <p:nvSpPr>
          <p:cNvPr id="9" name="Linia 3"/>
          <p:cNvSpPr/>
          <p:nvPr/>
        </p:nvSpPr>
        <p:spPr>
          <a:xfrm>
            <a:off x="823912" y="3397548"/>
            <a:ext cx="2241550" cy="127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" name="Tekst: Zaangażowanie"/>
          <p:cNvSpPr txBox="1"/>
          <p:nvPr/>
        </p:nvSpPr>
        <p:spPr>
          <a:xfrm>
            <a:off x="823912" y="3549947"/>
            <a:ext cx="2357497" cy="320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2100" b="1" kern="100" dirty="0">
                <a:solidFill>
                  <a:srgbClr val="FFFFFF"/>
                </a:solidFill>
                <a:latin typeface="Lato"/>
                <a:cs typeface="Lato"/>
              </a:rPr>
              <a:t>Zaangażowanie</a:t>
            </a:r>
            <a:endParaRPr lang="pl-PL" sz="2100" b="1" kern="100" dirty="0">
              <a:solidFill>
                <a:srgbClr val="FFFFFF"/>
              </a:solidFill>
              <a:latin typeface="Lato"/>
              <a:cs typeface="Lato"/>
            </a:endParaRPr>
          </a:p>
        </p:txBody>
      </p:sp>
      <p:sp>
        <p:nvSpPr>
          <p:cNvPr id="11" name="Linia 4"/>
          <p:cNvSpPr/>
          <p:nvPr/>
        </p:nvSpPr>
        <p:spPr>
          <a:xfrm>
            <a:off x="3221037" y="3397548"/>
            <a:ext cx="2241550" cy="127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2" name="Tekst: Główny produkt"/>
          <p:cNvSpPr txBox="1"/>
          <p:nvPr/>
        </p:nvSpPr>
        <p:spPr>
          <a:xfrm>
            <a:off x="3221037" y="3549947"/>
            <a:ext cx="2474774" cy="320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2100" b="1" kern="100" dirty="0">
                <a:solidFill>
                  <a:srgbClr val="FFFFFF"/>
                </a:solidFill>
                <a:latin typeface="Lato"/>
                <a:cs typeface="Lato"/>
              </a:rPr>
              <a:t>Główny produkt</a:t>
            </a:r>
            <a:endParaRPr lang="pl-PL" sz="2100" b="1" kern="100" dirty="0">
              <a:solidFill>
                <a:srgbClr val="FFFFFF"/>
              </a:solidFill>
              <a:latin typeface="Lato"/>
              <a:cs typeface="Lato"/>
            </a:endParaRPr>
          </a:p>
        </p:txBody>
      </p:sp>
      <p:sp>
        <p:nvSpPr>
          <p:cNvPr id="13" name="Tekst: Chce, żebyś wybrała jej produkt."/>
          <p:cNvSpPr txBox="1"/>
          <p:nvPr/>
        </p:nvSpPr>
        <p:spPr>
          <a:xfrm>
            <a:off x="825500" y="4304625"/>
            <a:ext cx="4635500" cy="264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600" kern="100" dirty="0">
                <a:solidFill>
                  <a:srgbClr val="AAAAAA"/>
                </a:solidFill>
                <a:latin typeface="Lato"/>
                <a:cs typeface="Lato"/>
              </a:rPr>
              <a:t>Chce, żebyś wybrała jej produkt.</a:t>
            </a:r>
            <a:endParaRPr lang="pl-PL" sz="1600" kern="100" dirty="0">
              <a:solidFill>
                <a:srgbClr val="AAAAAA"/>
              </a:solidFill>
              <a:latin typeface="Lato"/>
              <a:cs typeface="Lato"/>
            </a:endParaRPr>
          </a:p>
        </p:txBody>
      </p:sp>
      <p:sp>
        <p:nvSpPr>
          <p:cNvPr id="14" name="Tekst: Konsumentka"/>
          <p:cNvSpPr txBox="1"/>
          <p:nvPr/>
        </p:nvSpPr>
        <p:spPr>
          <a:xfrm>
            <a:off x="6730999" y="1236662"/>
            <a:ext cx="4635500" cy="205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350" b="1" kern="100" cap="all" spc="189" dirty="0">
                <a:solidFill>
                  <a:srgbClr val="EE312F"/>
                </a:solidFill>
                <a:latin typeface="Lato"/>
                <a:cs typeface="Lato"/>
              </a:rPr>
              <a:t>Konsumentka</a:t>
            </a:r>
            <a:endParaRPr lang="pl-PL" sz="1350" b="1" kern="100" cap="all" spc="189" dirty="0">
              <a:solidFill>
                <a:srgbClr val="EE312F"/>
              </a:solidFill>
              <a:latin typeface="Lato"/>
              <a:cs typeface="Lato"/>
            </a:endParaRPr>
          </a:p>
        </p:txBody>
      </p:sp>
      <p:sp>
        <p:nvSpPr>
          <p:cNvPr id="15" name="Tekst: Też ma plan."/>
          <p:cNvSpPr txBox="1"/>
          <p:nvPr/>
        </p:nvSpPr>
        <p:spPr>
          <a:xfrm>
            <a:off x="6730999" y="1648133"/>
            <a:ext cx="4635500" cy="57340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4300" kern="100" spc="-150" dirty="0">
                <a:solidFill>
                  <a:srgbClr val="151515"/>
                </a:solidFill>
                <a:latin typeface="Lato Black"/>
                <a:cs typeface="Lato Black"/>
              </a:rPr>
              <a:t>Też ma plan.</a:t>
            </a:r>
            <a:endParaRPr lang="pl-PL" sz="4300" kern="100" spc="-150" dirty="0">
              <a:solidFill>
                <a:srgbClr val="151515"/>
              </a:solidFill>
              <a:latin typeface="Lato Black"/>
              <a:cs typeface="Lato Black"/>
            </a:endParaRPr>
          </a:p>
        </p:txBody>
      </p:sp>
      <p:sp>
        <p:nvSpPr>
          <p:cNvPr id="16" name="Tekst: Goście za 20 minut. · 1"/>
          <p:cNvSpPr txBox="1"/>
          <p:nvPr/>
        </p:nvSpPr>
        <p:spPr>
          <a:xfrm>
            <a:off x="6730999" y="2658679"/>
            <a:ext cx="4635500" cy="5120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3600" kern="100" spc="-108" dirty="0">
                <a:solidFill>
                  <a:srgbClr val="151515"/>
                </a:solidFill>
                <a:latin typeface="Lato Black"/>
                <a:cs typeface="Lato Black"/>
              </a:rPr>
              <a:t>Goście</a:t>
            </a:r>
            <a:endParaRPr lang="pl-PL" sz="3600" kern="100" spc="-108" dirty="0">
              <a:solidFill>
                <a:srgbClr val="151515"/>
              </a:solidFill>
              <a:latin typeface="Lato Black"/>
              <a:cs typeface="Lato Black"/>
            </a:endParaRPr>
          </a:p>
        </p:txBody>
      </p:sp>
      <p:sp>
        <p:nvSpPr>
          <p:cNvPr id="17" name="Tekst: Goście za 20 minut. · 2"/>
          <p:cNvSpPr txBox="1"/>
          <p:nvPr/>
        </p:nvSpPr>
        <p:spPr>
          <a:xfrm>
            <a:off x="6730999" y="3170743"/>
            <a:ext cx="4635500" cy="5120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3600" kern="100" spc="-108" dirty="0">
                <a:solidFill>
                  <a:srgbClr val="151515"/>
                </a:solidFill>
                <a:latin typeface="Lato Black"/>
                <a:cs typeface="Lato Black"/>
              </a:rPr>
              <a:t>za 20 minut.</a:t>
            </a:r>
            <a:endParaRPr lang="pl-PL" sz="3600" kern="100" spc="-108" dirty="0">
              <a:solidFill>
                <a:srgbClr val="151515"/>
              </a:solidFill>
              <a:latin typeface="Lato Black"/>
              <a:cs typeface="Lato Black"/>
            </a:endParaRPr>
          </a:p>
        </p:txBody>
      </p:sp>
      <p:sp>
        <p:nvSpPr>
          <p:cNvPr id="18" name="Tekst: Potrzebuje czegoś słodkiego. TERAZ."/>
          <p:cNvSpPr txBox="1"/>
          <p:nvPr/>
        </p:nvSpPr>
        <p:spPr>
          <a:xfrm>
            <a:off x="6730999" y="3854847"/>
            <a:ext cx="5083373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2000" kern="100" dirty="0">
                <a:solidFill>
                  <a:srgbClr val="444444"/>
                </a:solidFill>
                <a:latin typeface="Lato"/>
                <a:cs typeface="Lato"/>
              </a:rPr>
              <a:t>Potrzebuje czegoś słodkiego. </a:t>
            </a:r>
            <a:r>
              <a:rPr lang="pl-PL" sz="2000" kern="100" dirty="0">
                <a:solidFill>
                  <a:srgbClr val="EE312F"/>
                </a:solidFill>
                <a:latin typeface="Lato"/>
                <a:cs typeface="Lato"/>
              </a:rPr>
              <a:t>TERAZ.</a:t>
            </a:r>
            <a:endParaRPr lang="pl-PL" sz="2000" kern="100" dirty="0">
              <a:solidFill>
                <a:srgbClr val="EE312F"/>
              </a:solidFill>
              <a:latin typeface="Lato"/>
              <a:cs typeface="Lato"/>
            </a:endParaRPr>
          </a:p>
        </p:txBody>
      </p:sp>
      <p:sp>
        <p:nvSpPr>
          <p:cNvPr id="19" name="Kształt"/>
          <p:cNvSpPr/>
          <p:nvPr/>
        </p:nvSpPr>
        <p:spPr>
          <a:xfrm>
            <a:off x="825500" y="5365750"/>
            <a:ext cx="10541000" cy="711200"/>
          </a:xfrm>
          <a:prstGeom prst="rect">
            <a:avLst/>
          </a:prstGeom>
          <a:solidFill>
            <a:srgbClr val="EE3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0" name="Tekst: ↔"/>
          <p:cNvSpPr txBox="1"/>
          <p:nvPr/>
        </p:nvSpPr>
        <p:spPr>
          <a:xfrm>
            <a:off x="1079500" y="5565139"/>
            <a:ext cx="624840" cy="3937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3100" kern="100" dirty="0">
                <a:solidFill>
                  <a:srgbClr val="FFFFFF"/>
                </a:solidFill>
                <a:latin typeface="Lato"/>
                <a:cs typeface="Lato"/>
              </a:rPr>
              <a:t>↔</a:t>
            </a:r>
            <a:endParaRPr lang="pl-PL" sz="3100" kern="100" dirty="0">
              <a:solidFill>
                <a:srgbClr val="FFFFFF"/>
              </a:solidFill>
              <a:latin typeface="Lato"/>
              <a:cs typeface="Lato"/>
            </a:endParaRPr>
          </a:p>
        </p:txBody>
      </p:sp>
      <p:sp>
        <p:nvSpPr>
          <p:cNvPr id="21" name="Tekst: Retail Media łączy te dwa plany."/>
          <p:cNvSpPr txBox="1"/>
          <p:nvPr/>
        </p:nvSpPr>
        <p:spPr>
          <a:xfrm>
            <a:off x="1676995" y="5543525"/>
            <a:ext cx="4916329" cy="3505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2300" kern="100" spc="-46" dirty="0">
                <a:solidFill>
                  <a:srgbClr val="FFFFFF"/>
                </a:solidFill>
                <a:latin typeface="Lato Black"/>
                <a:cs typeface="Lato Black"/>
              </a:rPr>
              <a:t>Retail Media łączy te dwa plany.</a:t>
            </a:r>
            <a:endParaRPr lang="pl-PL" sz="2300" kern="100" spc="-46" dirty="0">
              <a:solidFill>
                <a:srgbClr val="FFFFFF"/>
              </a:solidFill>
              <a:latin typeface="Lato Black"/>
              <a:cs typeface="Lato Black"/>
            </a:endParaRPr>
          </a:p>
        </p:txBody>
      </p:sp>
      <p:sp>
        <p:nvSpPr>
          <p:cNvPr id="22" name="Kształt 2"/>
          <p:cNvSpPr/>
          <p:nvPr/>
        </p:nvSpPr>
        <p:spPr>
          <a:xfrm>
            <a:off x="8788400" y="5327650"/>
            <a:ext cx="2349500" cy="76200"/>
          </a:xfrm>
          <a:custGeom>
            <a:avLst/>
            <a:gdLst/>
            <a:ahLst/>
            <a:cxnLst/>
            <a:rect l="0" t="0" r="r" b="b"/>
            <a:pathLst>
              <a:path w="2349500" h="76200">
                <a:moveTo>
                  <a:pt x="2349500" y="38100"/>
                </a:moveTo>
                <a:lnTo>
                  <a:pt x="2331720" y="44450"/>
                </a:lnTo>
                <a:lnTo>
                  <a:pt x="2278380" y="51435"/>
                </a:lnTo>
                <a:lnTo>
                  <a:pt x="2192020" y="57150"/>
                </a:lnTo>
                <a:lnTo>
                  <a:pt x="2074545" y="62865"/>
                </a:lnTo>
                <a:lnTo>
                  <a:pt x="1929765" y="67310"/>
                </a:lnTo>
                <a:lnTo>
                  <a:pt x="1762125" y="71120"/>
                </a:lnTo>
                <a:lnTo>
                  <a:pt x="1576705" y="73660"/>
                </a:lnTo>
                <a:lnTo>
                  <a:pt x="1378585" y="75565"/>
                </a:lnTo>
                <a:lnTo>
                  <a:pt x="1174750" y="76200"/>
                </a:lnTo>
                <a:lnTo>
                  <a:pt x="970915" y="75565"/>
                </a:lnTo>
                <a:lnTo>
                  <a:pt x="772795" y="73660"/>
                </a:lnTo>
                <a:lnTo>
                  <a:pt x="587375" y="71120"/>
                </a:lnTo>
                <a:lnTo>
                  <a:pt x="419735" y="67310"/>
                </a:lnTo>
                <a:lnTo>
                  <a:pt x="274955" y="62865"/>
                </a:lnTo>
                <a:lnTo>
                  <a:pt x="157480" y="57150"/>
                </a:lnTo>
                <a:lnTo>
                  <a:pt x="71120" y="51435"/>
                </a:lnTo>
                <a:lnTo>
                  <a:pt x="17780" y="44450"/>
                </a:lnTo>
                <a:lnTo>
                  <a:pt x="0" y="38100"/>
                </a:lnTo>
                <a:lnTo>
                  <a:pt x="17780" y="31750"/>
                </a:lnTo>
                <a:lnTo>
                  <a:pt x="71120" y="24765"/>
                </a:lnTo>
                <a:lnTo>
                  <a:pt x="157480" y="19050"/>
                </a:lnTo>
                <a:lnTo>
                  <a:pt x="274955" y="13335"/>
                </a:lnTo>
                <a:lnTo>
                  <a:pt x="419735" y="8890"/>
                </a:lnTo>
                <a:lnTo>
                  <a:pt x="587375" y="5080"/>
                </a:lnTo>
                <a:lnTo>
                  <a:pt x="772795" y="2540"/>
                </a:lnTo>
                <a:lnTo>
                  <a:pt x="970915" y="635"/>
                </a:lnTo>
                <a:lnTo>
                  <a:pt x="1174750" y="0"/>
                </a:lnTo>
                <a:lnTo>
                  <a:pt x="1378585" y="635"/>
                </a:lnTo>
                <a:lnTo>
                  <a:pt x="1576705" y="2540"/>
                </a:lnTo>
                <a:lnTo>
                  <a:pt x="1762125" y="5080"/>
                </a:lnTo>
                <a:lnTo>
                  <a:pt x="1929765" y="8890"/>
                </a:lnTo>
                <a:lnTo>
                  <a:pt x="2074545" y="13335"/>
                </a:lnTo>
                <a:lnTo>
                  <a:pt x="2192020" y="19050"/>
                </a:lnTo>
                <a:lnTo>
                  <a:pt x="2278380" y="24765"/>
                </a:lnTo>
                <a:lnTo>
                  <a:pt x="2331720" y="31750"/>
                </a:lnTo>
                <a:close/>
              </a:path>
            </a:pathLst>
          </a:custGeom>
          <a:solidFill>
            <a:srgbClr val="151515">
              <a:alpha val="1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3" name="Kształt 3"/>
          <p:cNvSpPr/>
          <p:nvPr/>
        </p:nvSpPr>
        <p:spPr>
          <a:xfrm>
            <a:off x="8708930" y="5181600"/>
            <a:ext cx="25495" cy="23050"/>
          </a:xfrm>
          <a:custGeom>
            <a:avLst/>
            <a:gdLst/>
            <a:ahLst/>
            <a:cxnLst/>
            <a:rect l="0" t="0" r="r" b="b"/>
            <a:pathLst>
              <a:path w="25495" h="23050">
                <a:moveTo>
                  <a:pt x="25495" y="0"/>
                </a:moveTo>
                <a:lnTo>
                  <a:pt x="12224" y="23050"/>
                </a:lnTo>
                <a:lnTo>
                  <a:pt x="0" y="10477"/>
                </a:lnTo>
                <a:close/>
              </a:path>
            </a:pathLst>
          </a:custGeom>
          <a:solidFill>
            <a:srgbClr val="C5C5C5">
              <a:alpha val="85000"/>
            </a:srgbClr>
          </a:solidFill>
          <a:ln w="2095">
            <a:solidFill>
              <a:srgbClr val="C5C5C5">
                <a:alpha val="85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4" name="Kształt 4"/>
          <p:cNvSpPr/>
          <p:nvPr/>
        </p:nvSpPr>
        <p:spPr>
          <a:xfrm>
            <a:off x="8708930" y="5179155"/>
            <a:ext cx="25495" cy="12922"/>
          </a:xfrm>
          <a:custGeom>
            <a:avLst/>
            <a:gdLst/>
            <a:ahLst/>
            <a:cxnLst/>
            <a:rect l="0" t="0" r="r" b="b"/>
            <a:pathLst>
              <a:path w="25495" h="12922">
                <a:moveTo>
                  <a:pt x="25495" y="2445"/>
                </a:moveTo>
                <a:lnTo>
                  <a:pt x="0" y="12922"/>
                </a:lnTo>
                <a:lnTo>
                  <a:pt x="7334" y="0"/>
                </a:lnTo>
                <a:close/>
              </a:path>
            </a:pathLst>
          </a:custGeom>
          <a:solidFill>
            <a:srgbClr val="D7D7D7">
              <a:alpha val="85000"/>
            </a:srgbClr>
          </a:solidFill>
          <a:ln w="2095">
            <a:solidFill>
              <a:srgbClr val="D7D7D7">
                <a:alpha val="85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5" name="Kształt 5"/>
          <p:cNvSpPr/>
          <p:nvPr/>
        </p:nvSpPr>
        <p:spPr>
          <a:xfrm>
            <a:off x="8693213" y="5175663"/>
            <a:ext cx="23050" cy="16415"/>
          </a:xfrm>
          <a:custGeom>
            <a:avLst/>
            <a:gdLst/>
            <a:ahLst/>
            <a:cxnLst/>
            <a:rect l="0" t="0" r="r" b="b"/>
            <a:pathLst>
              <a:path w="23050" h="16415">
                <a:moveTo>
                  <a:pt x="0" y="0"/>
                </a:moveTo>
                <a:lnTo>
                  <a:pt x="23050" y="3492"/>
                </a:lnTo>
                <a:lnTo>
                  <a:pt x="15716" y="16415"/>
                </a:lnTo>
                <a:close/>
              </a:path>
            </a:pathLst>
          </a:custGeom>
          <a:solidFill>
            <a:srgbClr val="DBDBDB">
              <a:alpha val="85000"/>
            </a:srgbClr>
          </a:solidFill>
          <a:ln w="2095">
            <a:solidFill>
              <a:srgbClr val="DBDBDB">
                <a:alpha val="85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6" name="Kształt 6"/>
          <p:cNvSpPr/>
          <p:nvPr/>
        </p:nvSpPr>
        <p:spPr>
          <a:xfrm>
            <a:off x="8691816" y="5195221"/>
            <a:ext cx="29337" cy="15367"/>
          </a:xfrm>
          <a:custGeom>
            <a:avLst/>
            <a:gdLst/>
            <a:ahLst/>
            <a:cxnLst/>
            <a:rect l="0" t="0" r="r" b="b"/>
            <a:pathLst>
              <a:path w="29337" h="15367">
                <a:moveTo>
                  <a:pt x="29337" y="9430"/>
                </a:moveTo>
                <a:lnTo>
                  <a:pt x="0" y="15367"/>
                </a:lnTo>
                <a:lnTo>
                  <a:pt x="698" y="0"/>
                </a:lnTo>
                <a:close/>
              </a:path>
            </a:pathLst>
          </a:custGeom>
          <a:solidFill>
            <a:srgbClr val="CCCCCC">
              <a:alpha val="85000"/>
            </a:srgbClr>
          </a:solidFill>
          <a:ln w="2095">
            <a:solidFill>
              <a:srgbClr val="CCCCCC">
                <a:alpha val="85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7" name="Kształt 7"/>
          <p:cNvSpPr/>
          <p:nvPr/>
        </p:nvSpPr>
        <p:spPr>
          <a:xfrm>
            <a:off x="8692515" y="5192077"/>
            <a:ext cx="28638" cy="12573"/>
          </a:xfrm>
          <a:custGeom>
            <a:avLst/>
            <a:gdLst/>
            <a:ahLst/>
            <a:cxnLst/>
            <a:rect l="0" t="0" r="r" b="b"/>
            <a:pathLst>
              <a:path w="28638" h="12573">
                <a:moveTo>
                  <a:pt x="28638" y="12573"/>
                </a:moveTo>
                <a:lnTo>
                  <a:pt x="0" y="3143"/>
                </a:lnTo>
                <a:lnTo>
                  <a:pt x="16415" y="0"/>
                </a:lnTo>
                <a:close/>
              </a:path>
            </a:pathLst>
          </a:custGeom>
          <a:solidFill>
            <a:srgbClr val="C9C9C9">
              <a:alpha val="85000"/>
            </a:srgbClr>
          </a:solidFill>
          <a:ln w="2095">
            <a:solidFill>
              <a:srgbClr val="C9C9C9">
                <a:alpha val="85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8" name="Kształt 8"/>
          <p:cNvSpPr/>
          <p:nvPr/>
        </p:nvSpPr>
        <p:spPr>
          <a:xfrm>
            <a:off x="8692515" y="5175663"/>
            <a:ext cx="16415" cy="19558"/>
          </a:xfrm>
          <a:custGeom>
            <a:avLst/>
            <a:gdLst/>
            <a:ahLst/>
            <a:cxnLst/>
            <a:rect l="0" t="0" r="r" b="b"/>
            <a:pathLst>
              <a:path w="16415" h="19558">
                <a:moveTo>
                  <a:pt x="698" y="0"/>
                </a:moveTo>
                <a:lnTo>
                  <a:pt x="16415" y="16415"/>
                </a:lnTo>
                <a:lnTo>
                  <a:pt x="0" y="19558"/>
                </a:lnTo>
                <a:close/>
              </a:path>
            </a:pathLst>
          </a:custGeom>
          <a:solidFill>
            <a:srgbClr val="E1E1E1">
              <a:alpha val="85000"/>
            </a:srgbClr>
          </a:solidFill>
          <a:ln w="2095">
            <a:solidFill>
              <a:srgbClr val="E1E1E1">
                <a:alpha val="85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9" name="Kształt 9"/>
          <p:cNvSpPr/>
          <p:nvPr/>
        </p:nvSpPr>
        <p:spPr>
          <a:xfrm>
            <a:off x="8668067" y="5186140"/>
            <a:ext cx="23749" cy="24447"/>
          </a:xfrm>
          <a:custGeom>
            <a:avLst/>
            <a:gdLst/>
            <a:ahLst/>
            <a:cxnLst/>
            <a:rect l="0" t="0" r="r" b="b"/>
            <a:pathLst>
              <a:path w="23749" h="24447">
                <a:moveTo>
                  <a:pt x="23749" y="24447"/>
                </a:moveTo>
                <a:lnTo>
                  <a:pt x="0" y="8382"/>
                </a:lnTo>
                <a:lnTo>
                  <a:pt x="11176" y="0"/>
                </a:lnTo>
                <a:close/>
              </a:path>
            </a:pathLst>
          </a:custGeom>
          <a:solidFill>
            <a:srgbClr val="DCDCDC">
              <a:alpha val="85000"/>
            </a:srgbClr>
          </a:solidFill>
          <a:ln w="2095">
            <a:solidFill>
              <a:srgbClr val="DCDCDC">
                <a:alpha val="85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0" name="Kształt 10"/>
          <p:cNvSpPr/>
          <p:nvPr/>
        </p:nvSpPr>
        <p:spPr>
          <a:xfrm>
            <a:off x="8679243" y="5186140"/>
            <a:ext cx="13271" cy="24447"/>
          </a:xfrm>
          <a:custGeom>
            <a:avLst/>
            <a:gdLst/>
            <a:ahLst/>
            <a:cxnLst/>
            <a:rect l="0" t="0" r="r" b="b"/>
            <a:pathLst>
              <a:path w="13271" h="24447">
                <a:moveTo>
                  <a:pt x="12573" y="24447"/>
                </a:moveTo>
                <a:lnTo>
                  <a:pt x="0" y="0"/>
                </a:lnTo>
                <a:lnTo>
                  <a:pt x="13271" y="9080"/>
                </a:lnTo>
                <a:close/>
              </a:path>
            </a:pathLst>
          </a:custGeom>
          <a:solidFill>
            <a:srgbClr val="DDDDDD">
              <a:alpha val="85000"/>
            </a:srgbClr>
          </a:solidFill>
          <a:ln w="2095">
            <a:solidFill>
              <a:srgbClr val="DDDDDD">
                <a:alpha val="85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1" name="Kształt 11"/>
          <p:cNvSpPr/>
          <p:nvPr/>
        </p:nvSpPr>
        <p:spPr>
          <a:xfrm>
            <a:off x="8679243" y="5175663"/>
            <a:ext cx="13970" cy="19558"/>
          </a:xfrm>
          <a:custGeom>
            <a:avLst/>
            <a:gdLst/>
            <a:ahLst/>
            <a:cxnLst/>
            <a:rect l="0" t="0" r="r" b="b"/>
            <a:pathLst>
              <a:path w="13970" h="19558">
                <a:moveTo>
                  <a:pt x="13970" y="0"/>
                </a:moveTo>
                <a:lnTo>
                  <a:pt x="13271" y="19558"/>
                </a:lnTo>
                <a:lnTo>
                  <a:pt x="0" y="10477"/>
                </a:lnTo>
                <a:close/>
              </a:path>
            </a:pathLst>
          </a:custGeom>
          <a:solidFill>
            <a:srgbClr val="E3E3E3">
              <a:alpha val="85000"/>
            </a:srgbClr>
          </a:solidFill>
          <a:ln w="2095">
            <a:solidFill>
              <a:srgbClr val="E3E3E3">
                <a:alpha val="85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2" name="Kształt 12"/>
          <p:cNvSpPr/>
          <p:nvPr/>
        </p:nvSpPr>
        <p:spPr>
          <a:xfrm>
            <a:off x="8668067" y="5168678"/>
            <a:ext cx="11176" cy="25844"/>
          </a:xfrm>
          <a:custGeom>
            <a:avLst/>
            <a:gdLst/>
            <a:ahLst/>
            <a:cxnLst/>
            <a:rect l="0" t="0" r="r" b="b"/>
            <a:pathLst>
              <a:path w="11176" h="25844">
                <a:moveTo>
                  <a:pt x="0" y="25844"/>
                </a:moveTo>
                <a:lnTo>
                  <a:pt x="0" y="0"/>
                </a:lnTo>
                <a:lnTo>
                  <a:pt x="11176" y="3143"/>
                </a:lnTo>
                <a:close/>
              </a:path>
            </a:pathLst>
          </a:custGeom>
          <a:solidFill>
            <a:srgbClr val="F6F6F6">
              <a:alpha val="85000"/>
            </a:srgbClr>
          </a:solidFill>
          <a:ln w="2095">
            <a:solidFill>
              <a:srgbClr val="F6F6F6">
                <a:alpha val="85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3" name="Kształt 13"/>
          <p:cNvSpPr/>
          <p:nvPr/>
        </p:nvSpPr>
        <p:spPr>
          <a:xfrm>
            <a:off x="8668067" y="5171821"/>
            <a:ext cx="11176" cy="22701"/>
          </a:xfrm>
          <a:custGeom>
            <a:avLst/>
            <a:gdLst/>
            <a:ahLst/>
            <a:cxnLst/>
            <a:rect l="0" t="0" r="r" b="b"/>
            <a:pathLst>
              <a:path w="11176" h="22701">
                <a:moveTo>
                  <a:pt x="0" y="22701"/>
                </a:moveTo>
                <a:lnTo>
                  <a:pt x="11176" y="0"/>
                </a:lnTo>
                <a:lnTo>
                  <a:pt x="11176" y="14319"/>
                </a:lnTo>
                <a:close/>
              </a:path>
            </a:pathLst>
          </a:custGeom>
          <a:solidFill>
            <a:srgbClr val="EBEBEB">
              <a:alpha val="85000"/>
            </a:srgbClr>
          </a:solidFill>
          <a:ln w="2095">
            <a:solidFill>
              <a:srgbClr val="EBEBEB">
                <a:alpha val="85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4" name="Kształt 14"/>
          <p:cNvSpPr/>
          <p:nvPr/>
        </p:nvSpPr>
        <p:spPr>
          <a:xfrm>
            <a:off x="8679243" y="5171821"/>
            <a:ext cx="13970" cy="14319"/>
          </a:xfrm>
          <a:custGeom>
            <a:avLst/>
            <a:gdLst/>
            <a:ahLst/>
            <a:cxnLst/>
            <a:rect l="0" t="0" r="r" b="b"/>
            <a:pathLst>
              <a:path w="13970" h="14319">
                <a:moveTo>
                  <a:pt x="13970" y="3842"/>
                </a:moveTo>
                <a:lnTo>
                  <a:pt x="0" y="14319"/>
                </a:lnTo>
                <a:lnTo>
                  <a:pt x="0" y="0"/>
                </a:lnTo>
                <a:close/>
              </a:path>
            </a:pathLst>
          </a:custGeom>
          <a:solidFill>
            <a:srgbClr val="F0F0F0">
              <a:alpha val="85000"/>
            </a:srgbClr>
          </a:solidFill>
          <a:ln w="2095">
            <a:solidFill>
              <a:srgbClr val="F0F0F0">
                <a:alpha val="85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5" name="Kształt 15"/>
          <p:cNvSpPr/>
          <p:nvPr/>
        </p:nvSpPr>
        <p:spPr>
          <a:xfrm>
            <a:off x="8668067" y="5152612"/>
            <a:ext cx="24447" cy="16065"/>
          </a:xfrm>
          <a:custGeom>
            <a:avLst/>
            <a:gdLst/>
            <a:ahLst/>
            <a:cxnLst/>
            <a:rect l="0" t="0" r="r" b="b"/>
            <a:pathLst>
              <a:path w="24447" h="16065">
                <a:moveTo>
                  <a:pt x="0" y="16065"/>
                </a:moveTo>
                <a:lnTo>
                  <a:pt x="23749" y="0"/>
                </a:lnTo>
                <a:lnTo>
                  <a:pt x="24447" y="10128"/>
                </a:lnTo>
                <a:close/>
              </a:path>
            </a:pathLst>
          </a:custGeom>
          <a:solidFill>
            <a:srgbClr val="F9F9F9">
              <a:alpha val="85000"/>
            </a:srgbClr>
          </a:solidFill>
          <a:ln w="2095">
            <a:solidFill>
              <a:srgbClr val="F9F9F9">
                <a:alpha val="85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6" name="Kształt 16"/>
          <p:cNvSpPr/>
          <p:nvPr/>
        </p:nvSpPr>
        <p:spPr>
          <a:xfrm>
            <a:off x="8668067" y="5162740"/>
            <a:ext cx="24447" cy="9080"/>
          </a:xfrm>
          <a:custGeom>
            <a:avLst/>
            <a:gdLst/>
            <a:ahLst/>
            <a:cxnLst/>
            <a:rect l="0" t="0" r="r" b="b"/>
            <a:pathLst>
              <a:path w="24447" h="9080">
                <a:moveTo>
                  <a:pt x="0" y="5937"/>
                </a:moveTo>
                <a:lnTo>
                  <a:pt x="24447" y="0"/>
                </a:lnTo>
                <a:lnTo>
                  <a:pt x="11176" y="9080"/>
                </a:lnTo>
                <a:close/>
              </a:path>
            </a:pathLst>
          </a:custGeom>
          <a:solidFill>
            <a:srgbClr val="FAFAFA">
              <a:alpha val="85000"/>
            </a:srgbClr>
          </a:solidFill>
          <a:ln w="2095">
            <a:solidFill>
              <a:srgbClr val="FAFAFA">
                <a:alpha val="85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7" name="Kształt 17"/>
          <p:cNvSpPr/>
          <p:nvPr/>
        </p:nvSpPr>
        <p:spPr>
          <a:xfrm>
            <a:off x="8679243" y="5162740"/>
            <a:ext cx="13970" cy="12922"/>
          </a:xfrm>
          <a:custGeom>
            <a:avLst/>
            <a:gdLst/>
            <a:ahLst/>
            <a:cxnLst/>
            <a:rect l="0" t="0" r="r" b="b"/>
            <a:pathLst>
              <a:path w="13970" h="12922">
                <a:moveTo>
                  <a:pt x="13970" y="12922"/>
                </a:moveTo>
                <a:lnTo>
                  <a:pt x="0" y="9080"/>
                </a:lnTo>
                <a:lnTo>
                  <a:pt x="13271" y="0"/>
                </a:lnTo>
                <a:close/>
              </a:path>
            </a:pathLst>
          </a:custGeom>
          <a:solidFill>
            <a:srgbClr val="F0F0F0">
              <a:alpha val="85000"/>
            </a:srgbClr>
          </a:solidFill>
          <a:ln w="2095">
            <a:solidFill>
              <a:srgbClr val="F0F0F0">
                <a:alpha val="85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8" name="Kształt 18"/>
          <p:cNvSpPr/>
          <p:nvPr/>
        </p:nvSpPr>
        <p:spPr>
          <a:xfrm>
            <a:off x="8691816" y="5152612"/>
            <a:ext cx="29337" cy="13271"/>
          </a:xfrm>
          <a:custGeom>
            <a:avLst/>
            <a:gdLst/>
            <a:ahLst/>
            <a:cxnLst/>
            <a:rect l="0" t="0" r="r" b="b"/>
            <a:pathLst>
              <a:path w="29337" h="13271">
                <a:moveTo>
                  <a:pt x="0" y="0"/>
                </a:moveTo>
                <a:lnTo>
                  <a:pt x="29337" y="5937"/>
                </a:lnTo>
                <a:lnTo>
                  <a:pt x="17113" y="13271"/>
                </a:lnTo>
                <a:close/>
              </a:path>
            </a:pathLst>
          </a:custGeom>
          <a:solidFill>
            <a:srgbClr val="F5F5F5">
              <a:alpha val="85000"/>
            </a:srgbClr>
          </a:solidFill>
          <a:ln w="2095">
            <a:solidFill>
              <a:srgbClr val="F5F5F5">
                <a:alpha val="85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9" name="Kształt 19"/>
          <p:cNvSpPr/>
          <p:nvPr/>
        </p:nvSpPr>
        <p:spPr>
          <a:xfrm>
            <a:off x="8691816" y="5152612"/>
            <a:ext cx="17113" cy="13271"/>
          </a:xfrm>
          <a:custGeom>
            <a:avLst/>
            <a:gdLst/>
            <a:ahLst/>
            <a:cxnLst/>
            <a:rect l="0" t="0" r="r" b="b"/>
            <a:pathLst>
              <a:path w="17113" h="13271">
                <a:moveTo>
                  <a:pt x="0" y="0"/>
                </a:moveTo>
                <a:lnTo>
                  <a:pt x="17113" y="13271"/>
                </a:lnTo>
                <a:lnTo>
                  <a:pt x="698" y="10128"/>
                </a:lnTo>
                <a:close/>
              </a:path>
            </a:pathLst>
          </a:custGeom>
          <a:solidFill>
            <a:srgbClr val="F4F4F4">
              <a:alpha val="85000"/>
            </a:srgbClr>
          </a:solidFill>
          <a:ln w="2095">
            <a:solidFill>
              <a:srgbClr val="F4F4F4">
                <a:alpha val="85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0" name="Kształt 20"/>
          <p:cNvSpPr/>
          <p:nvPr/>
        </p:nvSpPr>
        <p:spPr>
          <a:xfrm>
            <a:off x="8692515" y="5162740"/>
            <a:ext cx="16415" cy="12922"/>
          </a:xfrm>
          <a:custGeom>
            <a:avLst/>
            <a:gdLst/>
            <a:ahLst/>
            <a:cxnLst/>
            <a:rect l="0" t="0" r="r" b="b"/>
            <a:pathLst>
              <a:path w="16415" h="12922">
                <a:moveTo>
                  <a:pt x="698" y="12922"/>
                </a:moveTo>
                <a:lnTo>
                  <a:pt x="0" y="0"/>
                </a:lnTo>
                <a:lnTo>
                  <a:pt x="16415" y="3143"/>
                </a:lnTo>
                <a:close/>
              </a:path>
            </a:pathLst>
          </a:custGeom>
          <a:solidFill>
            <a:srgbClr val="F2F2F2">
              <a:alpha val="85000"/>
            </a:srgbClr>
          </a:solidFill>
          <a:ln w="2095">
            <a:solidFill>
              <a:srgbClr val="F2F2F2">
                <a:alpha val="85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1" name="Kształt 21"/>
          <p:cNvSpPr/>
          <p:nvPr/>
        </p:nvSpPr>
        <p:spPr>
          <a:xfrm>
            <a:off x="8716264" y="5158549"/>
            <a:ext cx="18161" cy="23050"/>
          </a:xfrm>
          <a:custGeom>
            <a:avLst/>
            <a:gdLst/>
            <a:ahLst/>
            <a:cxnLst/>
            <a:rect l="0" t="0" r="r" b="b"/>
            <a:pathLst>
              <a:path w="18161" h="23050">
                <a:moveTo>
                  <a:pt x="4889" y="0"/>
                </a:moveTo>
                <a:lnTo>
                  <a:pt x="18161" y="23050"/>
                </a:lnTo>
                <a:lnTo>
                  <a:pt x="0" y="20606"/>
                </a:lnTo>
                <a:close/>
              </a:path>
            </a:pathLst>
          </a:custGeom>
          <a:solidFill>
            <a:srgbClr val="DADADA">
              <a:alpha val="85000"/>
            </a:srgbClr>
          </a:solidFill>
          <a:ln w="2095">
            <a:solidFill>
              <a:srgbClr val="DADADA">
                <a:alpha val="85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2" name="Kształt 22"/>
          <p:cNvSpPr/>
          <p:nvPr/>
        </p:nvSpPr>
        <p:spPr>
          <a:xfrm>
            <a:off x="8708930" y="5158549"/>
            <a:ext cx="12224" cy="20606"/>
          </a:xfrm>
          <a:custGeom>
            <a:avLst/>
            <a:gdLst/>
            <a:ahLst/>
            <a:cxnLst/>
            <a:rect l="0" t="0" r="r" b="b"/>
            <a:pathLst>
              <a:path w="12224" h="20606">
                <a:moveTo>
                  <a:pt x="12224" y="0"/>
                </a:moveTo>
                <a:lnTo>
                  <a:pt x="7334" y="20606"/>
                </a:lnTo>
                <a:lnTo>
                  <a:pt x="0" y="7334"/>
                </a:lnTo>
                <a:close/>
              </a:path>
            </a:pathLst>
          </a:custGeom>
          <a:solidFill>
            <a:srgbClr val="EAEAEA">
              <a:alpha val="85000"/>
            </a:srgbClr>
          </a:solidFill>
          <a:ln w="2095">
            <a:solidFill>
              <a:srgbClr val="EAEAEA">
                <a:alpha val="85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3" name="Kształt 23"/>
          <p:cNvSpPr/>
          <p:nvPr/>
        </p:nvSpPr>
        <p:spPr>
          <a:xfrm>
            <a:off x="8693213" y="5165884"/>
            <a:ext cx="23050" cy="13271"/>
          </a:xfrm>
          <a:custGeom>
            <a:avLst/>
            <a:gdLst/>
            <a:ahLst/>
            <a:cxnLst/>
            <a:rect l="0" t="0" r="r" b="b"/>
            <a:pathLst>
              <a:path w="23050" h="13271">
                <a:moveTo>
                  <a:pt x="0" y="9779"/>
                </a:moveTo>
                <a:lnTo>
                  <a:pt x="15716" y="0"/>
                </a:lnTo>
                <a:lnTo>
                  <a:pt x="23050" y="13271"/>
                </a:lnTo>
                <a:close/>
              </a:path>
            </a:pathLst>
          </a:custGeom>
          <a:solidFill>
            <a:srgbClr val="E5E5E5">
              <a:alpha val="85000"/>
            </a:srgbClr>
          </a:solidFill>
          <a:ln w="2095">
            <a:solidFill>
              <a:srgbClr val="E5E5E5">
                <a:alpha val="85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4" name="Kształt 24"/>
          <p:cNvSpPr/>
          <p:nvPr/>
        </p:nvSpPr>
        <p:spPr>
          <a:xfrm>
            <a:off x="8573516" y="5143500"/>
            <a:ext cx="37084" cy="33528"/>
          </a:xfrm>
          <a:custGeom>
            <a:avLst/>
            <a:gdLst/>
            <a:ahLst/>
            <a:cxnLst/>
            <a:rect l="0" t="0" r="r" b="b"/>
            <a:pathLst>
              <a:path w="37084" h="33528">
                <a:moveTo>
                  <a:pt x="37084" y="0"/>
                </a:moveTo>
                <a:lnTo>
                  <a:pt x="17780" y="33528"/>
                </a:lnTo>
                <a:lnTo>
                  <a:pt x="0" y="15240"/>
                </a:lnTo>
                <a:close/>
              </a:path>
            </a:pathLst>
          </a:custGeom>
          <a:solidFill>
            <a:srgbClr val="C5C5C5">
              <a:alpha val="70000"/>
            </a:srgbClr>
          </a:solidFill>
          <a:ln w="3048">
            <a:solidFill>
              <a:srgbClr val="C5C5C5">
                <a:alpha val="70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5" name="Kształt 25"/>
          <p:cNvSpPr/>
          <p:nvPr/>
        </p:nvSpPr>
        <p:spPr>
          <a:xfrm>
            <a:off x="8573516" y="5139944"/>
            <a:ext cx="37084" cy="18796"/>
          </a:xfrm>
          <a:custGeom>
            <a:avLst/>
            <a:gdLst/>
            <a:ahLst/>
            <a:cxnLst/>
            <a:rect l="0" t="0" r="r" b="b"/>
            <a:pathLst>
              <a:path w="37084" h="18796">
                <a:moveTo>
                  <a:pt x="37084" y="3556"/>
                </a:moveTo>
                <a:lnTo>
                  <a:pt x="0" y="18796"/>
                </a:lnTo>
                <a:lnTo>
                  <a:pt x="10668" y="0"/>
                </a:lnTo>
                <a:close/>
              </a:path>
            </a:pathLst>
          </a:custGeom>
          <a:solidFill>
            <a:srgbClr val="D7D7D7">
              <a:alpha val="70000"/>
            </a:srgbClr>
          </a:solidFill>
          <a:ln w="3048">
            <a:solidFill>
              <a:srgbClr val="D7D7D7">
                <a:alpha val="70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6" name="Kształt 26"/>
          <p:cNvSpPr/>
          <p:nvPr/>
        </p:nvSpPr>
        <p:spPr>
          <a:xfrm>
            <a:off x="8550656" y="5134864"/>
            <a:ext cx="33528" cy="23876"/>
          </a:xfrm>
          <a:custGeom>
            <a:avLst/>
            <a:gdLst/>
            <a:ahLst/>
            <a:cxnLst/>
            <a:rect l="0" t="0" r="r" b="b"/>
            <a:pathLst>
              <a:path w="33528" h="23876">
                <a:moveTo>
                  <a:pt x="0" y="0"/>
                </a:moveTo>
                <a:lnTo>
                  <a:pt x="33528" y="5080"/>
                </a:lnTo>
                <a:lnTo>
                  <a:pt x="22860" y="23876"/>
                </a:lnTo>
                <a:close/>
              </a:path>
            </a:pathLst>
          </a:custGeom>
          <a:solidFill>
            <a:srgbClr val="DBDBDB">
              <a:alpha val="70000"/>
            </a:srgbClr>
          </a:solidFill>
          <a:ln w="3048">
            <a:solidFill>
              <a:srgbClr val="DBDBDB">
                <a:alpha val="70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7" name="Kształt 27"/>
          <p:cNvSpPr/>
          <p:nvPr/>
        </p:nvSpPr>
        <p:spPr>
          <a:xfrm>
            <a:off x="8548624" y="5163312"/>
            <a:ext cx="42672" cy="22352"/>
          </a:xfrm>
          <a:custGeom>
            <a:avLst/>
            <a:gdLst/>
            <a:ahLst/>
            <a:cxnLst/>
            <a:rect l="0" t="0" r="r" b="b"/>
            <a:pathLst>
              <a:path w="42672" h="22352">
                <a:moveTo>
                  <a:pt x="42672" y="13716"/>
                </a:moveTo>
                <a:lnTo>
                  <a:pt x="0" y="22352"/>
                </a:lnTo>
                <a:lnTo>
                  <a:pt x="1016" y="0"/>
                </a:lnTo>
                <a:close/>
              </a:path>
            </a:pathLst>
          </a:custGeom>
          <a:solidFill>
            <a:srgbClr val="CCCCCC">
              <a:alpha val="70000"/>
            </a:srgbClr>
          </a:solidFill>
          <a:ln w="3048">
            <a:solidFill>
              <a:srgbClr val="CCCCCC">
                <a:alpha val="70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8" name="Kształt 28"/>
          <p:cNvSpPr/>
          <p:nvPr/>
        </p:nvSpPr>
        <p:spPr>
          <a:xfrm>
            <a:off x="8549640" y="5158740"/>
            <a:ext cx="41656" cy="18288"/>
          </a:xfrm>
          <a:custGeom>
            <a:avLst/>
            <a:gdLst/>
            <a:ahLst/>
            <a:cxnLst/>
            <a:rect l="0" t="0" r="r" b="b"/>
            <a:pathLst>
              <a:path w="41656" h="18288">
                <a:moveTo>
                  <a:pt x="41656" y="18288"/>
                </a:moveTo>
                <a:lnTo>
                  <a:pt x="0" y="4572"/>
                </a:lnTo>
                <a:lnTo>
                  <a:pt x="23876" y="0"/>
                </a:lnTo>
                <a:close/>
              </a:path>
            </a:pathLst>
          </a:custGeom>
          <a:solidFill>
            <a:srgbClr val="C9C9C9">
              <a:alpha val="70000"/>
            </a:srgbClr>
          </a:solidFill>
          <a:ln w="3048">
            <a:solidFill>
              <a:srgbClr val="C9C9C9">
                <a:alpha val="70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9" name="Kształt 29"/>
          <p:cNvSpPr/>
          <p:nvPr/>
        </p:nvSpPr>
        <p:spPr>
          <a:xfrm>
            <a:off x="8549640" y="5134864"/>
            <a:ext cx="23876" cy="28448"/>
          </a:xfrm>
          <a:custGeom>
            <a:avLst/>
            <a:gdLst/>
            <a:ahLst/>
            <a:cxnLst/>
            <a:rect l="0" t="0" r="r" b="b"/>
            <a:pathLst>
              <a:path w="23876" h="28448">
                <a:moveTo>
                  <a:pt x="1016" y="0"/>
                </a:moveTo>
                <a:lnTo>
                  <a:pt x="23876" y="23876"/>
                </a:lnTo>
                <a:lnTo>
                  <a:pt x="0" y="28448"/>
                </a:lnTo>
                <a:close/>
              </a:path>
            </a:pathLst>
          </a:custGeom>
          <a:solidFill>
            <a:srgbClr val="E1E1E1">
              <a:alpha val="70000"/>
            </a:srgbClr>
          </a:solidFill>
          <a:ln w="3048">
            <a:solidFill>
              <a:srgbClr val="E1E1E1">
                <a:alpha val="70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0" name="Kształt 30"/>
          <p:cNvSpPr/>
          <p:nvPr/>
        </p:nvSpPr>
        <p:spPr>
          <a:xfrm>
            <a:off x="8514080" y="5150104"/>
            <a:ext cx="34544" cy="35560"/>
          </a:xfrm>
          <a:custGeom>
            <a:avLst/>
            <a:gdLst/>
            <a:ahLst/>
            <a:cxnLst/>
            <a:rect l="0" t="0" r="r" b="b"/>
            <a:pathLst>
              <a:path w="34544" h="35560">
                <a:moveTo>
                  <a:pt x="34544" y="35560"/>
                </a:moveTo>
                <a:lnTo>
                  <a:pt x="0" y="12192"/>
                </a:lnTo>
                <a:lnTo>
                  <a:pt x="16256" y="0"/>
                </a:lnTo>
                <a:close/>
              </a:path>
            </a:pathLst>
          </a:custGeom>
          <a:solidFill>
            <a:srgbClr val="DCDCDC">
              <a:alpha val="70000"/>
            </a:srgbClr>
          </a:solidFill>
          <a:ln w="3048">
            <a:solidFill>
              <a:srgbClr val="DCDCDC">
                <a:alpha val="70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1" name="Kształt 31"/>
          <p:cNvSpPr/>
          <p:nvPr/>
        </p:nvSpPr>
        <p:spPr>
          <a:xfrm>
            <a:off x="8530336" y="5150104"/>
            <a:ext cx="19304" cy="35560"/>
          </a:xfrm>
          <a:custGeom>
            <a:avLst/>
            <a:gdLst/>
            <a:ahLst/>
            <a:cxnLst/>
            <a:rect l="0" t="0" r="r" b="b"/>
            <a:pathLst>
              <a:path w="19304" h="35560">
                <a:moveTo>
                  <a:pt x="18288" y="35560"/>
                </a:moveTo>
                <a:lnTo>
                  <a:pt x="0" y="0"/>
                </a:lnTo>
                <a:lnTo>
                  <a:pt x="19304" y="13208"/>
                </a:lnTo>
                <a:close/>
              </a:path>
            </a:pathLst>
          </a:custGeom>
          <a:solidFill>
            <a:srgbClr val="DDDDDD">
              <a:alpha val="70000"/>
            </a:srgbClr>
          </a:solidFill>
          <a:ln w="3048">
            <a:solidFill>
              <a:srgbClr val="DDDDDD">
                <a:alpha val="70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2" name="Kształt 32"/>
          <p:cNvSpPr/>
          <p:nvPr/>
        </p:nvSpPr>
        <p:spPr>
          <a:xfrm>
            <a:off x="8530336" y="5134864"/>
            <a:ext cx="20320" cy="28448"/>
          </a:xfrm>
          <a:custGeom>
            <a:avLst/>
            <a:gdLst/>
            <a:ahLst/>
            <a:cxnLst/>
            <a:rect l="0" t="0" r="r" b="b"/>
            <a:pathLst>
              <a:path w="20320" h="28448">
                <a:moveTo>
                  <a:pt x="20320" y="0"/>
                </a:moveTo>
                <a:lnTo>
                  <a:pt x="19304" y="28448"/>
                </a:lnTo>
                <a:lnTo>
                  <a:pt x="0" y="15240"/>
                </a:lnTo>
                <a:close/>
              </a:path>
            </a:pathLst>
          </a:custGeom>
          <a:solidFill>
            <a:srgbClr val="E3E3E3">
              <a:alpha val="70000"/>
            </a:srgbClr>
          </a:solidFill>
          <a:ln w="3048">
            <a:solidFill>
              <a:srgbClr val="E3E3E3">
                <a:alpha val="70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3" name="Kształt 33"/>
          <p:cNvSpPr/>
          <p:nvPr/>
        </p:nvSpPr>
        <p:spPr>
          <a:xfrm>
            <a:off x="8514080" y="5124704"/>
            <a:ext cx="16256" cy="37592"/>
          </a:xfrm>
          <a:custGeom>
            <a:avLst/>
            <a:gdLst/>
            <a:ahLst/>
            <a:cxnLst/>
            <a:rect l="0" t="0" r="r" b="b"/>
            <a:pathLst>
              <a:path w="16256" h="37592">
                <a:moveTo>
                  <a:pt x="0" y="37592"/>
                </a:moveTo>
                <a:lnTo>
                  <a:pt x="0" y="0"/>
                </a:lnTo>
                <a:lnTo>
                  <a:pt x="16256" y="4572"/>
                </a:lnTo>
                <a:close/>
              </a:path>
            </a:pathLst>
          </a:custGeom>
          <a:solidFill>
            <a:srgbClr val="F6F6F6">
              <a:alpha val="70000"/>
            </a:srgbClr>
          </a:solidFill>
          <a:ln w="3048">
            <a:solidFill>
              <a:srgbClr val="F6F6F6">
                <a:alpha val="70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4" name="Kształt 34"/>
          <p:cNvSpPr/>
          <p:nvPr/>
        </p:nvSpPr>
        <p:spPr>
          <a:xfrm>
            <a:off x="8514080" y="5129276"/>
            <a:ext cx="16256" cy="33020"/>
          </a:xfrm>
          <a:custGeom>
            <a:avLst/>
            <a:gdLst/>
            <a:ahLst/>
            <a:cxnLst/>
            <a:rect l="0" t="0" r="r" b="b"/>
            <a:pathLst>
              <a:path w="16256" h="33020">
                <a:moveTo>
                  <a:pt x="0" y="33020"/>
                </a:moveTo>
                <a:lnTo>
                  <a:pt x="16256" y="0"/>
                </a:lnTo>
                <a:lnTo>
                  <a:pt x="16256" y="20828"/>
                </a:lnTo>
                <a:close/>
              </a:path>
            </a:pathLst>
          </a:custGeom>
          <a:solidFill>
            <a:srgbClr val="EBEBEB">
              <a:alpha val="70000"/>
            </a:srgbClr>
          </a:solidFill>
          <a:ln w="3048">
            <a:solidFill>
              <a:srgbClr val="EBEBEB">
                <a:alpha val="70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5" name="Kształt 35"/>
          <p:cNvSpPr/>
          <p:nvPr/>
        </p:nvSpPr>
        <p:spPr>
          <a:xfrm>
            <a:off x="8530336" y="5129276"/>
            <a:ext cx="20320" cy="20828"/>
          </a:xfrm>
          <a:custGeom>
            <a:avLst/>
            <a:gdLst/>
            <a:ahLst/>
            <a:cxnLst/>
            <a:rect l="0" t="0" r="r" b="b"/>
            <a:pathLst>
              <a:path w="20320" h="20828">
                <a:moveTo>
                  <a:pt x="20320" y="5588"/>
                </a:moveTo>
                <a:lnTo>
                  <a:pt x="0" y="20828"/>
                </a:lnTo>
                <a:lnTo>
                  <a:pt x="0" y="0"/>
                </a:lnTo>
                <a:close/>
              </a:path>
            </a:pathLst>
          </a:custGeom>
          <a:solidFill>
            <a:srgbClr val="F0F0F0">
              <a:alpha val="70000"/>
            </a:srgbClr>
          </a:solidFill>
          <a:ln w="3048">
            <a:solidFill>
              <a:srgbClr val="F0F0F0">
                <a:alpha val="70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6" name="Kształt 36"/>
          <p:cNvSpPr/>
          <p:nvPr/>
        </p:nvSpPr>
        <p:spPr>
          <a:xfrm>
            <a:off x="8514080" y="5101336"/>
            <a:ext cx="35560" cy="23368"/>
          </a:xfrm>
          <a:custGeom>
            <a:avLst/>
            <a:gdLst/>
            <a:ahLst/>
            <a:cxnLst/>
            <a:rect l="0" t="0" r="r" b="b"/>
            <a:pathLst>
              <a:path w="35560" h="23368">
                <a:moveTo>
                  <a:pt x="0" y="23368"/>
                </a:moveTo>
                <a:lnTo>
                  <a:pt x="34544" y="0"/>
                </a:lnTo>
                <a:lnTo>
                  <a:pt x="35560" y="14732"/>
                </a:lnTo>
                <a:close/>
              </a:path>
            </a:pathLst>
          </a:custGeom>
          <a:solidFill>
            <a:srgbClr val="F9F9F9">
              <a:alpha val="70000"/>
            </a:srgbClr>
          </a:solidFill>
          <a:ln w="3048">
            <a:solidFill>
              <a:srgbClr val="F9F9F9">
                <a:alpha val="70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7" name="Kształt 37"/>
          <p:cNvSpPr/>
          <p:nvPr/>
        </p:nvSpPr>
        <p:spPr>
          <a:xfrm>
            <a:off x="8514080" y="5116068"/>
            <a:ext cx="35560" cy="13208"/>
          </a:xfrm>
          <a:custGeom>
            <a:avLst/>
            <a:gdLst/>
            <a:ahLst/>
            <a:cxnLst/>
            <a:rect l="0" t="0" r="r" b="b"/>
            <a:pathLst>
              <a:path w="35560" h="13208">
                <a:moveTo>
                  <a:pt x="0" y="8636"/>
                </a:moveTo>
                <a:lnTo>
                  <a:pt x="35560" y="0"/>
                </a:lnTo>
                <a:lnTo>
                  <a:pt x="16256" y="13208"/>
                </a:lnTo>
                <a:close/>
              </a:path>
            </a:pathLst>
          </a:custGeom>
          <a:solidFill>
            <a:srgbClr val="FAFAFA">
              <a:alpha val="70000"/>
            </a:srgbClr>
          </a:solidFill>
          <a:ln w="3048">
            <a:solidFill>
              <a:srgbClr val="FAFAFA">
                <a:alpha val="70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8" name="Kształt 38"/>
          <p:cNvSpPr/>
          <p:nvPr/>
        </p:nvSpPr>
        <p:spPr>
          <a:xfrm>
            <a:off x="8530336" y="5116068"/>
            <a:ext cx="20320" cy="18796"/>
          </a:xfrm>
          <a:custGeom>
            <a:avLst/>
            <a:gdLst/>
            <a:ahLst/>
            <a:cxnLst/>
            <a:rect l="0" t="0" r="r" b="b"/>
            <a:pathLst>
              <a:path w="20320" h="18796">
                <a:moveTo>
                  <a:pt x="20320" y="18796"/>
                </a:moveTo>
                <a:lnTo>
                  <a:pt x="0" y="13208"/>
                </a:lnTo>
                <a:lnTo>
                  <a:pt x="19304" y="0"/>
                </a:lnTo>
                <a:close/>
              </a:path>
            </a:pathLst>
          </a:custGeom>
          <a:solidFill>
            <a:srgbClr val="F0F0F0">
              <a:alpha val="70000"/>
            </a:srgbClr>
          </a:solidFill>
          <a:ln w="3048">
            <a:solidFill>
              <a:srgbClr val="F0F0F0">
                <a:alpha val="70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9" name="Kształt 39"/>
          <p:cNvSpPr/>
          <p:nvPr/>
        </p:nvSpPr>
        <p:spPr>
          <a:xfrm>
            <a:off x="8548624" y="5101336"/>
            <a:ext cx="42672" cy="19304"/>
          </a:xfrm>
          <a:custGeom>
            <a:avLst/>
            <a:gdLst/>
            <a:ahLst/>
            <a:cxnLst/>
            <a:rect l="0" t="0" r="r" b="b"/>
            <a:pathLst>
              <a:path w="42672" h="19304">
                <a:moveTo>
                  <a:pt x="0" y="0"/>
                </a:moveTo>
                <a:lnTo>
                  <a:pt x="42672" y="8636"/>
                </a:lnTo>
                <a:lnTo>
                  <a:pt x="24892" y="19304"/>
                </a:lnTo>
                <a:close/>
              </a:path>
            </a:pathLst>
          </a:custGeom>
          <a:solidFill>
            <a:srgbClr val="F5F5F5">
              <a:alpha val="70000"/>
            </a:srgbClr>
          </a:solidFill>
          <a:ln w="3048">
            <a:solidFill>
              <a:srgbClr val="F5F5F5">
                <a:alpha val="70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0" name="Kształt 40"/>
          <p:cNvSpPr/>
          <p:nvPr/>
        </p:nvSpPr>
        <p:spPr>
          <a:xfrm>
            <a:off x="8548624" y="5101336"/>
            <a:ext cx="24892" cy="19304"/>
          </a:xfrm>
          <a:custGeom>
            <a:avLst/>
            <a:gdLst/>
            <a:ahLst/>
            <a:cxnLst/>
            <a:rect l="0" t="0" r="r" b="b"/>
            <a:pathLst>
              <a:path w="24892" h="19304">
                <a:moveTo>
                  <a:pt x="0" y="0"/>
                </a:moveTo>
                <a:lnTo>
                  <a:pt x="24892" y="19304"/>
                </a:lnTo>
                <a:lnTo>
                  <a:pt x="1016" y="14732"/>
                </a:lnTo>
                <a:close/>
              </a:path>
            </a:pathLst>
          </a:custGeom>
          <a:solidFill>
            <a:srgbClr val="F4F4F4">
              <a:alpha val="70000"/>
            </a:srgbClr>
          </a:solidFill>
          <a:ln w="3048">
            <a:solidFill>
              <a:srgbClr val="F4F4F4">
                <a:alpha val="70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1" name="Kształt 41"/>
          <p:cNvSpPr/>
          <p:nvPr/>
        </p:nvSpPr>
        <p:spPr>
          <a:xfrm>
            <a:off x="8549640" y="5116068"/>
            <a:ext cx="23876" cy="18796"/>
          </a:xfrm>
          <a:custGeom>
            <a:avLst/>
            <a:gdLst/>
            <a:ahLst/>
            <a:cxnLst/>
            <a:rect l="0" t="0" r="r" b="b"/>
            <a:pathLst>
              <a:path w="23876" h="18796">
                <a:moveTo>
                  <a:pt x="1016" y="18796"/>
                </a:moveTo>
                <a:lnTo>
                  <a:pt x="0" y="0"/>
                </a:lnTo>
                <a:lnTo>
                  <a:pt x="23876" y="4572"/>
                </a:lnTo>
                <a:close/>
              </a:path>
            </a:pathLst>
          </a:custGeom>
          <a:solidFill>
            <a:srgbClr val="F2F2F2">
              <a:alpha val="70000"/>
            </a:srgbClr>
          </a:solidFill>
          <a:ln w="3048">
            <a:solidFill>
              <a:srgbClr val="F2F2F2">
                <a:alpha val="70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2" name="Kształt 42"/>
          <p:cNvSpPr/>
          <p:nvPr/>
        </p:nvSpPr>
        <p:spPr>
          <a:xfrm>
            <a:off x="8584184" y="5109972"/>
            <a:ext cx="26416" cy="33528"/>
          </a:xfrm>
          <a:custGeom>
            <a:avLst/>
            <a:gdLst/>
            <a:ahLst/>
            <a:cxnLst/>
            <a:rect l="0" t="0" r="r" b="b"/>
            <a:pathLst>
              <a:path w="26416" h="33528">
                <a:moveTo>
                  <a:pt x="7112" y="0"/>
                </a:moveTo>
                <a:lnTo>
                  <a:pt x="26416" y="33528"/>
                </a:lnTo>
                <a:lnTo>
                  <a:pt x="0" y="29972"/>
                </a:lnTo>
                <a:close/>
              </a:path>
            </a:pathLst>
          </a:custGeom>
          <a:solidFill>
            <a:srgbClr val="DADADA">
              <a:alpha val="70000"/>
            </a:srgbClr>
          </a:solidFill>
          <a:ln w="3048">
            <a:solidFill>
              <a:srgbClr val="DADADA">
                <a:alpha val="70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3" name="Kształt 43"/>
          <p:cNvSpPr/>
          <p:nvPr/>
        </p:nvSpPr>
        <p:spPr>
          <a:xfrm>
            <a:off x="8573516" y="5109972"/>
            <a:ext cx="17780" cy="29972"/>
          </a:xfrm>
          <a:custGeom>
            <a:avLst/>
            <a:gdLst/>
            <a:ahLst/>
            <a:cxnLst/>
            <a:rect l="0" t="0" r="r" b="b"/>
            <a:pathLst>
              <a:path w="17780" h="29972">
                <a:moveTo>
                  <a:pt x="17780" y="0"/>
                </a:moveTo>
                <a:lnTo>
                  <a:pt x="10668" y="29972"/>
                </a:lnTo>
                <a:lnTo>
                  <a:pt x="0" y="10668"/>
                </a:lnTo>
                <a:close/>
              </a:path>
            </a:pathLst>
          </a:custGeom>
          <a:solidFill>
            <a:srgbClr val="EAEAEA">
              <a:alpha val="70000"/>
            </a:srgbClr>
          </a:solidFill>
          <a:ln w="3048">
            <a:solidFill>
              <a:srgbClr val="EAEAEA">
                <a:alpha val="70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4" name="Kształt 44"/>
          <p:cNvSpPr/>
          <p:nvPr/>
        </p:nvSpPr>
        <p:spPr>
          <a:xfrm>
            <a:off x="8550656" y="5120640"/>
            <a:ext cx="33528" cy="19304"/>
          </a:xfrm>
          <a:custGeom>
            <a:avLst/>
            <a:gdLst/>
            <a:ahLst/>
            <a:cxnLst/>
            <a:rect l="0" t="0" r="r" b="b"/>
            <a:pathLst>
              <a:path w="33528" h="19304">
                <a:moveTo>
                  <a:pt x="0" y="14224"/>
                </a:moveTo>
                <a:lnTo>
                  <a:pt x="22860" y="0"/>
                </a:lnTo>
                <a:lnTo>
                  <a:pt x="33528" y="19304"/>
                </a:lnTo>
                <a:close/>
              </a:path>
            </a:pathLst>
          </a:custGeom>
          <a:solidFill>
            <a:srgbClr val="E5E5E5">
              <a:alpha val="70000"/>
            </a:srgbClr>
          </a:solidFill>
          <a:ln w="3048">
            <a:solidFill>
              <a:srgbClr val="E5E5E5">
                <a:alpha val="70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5" name="Kształt 45"/>
          <p:cNvSpPr/>
          <p:nvPr/>
        </p:nvSpPr>
        <p:spPr>
          <a:xfrm>
            <a:off x="8400002" y="5092700"/>
            <a:ext cx="48673" cy="44005"/>
          </a:xfrm>
          <a:custGeom>
            <a:avLst/>
            <a:gdLst/>
            <a:ahLst/>
            <a:cxnLst/>
            <a:rect l="0" t="0" r="r" b="b"/>
            <a:pathLst>
              <a:path w="48673" h="44005">
                <a:moveTo>
                  <a:pt x="48673" y="0"/>
                </a:moveTo>
                <a:lnTo>
                  <a:pt x="23336" y="44005"/>
                </a:lnTo>
                <a:lnTo>
                  <a:pt x="0" y="20002"/>
                </a:lnTo>
                <a:close/>
              </a:path>
            </a:pathLst>
          </a:custGeom>
          <a:solidFill>
            <a:srgbClr val="C5C5C5">
              <a:alpha val="50000"/>
            </a:srgbClr>
          </a:solidFill>
          <a:ln w="4000">
            <a:solidFill>
              <a:srgbClr val="C5C5C5">
                <a:alpha val="50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6" name="Kształt 46"/>
          <p:cNvSpPr/>
          <p:nvPr/>
        </p:nvSpPr>
        <p:spPr>
          <a:xfrm>
            <a:off x="8400002" y="5088033"/>
            <a:ext cx="48673" cy="24670"/>
          </a:xfrm>
          <a:custGeom>
            <a:avLst/>
            <a:gdLst/>
            <a:ahLst/>
            <a:cxnLst/>
            <a:rect l="0" t="0" r="r" b="b"/>
            <a:pathLst>
              <a:path w="48673" h="24670">
                <a:moveTo>
                  <a:pt x="48673" y="4667"/>
                </a:moveTo>
                <a:lnTo>
                  <a:pt x="0" y="24670"/>
                </a:lnTo>
                <a:lnTo>
                  <a:pt x="14002" y="0"/>
                </a:lnTo>
                <a:close/>
              </a:path>
            </a:pathLst>
          </a:custGeom>
          <a:solidFill>
            <a:srgbClr val="D7D7D7">
              <a:alpha val="50000"/>
            </a:srgbClr>
          </a:solidFill>
          <a:ln w="4000">
            <a:solidFill>
              <a:srgbClr val="D7D7D7">
                <a:alpha val="50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7" name="Kształt 47"/>
          <p:cNvSpPr/>
          <p:nvPr/>
        </p:nvSpPr>
        <p:spPr>
          <a:xfrm>
            <a:off x="8369998" y="5081365"/>
            <a:ext cx="44005" cy="31337"/>
          </a:xfrm>
          <a:custGeom>
            <a:avLst/>
            <a:gdLst/>
            <a:ahLst/>
            <a:cxnLst/>
            <a:rect l="0" t="0" r="r" b="b"/>
            <a:pathLst>
              <a:path w="44005" h="31337">
                <a:moveTo>
                  <a:pt x="0" y="0"/>
                </a:moveTo>
                <a:lnTo>
                  <a:pt x="44005" y="6667"/>
                </a:lnTo>
                <a:lnTo>
                  <a:pt x="30004" y="31337"/>
                </a:lnTo>
                <a:close/>
              </a:path>
            </a:pathLst>
          </a:custGeom>
          <a:solidFill>
            <a:srgbClr val="DBDBDB">
              <a:alpha val="50000"/>
            </a:srgbClr>
          </a:solidFill>
          <a:ln w="4000">
            <a:solidFill>
              <a:srgbClr val="DBDBDB">
                <a:alpha val="50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8" name="Kształt 48"/>
          <p:cNvSpPr/>
          <p:nvPr/>
        </p:nvSpPr>
        <p:spPr>
          <a:xfrm>
            <a:off x="8367331" y="5118703"/>
            <a:ext cx="56007" cy="29337"/>
          </a:xfrm>
          <a:custGeom>
            <a:avLst/>
            <a:gdLst/>
            <a:ahLst/>
            <a:cxnLst/>
            <a:rect l="0" t="0" r="r" b="b"/>
            <a:pathLst>
              <a:path w="56007" h="29337">
                <a:moveTo>
                  <a:pt x="56007" y="18002"/>
                </a:moveTo>
                <a:lnTo>
                  <a:pt x="0" y="29337"/>
                </a:lnTo>
                <a:lnTo>
                  <a:pt x="1333" y="0"/>
                </a:lnTo>
                <a:close/>
              </a:path>
            </a:pathLst>
          </a:custGeom>
          <a:solidFill>
            <a:srgbClr val="CCCCCC">
              <a:alpha val="50000"/>
            </a:srgbClr>
          </a:solidFill>
          <a:ln w="4000">
            <a:solidFill>
              <a:srgbClr val="CCCCCC">
                <a:alpha val="50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9" name="Kształt 49"/>
          <p:cNvSpPr/>
          <p:nvPr/>
        </p:nvSpPr>
        <p:spPr>
          <a:xfrm>
            <a:off x="8368665" y="5112702"/>
            <a:ext cx="54673" cy="24003"/>
          </a:xfrm>
          <a:custGeom>
            <a:avLst/>
            <a:gdLst/>
            <a:ahLst/>
            <a:cxnLst/>
            <a:rect l="0" t="0" r="r" b="b"/>
            <a:pathLst>
              <a:path w="54673" h="24003">
                <a:moveTo>
                  <a:pt x="54673" y="24003"/>
                </a:moveTo>
                <a:lnTo>
                  <a:pt x="0" y="6001"/>
                </a:lnTo>
                <a:lnTo>
                  <a:pt x="31337" y="0"/>
                </a:lnTo>
                <a:close/>
              </a:path>
            </a:pathLst>
          </a:custGeom>
          <a:solidFill>
            <a:srgbClr val="C9C9C9">
              <a:alpha val="50000"/>
            </a:srgbClr>
          </a:solidFill>
          <a:ln w="4000">
            <a:solidFill>
              <a:srgbClr val="C9C9C9">
                <a:alpha val="50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0" name="Kształt 50"/>
          <p:cNvSpPr/>
          <p:nvPr/>
        </p:nvSpPr>
        <p:spPr>
          <a:xfrm>
            <a:off x="8368665" y="5081365"/>
            <a:ext cx="31337" cy="37338"/>
          </a:xfrm>
          <a:custGeom>
            <a:avLst/>
            <a:gdLst/>
            <a:ahLst/>
            <a:cxnLst/>
            <a:rect l="0" t="0" r="r" b="b"/>
            <a:pathLst>
              <a:path w="31337" h="37338">
                <a:moveTo>
                  <a:pt x="1333" y="0"/>
                </a:moveTo>
                <a:lnTo>
                  <a:pt x="31337" y="31337"/>
                </a:lnTo>
                <a:lnTo>
                  <a:pt x="0" y="37338"/>
                </a:lnTo>
                <a:close/>
              </a:path>
            </a:pathLst>
          </a:custGeom>
          <a:solidFill>
            <a:srgbClr val="E1E1E1">
              <a:alpha val="50000"/>
            </a:srgbClr>
          </a:solidFill>
          <a:ln w="4000">
            <a:solidFill>
              <a:srgbClr val="E1E1E1">
                <a:alpha val="50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1" name="Kształt 51"/>
          <p:cNvSpPr/>
          <p:nvPr/>
        </p:nvSpPr>
        <p:spPr>
          <a:xfrm>
            <a:off x="8321992" y="5101368"/>
            <a:ext cx="45339" cy="46672"/>
          </a:xfrm>
          <a:custGeom>
            <a:avLst/>
            <a:gdLst/>
            <a:ahLst/>
            <a:cxnLst/>
            <a:rect l="0" t="0" r="r" b="b"/>
            <a:pathLst>
              <a:path w="45339" h="46672">
                <a:moveTo>
                  <a:pt x="45339" y="46672"/>
                </a:moveTo>
                <a:lnTo>
                  <a:pt x="0" y="16002"/>
                </a:lnTo>
                <a:lnTo>
                  <a:pt x="21336" y="0"/>
                </a:lnTo>
                <a:close/>
              </a:path>
            </a:pathLst>
          </a:custGeom>
          <a:solidFill>
            <a:srgbClr val="DCDCDC">
              <a:alpha val="50000"/>
            </a:srgbClr>
          </a:solidFill>
          <a:ln w="4000">
            <a:solidFill>
              <a:srgbClr val="DCDCDC">
                <a:alpha val="50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2" name="Kształt 52"/>
          <p:cNvSpPr/>
          <p:nvPr/>
        </p:nvSpPr>
        <p:spPr>
          <a:xfrm>
            <a:off x="8343328" y="5101368"/>
            <a:ext cx="25336" cy="46672"/>
          </a:xfrm>
          <a:custGeom>
            <a:avLst/>
            <a:gdLst/>
            <a:ahLst/>
            <a:cxnLst/>
            <a:rect l="0" t="0" r="r" b="b"/>
            <a:pathLst>
              <a:path w="25336" h="46672">
                <a:moveTo>
                  <a:pt x="24003" y="46672"/>
                </a:moveTo>
                <a:lnTo>
                  <a:pt x="0" y="0"/>
                </a:lnTo>
                <a:lnTo>
                  <a:pt x="25336" y="17335"/>
                </a:lnTo>
                <a:close/>
              </a:path>
            </a:pathLst>
          </a:custGeom>
          <a:solidFill>
            <a:srgbClr val="DDDDDD">
              <a:alpha val="50000"/>
            </a:srgbClr>
          </a:solidFill>
          <a:ln w="4000">
            <a:solidFill>
              <a:srgbClr val="DDDDDD">
                <a:alpha val="50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3" name="Kształt 53"/>
          <p:cNvSpPr/>
          <p:nvPr/>
        </p:nvSpPr>
        <p:spPr>
          <a:xfrm>
            <a:off x="8343328" y="5081365"/>
            <a:ext cx="26670" cy="37338"/>
          </a:xfrm>
          <a:custGeom>
            <a:avLst/>
            <a:gdLst/>
            <a:ahLst/>
            <a:cxnLst/>
            <a:rect l="0" t="0" r="r" b="b"/>
            <a:pathLst>
              <a:path w="26670" h="37338">
                <a:moveTo>
                  <a:pt x="26670" y="0"/>
                </a:moveTo>
                <a:lnTo>
                  <a:pt x="25336" y="37338"/>
                </a:lnTo>
                <a:lnTo>
                  <a:pt x="0" y="20002"/>
                </a:lnTo>
                <a:close/>
              </a:path>
            </a:pathLst>
          </a:custGeom>
          <a:solidFill>
            <a:srgbClr val="E3E3E3">
              <a:alpha val="50000"/>
            </a:srgbClr>
          </a:solidFill>
          <a:ln w="4000">
            <a:solidFill>
              <a:srgbClr val="E3E3E3">
                <a:alpha val="50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4" name="Kształt 54"/>
          <p:cNvSpPr/>
          <p:nvPr/>
        </p:nvSpPr>
        <p:spPr>
          <a:xfrm>
            <a:off x="8321992" y="5068030"/>
            <a:ext cx="21336" cy="49339"/>
          </a:xfrm>
          <a:custGeom>
            <a:avLst/>
            <a:gdLst/>
            <a:ahLst/>
            <a:cxnLst/>
            <a:rect l="0" t="0" r="r" b="b"/>
            <a:pathLst>
              <a:path w="21336" h="49339">
                <a:moveTo>
                  <a:pt x="0" y="49339"/>
                </a:moveTo>
                <a:lnTo>
                  <a:pt x="0" y="0"/>
                </a:lnTo>
                <a:lnTo>
                  <a:pt x="21336" y="6001"/>
                </a:lnTo>
                <a:close/>
              </a:path>
            </a:pathLst>
          </a:custGeom>
          <a:solidFill>
            <a:srgbClr val="F6F6F6">
              <a:alpha val="50000"/>
            </a:srgbClr>
          </a:solidFill>
          <a:ln w="4000">
            <a:solidFill>
              <a:srgbClr val="F6F6F6">
                <a:alpha val="50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5" name="Kształt 55"/>
          <p:cNvSpPr/>
          <p:nvPr/>
        </p:nvSpPr>
        <p:spPr>
          <a:xfrm>
            <a:off x="8321992" y="5074031"/>
            <a:ext cx="21336" cy="43339"/>
          </a:xfrm>
          <a:custGeom>
            <a:avLst/>
            <a:gdLst/>
            <a:ahLst/>
            <a:cxnLst/>
            <a:rect l="0" t="0" r="r" b="b"/>
            <a:pathLst>
              <a:path w="21336" h="43339">
                <a:moveTo>
                  <a:pt x="0" y="43339"/>
                </a:moveTo>
                <a:lnTo>
                  <a:pt x="21336" y="0"/>
                </a:lnTo>
                <a:lnTo>
                  <a:pt x="21336" y="27337"/>
                </a:lnTo>
                <a:close/>
              </a:path>
            </a:pathLst>
          </a:custGeom>
          <a:solidFill>
            <a:srgbClr val="EBEBEB">
              <a:alpha val="50000"/>
            </a:srgbClr>
          </a:solidFill>
          <a:ln w="4000">
            <a:solidFill>
              <a:srgbClr val="EBEBEB">
                <a:alpha val="50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6" name="Kształt 56"/>
          <p:cNvSpPr/>
          <p:nvPr/>
        </p:nvSpPr>
        <p:spPr>
          <a:xfrm>
            <a:off x="8343328" y="5074031"/>
            <a:ext cx="26670" cy="27337"/>
          </a:xfrm>
          <a:custGeom>
            <a:avLst/>
            <a:gdLst/>
            <a:ahLst/>
            <a:cxnLst/>
            <a:rect l="0" t="0" r="r" b="b"/>
            <a:pathLst>
              <a:path w="26670" h="27337">
                <a:moveTo>
                  <a:pt x="26670" y="7334"/>
                </a:moveTo>
                <a:lnTo>
                  <a:pt x="0" y="27337"/>
                </a:lnTo>
                <a:lnTo>
                  <a:pt x="0" y="0"/>
                </a:lnTo>
                <a:close/>
              </a:path>
            </a:pathLst>
          </a:custGeom>
          <a:solidFill>
            <a:srgbClr val="F0F0F0">
              <a:alpha val="50000"/>
            </a:srgbClr>
          </a:solidFill>
          <a:ln w="4000">
            <a:solidFill>
              <a:srgbClr val="F0F0F0">
                <a:alpha val="50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7" name="Kształt 57"/>
          <p:cNvSpPr/>
          <p:nvPr/>
        </p:nvSpPr>
        <p:spPr>
          <a:xfrm>
            <a:off x="8321992" y="5037360"/>
            <a:ext cx="46672" cy="30670"/>
          </a:xfrm>
          <a:custGeom>
            <a:avLst/>
            <a:gdLst/>
            <a:ahLst/>
            <a:cxnLst/>
            <a:rect l="0" t="0" r="r" b="b"/>
            <a:pathLst>
              <a:path w="46672" h="30670">
                <a:moveTo>
                  <a:pt x="0" y="30670"/>
                </a:moveTo>
                <a:lnTo>
                  <a:pt x="45339" y="0"/>
                </a:lnTo>
                <a:lnTo>
                  <a:pt x="46672" y="19336"/>
                </a:lnTo>
                <a:close/>
              </a:path>
            </a:pathLst>
          </a:custGeom>
          <a:solidFill>
            <a:srgbClr val="F9F9F9">
              <a:alpha val="50000"/>
            </a:srgbClr>
          </a:solidFill>
          <a:ln w="4000">
            <a:solidFill>
              <a:srgbClr val="F9F9F9">
                <a:alpha val="50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8" name="Kształt 58"/>
          <p:cNvSpPr/>
          <p:nvPr/>
        </p:nvSpPr>
        <p:spPr>
          <a:xfrm>
            <a:off x="8321992" y="5056695"/>
            <a:ext cx="46672" cy="17335"/>
          </a:xfrm>
          <a:custGeom>
            <a:avLst/>
            <a:gdLst/>
            <a:ahLst/>
            <a:cxnLst/>
            <a:rect l="0" t="0" r="r" b="b"/>
            <a:pathLst>
              <a:path w="46672" h="17335">
                <a:moveTo>
                  <a:pt x="0" y="11335"/>
                </a:moveTo>
                <a:lnTo>
                  <a:pt x="46672" y="0"/>
                </a:lnTo>
                <a:lnTo>
                  <a:pt x="21336" y="17335"/>
                </a:lnTo>
                <a:close/>
              </a:path>
            </a:pathLst>
          </a:custGeom>
          <a:solidFill>
            <a:srgbClr val="FAFAFA">
              <a:alpha val="50000"/>
            </a:srgbClr>
          </a:solidFill>
          <a:ln w="4000">
            <a:solidFill>
              <a:srgbClr val="FAFAFA">
                <a:alpha val="50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9" name="Kształt 59"/>
          <p:cNvSpPr/>
          <p:nvPr/>
        </p:nvSpPr>
        <p:spPr>
          <a:xfrm>
            <a:off x="8343328" y="5056695"/>
            <a:ext cx="26670" cy="24670"/>
          </a:xfrm>
          <a:custGeom>
            <a:avLst/>
            <a:gdLst/>
            <a:ahLst/>
            <a:cxnLst/>
            <a:rect l="0" t="0" r="r" b="b"/>
            <a:pathLst>
              <a:path w="26670" h="24670">
                <a:moveTo>
                  <a:pt x="26670" y="24670"/>
                </a:moveTo>
                <a:lnTo>
                  <a:pt x="0" y="17335"/>
                </a:lnTo>
                <a:lnTo>
                  <a:pt x="25336" y="0"/>
                </a:lnTo>
                <a:close/>
              </a:path>
            </a:pathLst>
          </a:custGeom>
          <a:solidFill>
            <a:srgbClr val="F0F0F0">
              <a:alpha val="50000"/>
            </a:srgbClr>
          </a:solidFill>
          <a:ln w="4000">
            <a:solidFill>
              <a:srgbClr val="F0F0F0">
                <a:alpha val="50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0" name="Kształt 60"/>
          <p:cNvSpPr/>
          <p:nvPr/>
        </p:nvSpPr>
        <p:spPr>
          <a:xfrm>
            <a:off x="8367331" y="5037360"/>
            <a:ext cx="56007" cy="25336"/>
          </a:xfrm>
          <a:custGeom>
            <a:avLst/>
            <a:gdLst/>
            <a:ahLst/>
            <a:cxnLst/>
            <a:rect l="0" t="0" r="r" b="b"/>
            <a:pathLst>
              <a:path w="56007" h="25336">
                <a:moveTo>
                  <a:pt x="0" y="0"/>
                </a:moveTo>
                <a:lnTo>
                  <a:pt x="56007" y="11335"/>
                </a:lnTo>
                <a:lnTo>
                  <a:pt x="32671" y="25336"/>
                </a:lnTo>
                <a:close/>
              </a:path>
            </a:pathLst>
          </a:custGeom>
          <a:solidFill>
            <a:srgbClr val="F5F5F5">
              <a:alpha val="50000"/>
            </a:srgbClr>
          </a:solidFill>
          <a:ln w="4000">
            <a:solidFill>
              <a:srgbClr val="F5F5F5">
                <a:alpha val="50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1" name="Kształt 61"/>
          <p:cNvSpPr/>
          <p:nvPr/>
        </p:nvSpPr>
        <p:spPr>
          <a:xfrm>
            <a:off x="8367331" y="5037360"/>
            <a:ext cx="32671" cy="25336"/>
          </a:xfrm>
          <a:custGeom>
            <a:avLst/>
            <a:gdLst/>
            <a:ahLst/>
            <a:cxnLst/>
            <a:rect l="0" t="0" r="r" b="b"/>
            <a:pathLst>
              <a:path w="32671" h="25336">
                <a:moveTo>
                  <a:pt x="0" y="0"/>
                </a:moveTo>
                <a:lnTo>
                  <a:pt x="32671" y="25336"/>
                </a:lnTo>
                <a:lnTo>
                  <a:pt x="1333" y="19336"/>
                </a:lnTo>
                <a:close/>
              </a:path>
            </a:pathLst>
          </a:custGeom>
          <a:solidFill>
            <a:srgbClr val="F4F4F4">
              <a:alpha val="50000"/>
            </a:srgbClr>
          </a:solidFill>
          <a:ln w="4000">
            <a:solidFill>
              <a:srgbClr val="F4F4F4">
                <a:alpha val="50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2" name="Kształt 62"/>
          <p:cNvSpPr/>
          <p:nvPr/>
        </p:nvSpPr>
        <p:spPr>
          <a:xfrm>
            <a:off x="8368665" y="5056695"/>
            <a:ext cx="31337" cy="24670"/>
          </a:xfrm>
          <a:custGeom>
            <a:avLst/>
            <a:gdLst/>
            <a:ahLst/>
            <a:cxnLst/>
            <a:rect l="0" t="0" r="r" b="b"/>
            <a:pathLst>
              <a:path w="31337" h="24670">
                <a:moveTo>
                  <a:pt x="1333" y="24670"/>
                </a:moveTo>
                <a:lnTo>
                  <a:pt x="0" y="0"/>
                </a:lnTo>
                <a:lnTo>
                  <a:pt x="31337" y="6001"/>
                </a:lnTo>
                <a:close/>
              </a:path>
            </a:pathLst>
          </a:custGeom>
          <a:solidFill>
            <a:srgbClr val="F2F2F2">
              <a:alpha val="50000"/>
            </a:srgbClr>
          </a:solidFill>
          <a:ln w="4000">
            <a:solidFill>
              <a:srgbClr val="F2F2F2">
                <a:alpha val="50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3" name="Kształt 63"/>
          <p:cNvSpPr/>
          <p:nvPr/>
        </p:nvSpPr>
        <p:spPr>
          <a:xfrm>
            <a:off x="8414004" y="5048694"/>
            <a:ext cx="34671" cy="44005"/>
          </a:xfrm>
          <a:custGeom>
            <a:avLst/>
            <a:gdLst/>
            <a:ahLst/>
            <a:cxnLst/>
            <a:rect l="0" t="0" r="r" b="b"/>
            <a:pathLst>
              <a:path w="34671" h="44005">
                <a:moveTo>
                  <a:pt x="9334" y="0"/>
                </a:moveTo>
                <a:lnTo>
                  <a:pt x="34671" y="44005"/>
                </a:lnTo>
                <a:lnTo>
                  <a:pt x="0" y="39338"/>
                </a:lnTo>
                <a:close/>
              </a:path>
            </a:pathLst>
          </a:custGeom>
          <a:solidFill>
            <a:srgbClr val="DADADA">
              <a:alpha val="50000"/>
            </a:srgbClr>
          </a:solidFill>
          <a:ln w="4000">
            <a:solidFill>
              <a:srgbClr val="DADADA">
                <a:alpha val="50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4" name="Kształt 64"/>
          <p:cNvSpPr/>
          <p:nvPr/>
        </p:nvSpPr>
        <p:spPr>
          <a:xfrm>
            <a:off x="8400002" y="5048694"/>
            <a:ext cx="23336" cy="39338"/>
          </a:xfrm>
          <a:custGeom>
            <a:avLst/>
            <a:gdLst/>
            <a:ahLst/>
            <a:cxnLst/>
            <a:rect l="0" t="0" r="r" b="b"/>
            <a:pathLst>
              <a:path w="23336" h="39338">
                <a:moveTo>
                  <a:pt x="23336" y="0"/>
                </a:moveTo>
                <a:lnTo>
                  <a:pt x="14002" y="39338"/>
                </a:lnTo>
                <a:lnTo>
                  <a:pt x="0" y="14002"/>
                </a:lnTo>
                <a:close/>
              </a:path>
            </a:pathLst>
          </a:custGeom>
          <a:solidFill>
            <a:srgbClr val="EAEAEA">
              <a:alpha val="50000"/>
            </a:srgbClr>
          </a:solidFill>
          <a:ln w="4000">
            <a:solidFill>
              <a:srgbClr val="EAEAEA">
                <a:alpha val="50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5" name="Kształt 65"/>
          <p:cNvSpPr/>
          <p:nvPr/>
        </p:nvSpPr>
        <p:spPr>
          <a:xfrm>
            <a:off x="8369998" y="5062696"/>
            <a:ext cx="44005" cy="25336"/>
          </a:xfrm>
          <a:custGeom>
            <a:avLst/>
            <a:gdLst/>
            <a:ahLst/>
            <a:cxnLst/>
            <a:rect l="0" t="0" r="r" b="b"/>
            <a:pathLst>
              <a:path w="44005" h="25336">
                <a:moveTo>
                  <a:pt x="0" y="18669"/>
                </a:moveTo>
                <a:lnTo>
                  <a:pt x="30004" y="0"/>
                </a:lnTo>
                <a:lnTo>
                  <a:pt x="44005" y="25336"/>
                </a:lnTo>
                <a:close/>
              </a:path>
            </a:pathLst>
          </a:custGeom>
          <a:solidFill>
            <a:srgbClr val="E5E5E5">
              <a:alpha val="50000"/>
            </a:srgbClr>
          </a:solidFill>
          <a:ln w="4000">
            <a:solidFill>
              <a:srgbClr val="E5E5E5">
                <a:alpha val="50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6" name="Kształt 66"/>
          <p:cNvSpPr/>
          <p:nvPr/>
        </p:nvSpPr>
        <p:spPr>
          <a:xfrm>
            <a:off x="8188388" y="5035550"/>
            <a:ext cx="60261" cy="54483"/>
          </a:xfrm>
          <a:custGeom>
            <a:avLst/>
            <a:gdLst/>
            <a:ahLst/>
            <a:cxnLst/>
            <a:rect l="0" t="0" r="r" b="b"/>
            <a:pathLst>
              <a:path w="60261" h="54483">
                <a:moveTo>
                  <a:pt x="60261" y="0"/>
                </a:moveTo>
                <a:lnTo>
                  <a:pt x="28892" y="54483"/>
                </a:lnTo>
                <a:lnTo>
                  <a:pt x="0" y="24765"/>
                </a:lnTo>
                <a:close/>
              </a:path>
            </a:pathLst>
          </a:custGeom>
          <a:solidFill>
            <a:srgbClr val="C5C5C5">
              <a:alpha val="32000"/>
            </a:srgbClr>
          </a:solidFill>
          <a:ln w="4953">
            <a:solidFill>
              <a:srgbClr val="C5C5C5">
                <a:alpha val="32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7" name="Kształt 67"/>
          <p:cNvSpPr/>
          <p:nvPr/>
        </p:nvSpPr>
        <p:spPr>
          <a:xfrm>
            <a:off x="8188388" y="5029771"/>
            <a:ext cx="60261" cy="30543"/>
          </a:xfrm>
          <a:custGeom>
            <a:avLst/>
            <a:gdLst/>
            <a:ahLst/>
            <a:cxnLst/>
            <a:rect l="0" t="0" r="r" b="b"/>
            <a:pathLst>
              <a:path w="60261" h="30543">
                <a:moveTo>
                  <a:pt x="60261" y="5778"/>
                </a:moveTo>
                <a:lnTo>
                  <a:pt x="0" y="30543"/>
                </a:lnTo>
                <a:lnTo>
                  <a:pt x="17335" y="0"/>
                </a:lnTo>
                <a:close/>
              </a:path>
            </a:pathLst>
          </a:custGeom>
          <a:solidFill>
            <a:srgbClr val="D7D7D7">
              <a:alpha val="32000"/>
            </a:srgbClr>
          </a:solidFill>
          <a:ln w="4953">
            <a:solidFill>
              <a:srgbClr val="D7D7D7">
                <a:alpha val="32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8" name="Kształt 68"/>
          <p:cNvSpPr/>
          <p:nvPr/>
        </p:nvSpPr>
        <p:spPr>
          <a:xfrm>
            <a:off x="8151241" y="5021516"/>
            <a:ext cx="54483" cy="38798"/>
          </a:xfrm>
          <a:custGeom>
            <a:avLst/>
            <a:gdLst/>
            <a:ahLst/>
            <a:cxnLst/>
            <a:rect l="0" t="0" r="r" b="b"/>
            <a:pathLst>
              <a:path w="54483" h="38798">
                <a:moveTo>
                  <a:pt x="0" y="0"/>
                </a:moveTo>
                <a:lnTo>
                  <a:pt x="54483" y="8255"/>
                </a:lnTo>
                <a:lnTo>
                  <a:pt x="37147" y="38798"/>
                </a:lnTo>
                <a:close/>
              </a:path>
            </a:pathLst>
          </a:custGeom>
          <a:solidFill>
            <a:srgbClr val="DBDBDB">
              <a:alpha val="32000"/>
            </a:srgbClr>
          </a:solidFill>
          <a:ln w="4953">
            <a:solidFill>
              <a:srgbClr val="DBDBDB">
                <a:alpha val="32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9" name="Kształt 69"/>
          <p:cNvSpPr/>
          <p:nvPr/>
        </p:nvSpPr>
        <p:spPr>
          <a:xfrm>
            <a:off x="8147939" y="5067744"/>
            <a:ext cx="69342" cy="36322"/>
          </a:xfrm>
          <a:custGeom>
            <a:avLst/>
            <a:gdLst/>
            <a:ahLst/>
            <a:cxnLst/>
            <a:rect l="0" t="0" r="r" b="b"/>
            <a:pathLst>
              <a:path w="69342" h="36322">
                <a:moveTo>
                  <a:pt x="69342" y="22288"/>
                </a:moveTo>
                <a:lnTo>
                  <a:pt x="0" y="36322"/>
                </a:lnTo>
                <a:lnTo>
                  <a:pt x="1651" y="0"/>
                </a:lnTo>
                <a:close/>
              </a:path>
            </a:pathLst>
          </a:custGeom>
          <a:solidFill>
            <a:srgbClr val="CCCCCC">
              <a:alpha val="32000"/>
            </a:srgbClr>
          </a:solidFill>
          <a:ln w="4953">
            <a:solidFill>
              <a:srgbClr val="CCCCCC">
                <a:alpha val="32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0" name="Kształt 70"/>
          <p:cNvSpPr/>
          <p:nvPr/>
        </p:nvSpPr>
        <p:spPr>
          <a:xfrm>
            <a:off x="8149590" y="5060315"/>
            <a:ext cx="67691" cy="29718"/>
          </a:xfrm>
          <a:custGeom>
            <a:avLst/>
            <a:gdLst/>
            <a:ahLst/>
            <a:cxnLst/>
            <a:rect l="0" t="0" r="r" b="b"/>
            <a:pathLst>
              <a:path w="67691" h="29718">
                <a:moveTo>
                  <a:pt x="67691" y="29718"/>
                </a:moveTo>
                <a:lnTo>
                  <a:pt x="0" y="7429"/>
                </a:lnTo>
                <a:lnTo>
                  <a:pt x="38798" y="0"/>
                </a:lnTo>
                <a:close/>
              </a:path>
            </a:pathLst>
          </a:custGeom>
          <a:solidFill>
            <a:srgbClr val="C9C9C9">
              <a:alpha val="32000"/>
            </a:srgbClr>
          </a:solidFill>
          <a:ln w="4953">
            <a:solidFill>
              <a:srgbClr val="C9C9C9">
                <a:alpha val="32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1" name="Kształt 71"/>
          <p:cNvSpPr/>
          <p:nvPr/>
        </p:nvSpPr>
        <p:spPr>
          <a:xfrm>
            <a:off x="8149590" y="5021516"/>
            <a:ext cx="38798" cy="46228"/>
          </a:xfrm>
          <a:custGeom>
            <a:avLst/>
            <a:gdLst/>
            <a:ahLst/>
            <a:cxnLst/>
            <a:rect l="0" t="0" r="r" b="b"/>
            <a:pathLst>
              <a:path w="38798" h="46228">
                <a:moveTo>
                  <a:pt x="1651" y="0"/>
                </a:moveTo>
                <a:lnTo>
                  <a:pt x="38798" y="38798"/>
                </a:lnTo>
                <a:lnTo>
                  <a:pt x="0" y="46228"/>
                </a:lnTo>
                <a:close/>
              </a:path>
            </a:pathLst>
          </a:custGeom>
          <a:solidFill>
            <a:srgbClr val="E1E1E1">
              <a:alpha val="32000"/>
            </a:srgbClr>
          </a:solidFill>
          <a:ln w="4953">
            <a:solidFill>
              <a:srgbClr val="E1E1E1">
                <a:alpha val="32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2" name="Kształt 72"/>
          <p:cNvSpPr/>
          <p:nvPr/>
        </p:nvSpPr>
        <p:spPr>
          <a:xfrm>
            <a:off x="8091805" y="5046281"/>
            <a:ext cx="56134" cy="57785"/>
          </a:xfrm>
          <a:custGeom>
            <a:avLst/>
            <a:gdLst/>
            <a:ahLst/>
            <a:cxnLst/>
            <a:rect l="0" t="0" r="r" b="b"/>
            <a:pathLst>
              <a:path w="56134" h="57785">
                <a:moveTo>
                  <a:pt x="56134" y="57785"/>
                </a:moveTo>
                <a:lnTo>
                  <a:pt x="0" y="19812"/>
                </a:lnTo>
                <a:lnTo>
                  <a:pt x="26416" y="0"/>
                </a:lnTo>
                <a:close/>
              </a:path>
            </a:pathLst>
          </a:custGeom>
          <a:solidFill>
            <a:srgbClr val="DCDCDC">
              <a:alpha val="32000"/>
            </a:srgbClr>
          </a:solidFill>
          <a:ln w="4953">
            <a:solidFill>
              <a:srgbClr val="DCDCDC">
                <a:alpha val="32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3" name="Kształt 73"/>
          <p:cNvSpPr/>
          <p:nvPr/>
        </p:nvSpPr>
        <p:spPr>
          <a:xfrm>
            <a:off x="8118221" y="5046281"/>
            <a:ext cx="31369" cy="57785"/>
          </a:xfrm>
          <a:custGeom>
            <a:avLst/>
            <a:gdLst/>
            <a:ahLst/>
            <a:cxnLst/>
            <a:rect l="0" t="0" r="r" b="b"/>
            <a:pathLst>
              <a:path w="31369" h="57785">
                <a:moveTo>
                  <a:pt x="29718" y="57785"/>
                </a:moveTo>
                <a:lnTo>
                  <a:pt x="0" y="0"/>
                </a:lnTo>
                <a:lnTo>
                  <a:pt x="31369" y="21463"/>
                </a:lnTo>
                <a:close/>
              </a:path>
            </a:pathLst>
          </a:custGeom>
          <a:solidFill>
            <a:srgbClr val="DDDDDD">
              <a:alpha val="32000"/>
            </a:srgbClr>
          </a:solidFill>
          <a:ln w="4953">
            <a:solidFill>
              <a:srgbClr val="DDDDDD">
                <a:alpha val="32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4" name="Kształt 74"/>
          <p:cNvSpPr/>
          <p:nvPr/>
        </p:nvSpPr>
        <p:spPr>
          <a:xfrm>
            <a:off x="8118221" y="5021516"/>
            <a:ext cx="33020" cy="46228"/>
          </a:xfrm>
          <a:custGeom>
            <a:avLst/>
            <a:gdLst/>
            <a:ahLst/>
            <a:cxnLst/>
            <a:rect l="0" t="0" r="r" b="b"/>
            <a:pathLst>
              <a:path w="33020" h="46228">
                <a:moveTo>
                  <a:pt x="33020" y="0"/>
                </a:moveTo>
                <a:lnTo>
                  <a:pt x="31369" y="46228"/>
                </a:lnTo>
                <a:lnTo>
                  <a:pt x="0" y="24765"/>
                </a:lnTo>
                <a:close/>
              </a:path>
            </a:pathLst>
          </a:custGeom>
          <a:solidFill>
            <a:srgbClr val="E3E3E3">
              <a:alpha val="32000"/>
            </a:srgbClr>
          </a:solidFill>
          <a:ln w="4953">
            <a:solidFill>
              <a:srgbClr val="E3E3E3">
                <a:alpha val="32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5" name="Kształt 75"/>
          <p:cNvSpPr/>
          <p:nvPr/>
        </p:nvSpPr>
        <p:spPr>
          <a:xfrm>
            <a:off x="8091805" y="5005006"/>
            <a:ext cx="26416" cy="61087"/>
          </a:xfrm>
          <a:custGeom>
            <a:avLst/>
            <a:gdLst/>
            <a:ahLst/>
            <a:cxnLst/>
            <a:rect l="0" t="0" r="r" b="b"/>
            <a:pathLst>
              <a:path w="26416" h="61087">
                <a:moveTo>
                  <a:pt x="0" y="61087"/>
                </a:moveTo>
                <a:lnTo>
                  <a:pt x="0" y="0"/>
                </a:lnTo>
                <a:lnTo>
                  <a:pt x="26416" y="7429"/>
                </a:lnTo>
                <a:close/>
              </a:path>
            </a:pathLst>
          </a:custGeom>
          <a:solidFill>
            <a:srgbClr val="F6F6F6">
              <a:alpha val="32000"/>
            </a:srgbClr>
          </a:solidFill>
          <a:ln w="4953">
            <a:solidFill>
              <a:srgbClr val="F6F6F6">
                <a:alpha val="32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6" name="Kształt 76"/>
          <p:cNvSpPr/>
          <p:nvPr/>
        </p:nvSpPr>
        <p:spPr>
          <a:xfrm>
            <a:off x="8091805" y="5012436"/>
            <a:ext cx="26416" cy="53657"/>
          </a:xfrm>
          <a:custGeom>
            <a:avLst/>
            <a:gdLst/>
            <a:ahLst/>
            <a:cxnLst/>
            <a:rect l="0" t="0" r="r" b="b"/>
            <a:pathLst>
              <a:path w="26416" h="53657">
                <a:moveTo>
                  <a:pt x="0" y="53657"/>
                </a:moveTo>
                <a:lnTo>
                  <a:pt x="26416" y="0"/>
                </a:lnTo>
                <a:lnTo>
                  <a:pt x="26416" y="33845"/>
                </a:lnTo>
                <a:close/>
              </a:path>
            </a:pathLst>
          </a:custGeom>
          <a:solidFill>
            <a:srgbClr val="EBEBEB">
              <a:alpha val="32000"/>
            </a:srgbClr>
          </a:solidFill>
          <a:ln w="4953">
            <a:solidFill>
              <a:srgbClr val="EBEBEB">
                <a:alpha val="32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7" name="Kształt 77"/>
          <p:cNvSpPr/>
          <p:nvPr/>
        </p:nvSpPr>
        <p:spPr>
          <a:xfrm>
            <a:off x="8118221" y="5012436"/>
            <a:ext cx="33020" cy="33845"/>
          </a:xfrm>
          <a:custGeom>
            <a:avLst/>
            <a:gdLst/>
            <a:ahLst/>
            <a:cxnLst/>
            <a:rect l="0" t="0" r="r" b="b"/>
            <a:pathLst>
              <a:path w="33020" h="33845">
                <a:moveTo>
                  <a:pt x="33020" y="9080"/>
                </a:moveTo>
                <a:lnTo>
                  <a:pt x="0" y="33845"/>
                </a:lnTo>
                <a:lnTo>
                  <a:pt x="0" y="0"/>
                </a:lnTo>
                <a:close/>
              </a:path>
            </a:pathLst>
          </a:custGeom>
          <a:solidFill>
            <a:srgbClr val="F0F0F0">
              <a:alpha val="32000"/>
            </a:srgbClr>
          </a:solidFill>
          <a:ln w="4953">
            <a:solidFill>
              <a:srgbClr val="F0F0F0">
                <a:alpha val="32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8" name="Kształt 78"/>
          <p:cNvSpPr/>
          <p:nvPr/>
        </p:nvSpPr>
        <p:spPr>
          <a:xfrm>
            <a:off x="8091805" y="4967033"/>
            <a:ext cx="57785" cy="37973"/>
          </a:xfrm>
          <a:custGeom>
            <a:avLst/>
            <a:gdLst/>
            <a:ahLst/>
            <a:cxnLst/>
            <a:rect l="0" t="0" r="r" b="b"/>
            <a:pathLst>
              <a:path w="57785" h="37973">
                <a:moveTo>
                  <a:pt x="0" y="37973"/>
                </a:moveTo>
                <a:lnTo>
                  <a:pt x="56134" y="0"/>
                </a:lnTo>
                <a:lnTo>
                  <a:pt x="57785" y="23939"/>
                </a:lnTo>
                <a:close/>
              </a:path>
            </a:pathLst>
          </a:custGeom>
          <a:solidFill>
            <a:srgbClr val="F9F9F9">
              <a:alpha val="32000"/>
            </a:srgbClr>
          </a:solidFill>
          <a:ln w="4953">
            <a:solidFill>
              <a:srgbClr val="F9F9F9">
                <a:alpha val="32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9" name="Kształt 79"/>
          <p:cNvSpPr/>
          <p:nvPr/>
        </p:nvSpPr>
        <p:spPr>
          <a:xfrm>
            <a:off x="8091805" y="4990973"/>
            <a:ext cx="57785" cy="21463"/>
          </a:xfrm>
          <a:custGeom>
            <a:avLst/>
            <a:gdLst/>
            <a:ahLst/>
            <a:cxnLst/>
            <a:rect l="0" t="0" r="r" b="b"/>
            <a:pathLst>
              <a:path w="57785" h="21463">
                <a:moveTo>
                  <a:pt x="0" y="14033"/>
                </a:moveTo>
                <a:lnTo>
                  <a:pt x="57785" y="0"/>
                </a:lnTo>
                <a:lnTo>
                  <a:pt x="26416" y="21463"/>
                </a:lnTo>
                <a:close/>
              </a:path>
            </a:pathLst>
          </a:custGeom>
          <a:solidFill>
            <a:srgbClr val="FAFAFA">
              <a:alpha val="32000"/>
            </a:srgbClr>
          </a:solidFill>
          <a:ln w="4953">
            <a:solidFill>
              <a:srgbClr val="FAFAFA">
                <a:alpha val="32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0" name="Kształt 80"/>
          <p:cNvSpPr/>
          <p:nvPr/>
        </p:nvSpPr>
        <p:spPr>
          <a:xfrm>
            <a:off x="8118221" y="4990973"/>
            <a:ext cx="33020" cy="30543"/>
          </a:xfrm>
          <a:custGeom>
            <a:avLst/>
            <a:gdLst/>
            <a:ahLst/>
            <a:cxnLst/>
            <a:rect l="0" t="0" r="r" b="b"/>
            <a:pathLst>
              <a:path w="33020" h="30543">
                <a:moveTo>
                  <a:pt x="33020" y="30543"/>
                </a:moveTo>
                <a:lnTo>
                  <a:pt x="0" y="21463"/>
                </a:lnTo>
                <a:lnTo>
                  <a:pt x="31369" y="0"/>
                </a:lnTo>
                <a:close/>
              </a:path>
            </a:pathLst>
          </a:custGeom>
          <a:solidFill>
            <a:srgbClr val="F0F0F0">
              <a:alpha val="32000"/>
            </a:srgbClr>
          </a:solidFill>
          <a:ln w="4953">
            <a:solidFill>
              <a:srgbClr val="F0F0F0">
                <a:alpha val="32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1" name="Kształt 81"/>
          <p:cNvSpPr/>
          <p:nvPr/>
        </p:nvSpPr>
        <p:spPr>
          <a:xfrm>
            <a:off x="8147939" y="4967033"/>
            <a:ext cx="69342" cy="31369"/>
          </a:xfrm>
          <a:custGeom>
            <a:avLst/>
            <a:gdLst/>
            <a:ahLst/>
            <a:cxnLst/>
            <a:rect l="0" t="0" r="r" b="b"/>
            <a:pathLst>
              <a:path w="69342" h="31369">
                <a:moveTo>
                  <a:pt x="0" y="0"/>
                </a:moveTo>
                <a:lnTo>
                  <a:pt x="69342" y="14033"/>
                </a:lnTo>
                <a:lnTo>
                  <a:pt x="40449" y="31369"/>
                </a:lnTo>
                <a:close/>
              </a:path>
            </a:pathLst>
          </a:custGeom>
          <a:solidFill>
            <a:srgbClr val="F5F5F5">
              <a:alpha val="32000"/>
            </a:srgbClr>
          </a:solidFill>
          <a:ln w="4953">
            <a:solidFill>
              <a:srgbClr val="F5F5F5">
                <a:alpha val="32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2" name="Kształt 82"/>
          <p:cNvSpPr/>
          <p:nvPr/>
        </p:nvSpPr>
        <p:spPr>
          <a:xfrm>
            <a:off x="8147939" y="4967033"/>
            <a:ext cx="40449" cy="31369"/>
          </a:xfrm>
          <a:custGeom>
            <a:avLst/>
            <a:gdLst/>
            <a:ahLst/>
            <a:cxnLst/>
            <a:rect l="0" t="0" r="r" b="b"/>
            <a:pathLst>
              <a:path w="40449" h="31369">
                <a:moveTo>
                  <a:pt x="0" y="0"/>
                </a:moveTo>
                <a:lnTo>
                  <a:pt x="40449" y="31369"/>
                </a:lnTo>
                <a:lnTo>
                  <a:pt x="1651" y="23939"/>
                </a:lnTo>
                <a:close/>
              </a:path>
            </a:pathLst>
          </a:custGeom>
          <a:solidFill>
            <a:srgbClr val="F4F4F4">
              <a:alpha val="32000"/>
            </a:srgbClr>
          </a:solidFill>
          <a:ln w="4953">
            <a:solidFill>
              <a:srgbClr val="F4F4F4">
                <a:alpha val="32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3" name="Kształt 83"/>
          <p:cNvSpPr/>
          <p:nvPr/>
        </p:nvSpPr>
        <p:spPr>
          <a:xfrm>
            <a:off x="8149590" y="4990973"/>
            <a:ext cx="38798" cy="30543"/>
          </a:xfrm>
          <a:custGeom>
            <a:avLst/>
            <a:gdLst/>
            <a:ahLst/>
            <a:cxnLst/>
            <a:rect l="0" t="0" r="r" b="b"/>
            <a:pathLst>
              <a:path w="38798" h="30543">
                <a:moveTo>
                  <a:pt x="1651" y="30543"/>
                </a:moveTo>
                <a:lnTo>
                  <a:pt x="0" y="0"/>
                </a:lnTo>
                <a:lnTo>
                  <a:pt x="38798" y="7429"/>
                </a:lnTo>
                <a:close/>
              </a:path>
            </a:pathLst>
          </a:custGeom>
          <a:solidFill>
            <a:srgbClr val="F2F2F2">
              <a:alpha val="32000"/>
            </a:srgbClr>
          </a:solidFill>
          <a:ln w="4953">
            <a:solidFill>
              <a:srgbClr val="F2F2F2">
                <a:alpha val="32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4" name="Kształt 84"/>
          <p:cNvSpPr/>
          <p:nvPr/>
        </p:nvSpPr>
        <p:spPr>
          <a:xfrm>
            <a:off x="8205724" y="4981067"/>
            <a:ext cx="42926" cy="54483"/>
          </a:xfrm>
          <a:custGeom>
            <a:avLst/>
            <a:gdLst/>
            <a:ahLst/>
            <a:cxnLst/>
            <a:rect l="0" t="0" r="r" b="b"/>
            <a:pathLst>
              <a:path w="42926" h="54483">
                <a:moveTo>
                  <a:pt x="11557" y="0"/>
                </a:moveTo>
                <a:lnTo>
                  <a:pt x="42926" y="54483"/>
                </a:lnTo>
                <a:lnTo>
                  <a:pt x="0" y="48704"/>
                </a:lnTo>
                <a:close/>
              </a:path>
            </a:pathLst>
          </a:custGeom>
          <a:solidFill>
            <a:srgbClr val="DADADA">
              <a:alpha val="32000"/>
            </a:srgbClr>
          </a:solidFill>
          <a:ln w="4953">
            <a:solidFill>
              <a:srgbClr val="DADADA">
                <a:alpha val="32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5" name="Kształt 85"/>
          <p:cNvSpPr/>
          <p:nvPr/>
        </p:nvSpPr>
        <p:spPr>
          <a:xfrm>
            <a:off x="8188388" y="4981067"/>
            <a:ext cx="28892" cy="48704"/>
          </a:xfrm>
          <a:custGeom>
            <a:avLst/>
            <a:gdLst/>
            <a:ahLst/>
            <a:cxnLst/>
            <a:rect l="0" t="0" r="r" b="b"/>
            <a:pathLst>
              <a:path w="28892" h="48704">
                <a:moveTo>
                  <a:pt x="28892" y="0"/>
                </a:moveTo>
                <a:lnTo>
                  <a:pt x="17335" y="48704"/>
                </a:lnTo>
                <a:lnTo>
                  <a:pt x="0" y="17335"/>
                </a:lnTo>
                <a:close/>
              </a:path>
            </a:pathLst>
          </a:custGeom>
          <a:solidFill>
            <a:srgbClr val="EAEAEA">
              <a:alpha val="32000"/>
            </a:srgbClr>
          </a:solidFill>
          <a:ln w="4953">
            <a:solidFill>
              <a:srgbClr val="EAEAEA">
                <a:alpha val="32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6" name="Kształt 86"/>
          <p:cNvSpPr/>
          <p:nvPr/>
        </p:nvSpPr>
        <p:spPr>
          <a:xfrm>
            <a:off x="8151241" y="4998402"/>
            <a:ext cx="54483" cy="31369"/>
          </a:xfrm>
          <a:custGeom>
            <a:avLst/>
            <a:gdLst/>
            <a:ahLst/>
            <a:cxnLst/>
            <a:rect l="0" t="0" r="r" b="b"/>
            <a:pathLst>
              <a:path w="54483" h="31369">
                <a:moveTo>
                  <a:pt x="0" y="23114"/>
                </a:moveTo>
                <a:lnTo>
                  <a:pt x="37147" y="0"/>
                </a:lnTo>
                <a:lnTo>
                  <a:pt x="54483" y="31369"/>
                </a:lnTo>
                <a:close/>
              </a:path>
            </a:pathLst>
          </a:custGeom>
          <a:solidFill>
            <a:srgbClr val="E5E5E5">
              <a:alpha val="32000"/>
            </a:srgbClr>
          </a:solidFill>
          <a:ln w="4953">
            <a:solidFill>
              <a:srgbClr val="E5E5E5">
                <a:alpha val="32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7" name="Kształt 87"/>
          <p:cNvSpPr/>
          <p:nvPr/>
        </p:nvSpPr>
        <p:spPr>
          <a:xfrm>
            <a:off x="7951375" y="4978400"/>
            <a:ext cx="71850" cy="64960"/>
          </a:xfrm>
          <a:custGeom>
            <a:avLst/>
            <a:gdLst/>
            <a:ahLst/>
            <a:cxnLst/>
            <a:rect l="0" t="0" r="r" b="b"/>
            <a:pathLst>
              <a:path w="71850" h="64960">
                <a:moveTo>
                  <a:pt x="71850" y="0"/>
                </a:moveTo>
                <a:lnTo>
                  <a:pt x="34449" y="64960"/>
                </a:lnTo>
                <a:lnTo>
                  <a:pt x="0" y="29527"/>
                </a:lnTo>
                <a:close/>
              </a:path>
            </a:pathLst>
          </a:custGeom>
          <a:solidFill>
            <a:srgbClr val="C5C5C5">
              <a:alpha val="16000"/>
            </a:srgbClr>
          </a:solidFill>
          <a:ln w="5905">
            <a:solidFill>
              <a:srgbClr val="C5C5C5">
                <a:alpha val="16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8" name="Kształt 88"/>
          <p:cNvSpPr/>
          <p:nvPr/>
        </p:nvSpPr>
        <p:spPr>
          <a:xfrm>
            <a:off x="7951375" y="4971510"/>
            <a:ext cx="71850" cy="36417"/>
          </a:xfrm>
          <a:custGeom>
            <a:avLst/>
            <a:gdLst/>
            <a:ahLst/>
            <a:cxnLst/>
            <a:rect l="0" t="0" r="r" b="b"/>
            <a:pathLst>
              <a:path w="71850" h="36417">
                <a:moveTo>
                  <a:pt x="71850" y="6890"/>
                </a:moveTo>
                <a:lnTo>
                  <a:pt x="0" y="36417"/>
                </a:lnTo>
                <a:lnTo>
                  <a:pt x="20669" y="0"/>
                </a:lnTo>
                <a:close/>
              </a:path>
            </a:pathLst>
          </a:custGeom>
          <a:solidFill>
            <a:srgbClr val="D7D7D7">
              <a:alpha val="16000"/>
            </a:srgbClr>
          </a:solidFill>
          <a:ln w="5905">
            <a:solidFill>
              <a:srgbClr val="D7D7D7">
                <a:alpha val="16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9" name="Kształt 89"/>
          <p:cNvSpPr/>
          <p:nvPr/>
        </p:nvSpPr>
        <p:spPr>
          <a:xfrm>
            <a:off x="7907083" y="4961668"/>
            <a:ext cx="64960" cy="46260"/>
          </a:xfrm>
          <a:custGeom>
            <a:avLst/>
            <a:gdLst/>
            <a:ahLst/>
            <a:cxnLst/>
            <a:rect l="0" t="0" r="r" b="b"/>
            <a:pathLst>
              <a:path w="64960" h="46260">
                <a:moveTo>
                  <a:pt x="0" y="0"/>
                </a:moveTo>
                <a:lnTo>
                  <a:pt x="64960" y="9842"/>
                </a:lnTo>
                <a:lnTo>
                  <a:pt x="44291" y="46260"/>
                </a:lnTo>
                <a:close/>
              </a:path>
            </a:pathLst>
          </a:custGeom>
          <a:solidFill>
            <a:srgbClr val="DBDBDB">
              <a:alpha val="16000"/>
            </a:srgbClr>
          </a:solidFill>
          <a:ln w="5905">
            <a:solidFill>
              <a:srgbClr val="DBDBDB">
                <a:alpha val="16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10" name="Kształt 90"/>
          <p:cNvSpPr/>
          <p:nvPr/>
        </p:nvSpPr>
        <p:spPr>
          <a:xfrm>
            <a:off x="7903146" y="5016786"/>
            <a:ext cx="82677" cy="43307"/>
          </a:xfrm>
          <a:custGeom>
            <a:avLst/>
            <a:gdLst/>
            <a:ahLst/>
            <a:cxnLst/>
            <a:rect l="0" t="0" r="r" b="b"/>
            <a:pathLst>
              <a:path w="82677" h="43307">
                <a:moveTo>
                  <a:pt x="82677" y="26575"/>
                </a:moveTo>
                <a:lnTo>
                  <a:pt x="0" y="43307"/>
                </a:lnTo>
                <a:lnTo>
                  <a:pt x="1968" y="0"/>
                </a:lnTo>
                <a:close/>
              </a:path>
            </a:pathLst>
          </a:custGeom>
          <a:solidFill>
            <a:srgbClr val="CCCCCC">
              <a:alpha val="16000"/>
            </a:srgbClr>
          </a:solidFill>
          <a:ln w="5905">
            <a:solidFill>
              <a:srgbClr val="CCCCCC">
                <a:alpha val="16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11" name="Kształt 91"/>
          <p:cNvSpPr/>
          <p:nvPr/>
        </p:nvSpPr>
        <p:spPr>
          <a:xfrm>
            <a:off x="7905115" y="5007927"/>
            <a:ext cx="80708" cy="35433"/>
          </a:xfrm>
          <a:custGeom>
            <a:avLst/>
            <a:gdLst/>
            <a:ahLst/>
            <a:cxnLst/>
            <a:rect l="0" t="0" r="r" b="b"/>
            <a:pathLst>
              <a:path w="80708" h="35433">
                <a:moveTo>
                  <a:pt x="80708" y="35433"/>
                </a:moveTo>
                <a:lnTo>
                  <a:pt x="0" y="8858"/>
                </a:lnTo>
                <a:lnTo>
                  <a:pt x="46260" y="0"/>
                </a:lnTo>
                <a:close/>
              </a:path>
            </a:pathLst>
          </a:custGeom>
          <a:solidFill>
            <a:srgbClr val="C9C9C9">
              <a:alpha val="16000"/>
            </a:srgbClr>
          </a:solidFill>
          <a:ln w="5905">
            <a:solidFill>
              <a:srgbClr val="C9C9C9">
                <a:alpha val="16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12" name="Kształt 92"/>
          <p:cNvSpPr/>
          <p:nvPr/>
        </p:nvSpPr>
        <p:spPr>
          <a:xfrm>
            <a:off x="7905115" y="4961668"/>
            <a:ext cx="46260" cy="55118"/>
          </a:xfrm>
          <a:custGeom>
            <a:avLst/>
            <a:gdLst/>
            <a:ahLst/>
            <a:cxnLst/>
            <a:rect l="0" t="0" r="r" b="b"/>
            <a:pathLst>
              <a:path w="46260" h="55118">
                <a:moveTo>
                  <a:pt x="1968" y="0"/>
                </a:moveTo>
                <a:lnTo>
                  <a:pt x="46260" y="46260"/>
                </a:lnTo>
                <a:lnTo>
                  <a:pt x="0" y="55118"/>
                </a:lnTo>
                <a:close/>
              </a:path>
            </a:pathLst>
          </a:custGeom>
          <a:solidFill>
            <a:srgbClr val="E1E1E1">
              <a:alpha val="16000"/>
            </a:srgbClr>
          </a:solidFill>
          <a:ln w="5905">
            <a:solidFill>
              <a:srgbClr val="E1E1E1">
                <a:alpha val="16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13" name="Kształt 93"/>
          <p:cNvSpPr/>
          <p:nvPr/>
        </p:nvSpPr>
        <p:spPr>
          <a:xfrm>
            <a:off x="7836217" y="4991195"/>
            <a:ext cx="66929" cy="68897"/>
          </a:xfrm>
          <a:custGeom>
            <a:avLst/>
            <a:gdLst/>
            <a:ahLst/>
            <a:cxnLst/>
            <a:rect l="0" t="0" r="r" b="b"/>
            <a:pathLst>
              <a:path w="66929" h="68897">
                <a:moveTo>
                  <a:pt x="66929" y="68897"/>
                </a:moveTo>
                <a:lnTo>
                  <a:pt x="0" y="23622"/>
                </a:lnTo>
                <a:lnTo>
                  <a:pt x="31496" y="0"/>
                </a:lnTo>
                <a:close/>
              </a:path>
            </a:pathLst>
          </a:custGeom>
          <a:solidFill>
            <a:srgbClr val="DCDCDC">
              <a:alpha val="16000"/>
            </a:srgbClr>
          </a:solidFill>
          <a:ln w="5905">
            <a:solidFill>
              <a:srgbClr val="DCDCDC">
                <a:alpha val="16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14" name="Kształt 94"/>
          <p:cNvSpPr/>
          <p:nvPr/>
        </p:nvSpPr>
        <p:spPr>
          <a:xfrm>
            <a:off x="7867713" y="4991195"/>
            <a:ext cx="37401" cy="68897"/>
          </a:xfrm>
          <a:custGeom>
            <a:avLst/>
            <a:gdLst/>
            <a:ahLst/>
            <a:cxnLst/>
            <a:rect l="0" t="0" r="r" b="b"/>
            <a:pathLst>
              <a:path w="37401" h="68897">
                <a:moveTo>
                  <a:pt x="35433" y="68897"/>
                </a:moveTo>
                <a:lnTo>
                  <a:pt x="0" y="0"/>
                </a:lnTo>
                <a:lnTo>
                  <a:pt x="37401" y="25590"/>
                </a:lnTo>
                <a:close/>
              </a:path>
            </a:pathLst>
          </a:custGeom>
          <a:solidFill>
            <a:srgbClr val="DDDDDD">
              <a:alpha val="16000"/>
            </a:srgbClr>
          </a:solidFill>
          <a:ln w="5905">
            <a:solidFill>
              <a:srgbClr val="DDDDDD">
                <a:alpha val="16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15" name="Kształt 95"/>
          <p:cNvSpPr/>
          <p:nvPr/>
        </p:nvSpPr>
        <p:spPr>
          <a:xfrm>
            <a:off x="7867713" y="4961668"/>
            <a:ext cx="39370" cy="55118"/>
          </a:xfrm>
          <a:custGeom>
            <a:avLst/>
            <a:gdLst/>
            <a:ahLst/>
            <a:cxnLst/>
            <a:rect l="0" t="0" r="r" b="b"/>
            <a:pathLst>
              <a:path w="39370" h="55118">
                <a:moveTo>
                  <a:pt x="39370" y="0"/>
                </a:moveTo>
                <a:lnTo>
                  <a:pt x="37401" y="55118"/>
                </a:lnTo>
                <a:lnTo>
                  <a:pt x="0" y="29527"/>
                </a:lnTo>
                <a:close/>
              </a:path>
            </a:pathLst>
          </a:custGeom>
          <a:solidFill>
            <a:srgbClr val="E3E3E3">
              <a:alpha val="16000"/>
            </a:srgbClr>
          </a:solidFill>
          <a:ln w="5905">
            <a:solidFill>
              <a:srgbClr val="E3E3E3">
                <a:alpha val="16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16" name="Kształt 96"/>
          <p:cNvSpPr/>
          <p:nvPr/>
        </p:nvSpPr>
        <p:spPr>
          <a:xfrm>
            <a:off x="7836217" y="4941983"/>
            <a:ext cx="31496" cy="72834"/>
          </a:xfrm>
          <a:custGeom>
            <a:avLst/>
            <a:gdLst/>
            <a:ahLst/>
            <a:cxnLst/>
            <a:rect l="0" t="0" r="r" b="b"/>
            <a:pathLst>
              <a:path w="31496" h="72834">
                <a:moveTo>
                  <a:pt x="0" y="72834"/>
                </a:moveTo>
                <a:lnTo>
                  <a:pt x="0" y="0"/>
                </a:lnTo>
                <a:lnTo>
                  <a:pt x="31496" y="8858"/>
                </a:lnTo>
                <a:close/>
              </a:path>
            </a:pathLst>
          </a:custGeom>
          <a:solidFill>
            <a:srgbClr val="F6F6F6">
              <a:alpha val="16000"/>
            </a:srgbClr>
          </a:solidFill>
          <a:ln w="5905">
            <a:solidFill>
              <a:srgbClr val="F6F6F6">
                <a:alpha val="16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17" name="Kształt 97"/>
          <p:cNvSpPr/>
          <p:nvPr/>
        </p:nvSpPr>
        <p:spPr>
          <a:xfrm>
            <a:off x="7836217" y="4950841"/>
            <a:ext cx="31496" cy="63976"/>
          </a:xfrm>
          <a:custGeom>
            <a:avLst/>
            <a:gdLst/>
            <a:ahLst/>
            <a:cxnLst/>
            <a:rect l="0" t="0" r="r" b="b"/>
            <a:pathLst>
              <a:path w="31496" h="63976">
                <a:moveTo>
                  <a:pt x="0" y="63976"/>
                </a:moveTo>
                <a:lnTo>
                  <a:pt x="31496" y="0"/>
                </a:lnTo>
                <a:lnTo>
                  <a:pt x="31496" y="40354"/>
                </a:lnTo>
                <a:close/>
              </a:path>
            </a:pathLst>
          </a:custGeom>
          <a:solidFill>
            <a:srgbClr val="EBEBEB">
              <a:alpha val="16000"/>
            </a:srgbClr>
          </a:solidFill>
          <a:ln w="5905">
            <a:solidFill>
              <a:srgbClr val="EBEBEB">
                <a:alpha val="16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18" name="Kształt 98"/>
          <p:cNvSpPr/>
          <p:nvPr/>
        </p:nvSpPr>
        <p:spPr>
          <a:xfrm>
            <a:off x="7867713" y="4950841"/>
            <a:ext cx="39370" cy="40354"/>
          </a:xfrm>
          <a:custGeom>
            <a:avLst/>
            <a:gdLst/>
            <a:ahLst/>
            <a:cxnLst/>
            <a:rect l="0" t="0" r="r" b="b"/>
            <a:pathLst>
              <a:path w="39370" h="40354">
                <a:moveTo>
                  <a:pt x="39370" y="10827"/>
                </a:moveTo>
                <a:lnTo>
                  <a:pt x="0" y="40354"/>
                </a:lnTo>
                <a:lnTo>
                  <a:pt x="0" y="0"/>
                </a:lnTo>
                <a:close/>
              </a:path>
            </a:pathLst>
          </a:custGeom>
          <a:solidFill>
            <a:srgbClr val="F0F0F0">
              <a:alpha val="16000"/>
            </a:srgbClr>
          </a:solidFill>
          <a:ln w="5905">
            <a:solidFill>
              <a:srgbClr val="F0F0F0">
                <a:alpha val="16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19" name="Kształt 99"/>
          <p:cNvSpPr/>
          <p:nvPr/>
        </p:nvSpPr>
        <p:spPr>
          <a:xfrm>
            <a:off x="7836217" y="4896707"/>
            <a:ext cx="68897" cy="45275"/>
          </a:xfrm>
          <a:custGeom>
            <a:avLst/>
            <a:gdLst/>
            <a:ahLst/>
            <a:cxnLst/>
            <a:rect l="0" t="0" r="r" b="b"/>
            <a:pathLst>
              <a:path w="68897" h="45275">
                <a:moveTo>
                  <a:pt x="0" y="45275"/>
                </a:moveTo>
                <a:lnTo>
                  <a:pt x="66929" y="0"/>
                </a:lnTo>
                <a:lnTo>
                  <a:pt x="68897" y="28543"/>
                </a:lnTo>
                <a:close/>
              </a:path>
            </a:pathLst>
          </a:custGeom>
          <a:solidFill>
            <a:srgbClr val="F9F9F9">
              <a:alpha val="16000"/>
            </a:srgbClr>
          </a:solidFill>
          <a:ln w="5905">
            <a:solidFill>
              <a:srgbClr val="F9F9F9">
                <a:alpha val="16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20" name="Kształt 100"/>
          <p:cNvSpPr/>
          <p:nvPr/>
        </p:nvSpPr>
        <p:spPr>
          <a:xfrm>
            <a:off x="7836217" y="4925250"/>
            <a:ext cx="68897" cy="25590"/>
          </a:xfrm>
          <a:custGeom>
            <a:avLst/>
            <a:gdLst/>
            <a:ahLst/>
            <a:cxnLst/>
            <a:rect l="0" t="0" r="r" b="b"/>
            <a:pathLst>
              <a:path w="68897" h="25590">
                <a:moveTo>
                  <a:pt x="0" y="16732"/>
                </a:moveTo>
                <a:lnTo>
                  <a:pt x="68897" y="0"/>
                </a:lnTo>
                <a:lnTo>
                  <a:pt x="31496" y="25590"/>
                </a:lnTo>
                <a:close/>
              </a:path>
            </a:pathLst>
          </a:custGeom>
          <a:solidFill>
            <a:srgbClr val="FAFAFA">
              <a:alpha val="16000"/>
            </a:srgbClr>
          </a:solidFill>
          <a:ln w="5905">
            <a:solidFill>
              <a:srgbClr val="FAFAFA">
                <a:alpha val="16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21" name="Kształt 101"/>
          <p:cNvSpPr/>
          <p:nvPr/>
        </p:nvSpPr>
        <p:spPr>
          <a:xfrm>
            <a:off x="7867713" y="4925250"/>
            <a:ext cx="39370" cy="36417"/>
          </a:xfrm>
          <a:custGeom>
            <a:avLst/>
            <a:gdLst/>
            <a:ahLst/>
            <a:cxnLst/>
            <a:rect l="0" t="0" r="r" b="b"/>
            <a:pathLst>
              <a:path w="39370" h="36417">
                <a:moveTo>
                  <a:pt x="39370" y="36417"/>
                </a:moveTo>
                <a:lnTo>
                  <a:pt x="0" y="25590"/>
                </a:lnTo>
                <a:lnTo>
                  <a:pt x="37401" y="0"/>
                </a:lnTo>
                <a:close/>
              </a:path>
            </a:pathLst>
          </a:custGeom>
          <a:solidFill>
            <a:srgbClr val="F0F0F0">
              <a:alpha val="16000"/>
            </a:srgbClr>
          </a:solidFill>
          <a:ln w="5905">
            <a:solidFill>
              <a:srgbClr val="F0F0F0">
                <a:alpha val="16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22" name="Kształt 102"/>
          <p:cNvSpPr/>
          <p:nvPr/>
        </p:nvSpPr>
        <p:spPr>
          <a:xfrm>
            <a:off x="7903146" y="4896707"/>
            <a:ext cx="82677" cy="37401"/>
          </a:xfrm>
          <a:custGeom>
            <a:avLst/>
            <a:gdLst/>
            <a:ahLst/>
            <a:cxnLst/>
            <a:rect l="0" t="0" r="r" b="b"/>
            <a:pathLst>
              <a:path w="82677" h="37401">
                <a:moveTo>
                  <a:pt x="0" y="0"/>
                </a:moveTo>
                <a:lnTo>
                  <a:pt x="82677" y="16732"/>
                </a:lnTo>
                <a:lnTo>
                  <a:pt x="48228" y="37401"/>
                </a:lnTo>
                <a:close/>
              </a:path>
            </a:pathLst>
          </a:custGeom>
          <a:solidFill>
            <a:srgbClr val="F5F5F5">
              <a:alpha val="16000"/>
            </a:srgbClr>
          </a:solidFill>
          <a:ln w="5905">
            <a:solidFill>
              <a:srgbClr val="F5F5F5">
                <a:alpha val="16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23" name="Kształt 103"/>
          <p:cNvSpPr/>
          <p:nvPr/>
        </p:nvSpPr>
        <p:spPr>
          <a:xfrm>
            <a:off x="7903146" y="4896707"/>
            <a:ext cx="48228" cy="37401"/>
          </a:xfrm>
          <a:custGeom>
            <a:avLst/>
            <a:gdLst/>
            <a:ahLst/>
            <a:cxnLst/>
            <a:rect l="0" t="0" r="r" b="b"/>
            <a:pathLst>
              <a:path w="48228" h="37401">
                <a:moveTo>
                  <a:pt x="0" y="0"/>
                </a:moveTo>
                <a:lnTo>
                  <a:pt x="48228" y="37401"/>
                </a:lnTo>
                <a:lnTo>
                  <a:pt x="1968" y="28543"/>
                </a:lnTo>
                <a:close/>
              </a:path>
            </a:pathLst>
          </a:custGeom>
          <a:solidFill>
            <a:srgbClr val="F4F4F4">
              <a:alpha val="16000"/>
            </a:srgbClr>
          </a:solidFill>
          <a:ln w="5905">
            <a:solidFill>
              <a:srgbClr val="F4F4F4">
                <a:alpha val="16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24" name="Kształt 104"/>
          <p:cNvSpPr/>
          <p:nvPr/>
        </p:nvSpPr>
        <p:spPr>
          <a:xfrm>
            <a:off x="7905115" y="4925250"/>
            <a:ext cx="46260" cy="36417"/>
          </a:xfrm>
          <a:custGeom>
            <a:avLst/>
            <a:gdLst/>
            <a:ahLst/>
            <a:cxnLst/>
            <a:rect l="0" t="0" r="r" b="b"/>
            <a:pathLst>
              <a:path w="46260" h="36417">
                <a:moveTo>
                  <a:pt x="1968" y="36417"/>
                </a:moveTo>
                <a:lnTo>
                  <a:pt x="0" y="0"/>
                </a:lnTo>
                <a:lnTo>
                  <a:pt x="46260" y="8858"/>
                </a:lnTo>
                <a:close/>
              </a:path>
            </a:pathLst>
          </a:custGeom>
          <a:solidFill>
            <a:srgbClr val="F2F2F2">
              <a:alpha val="16000"/>
            </a:srgbClr>
          </a:solidFill>
          <a:ln w="5905">
            <a:solidFill>
              <a:srgbClr val="F2F2F2">
                <a:alpha val="16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25" name="Kształt 105"/>
          <p:cNvSpPr/>
          <p:nvPr/>
        </p:nvSpPr>
        <p:spPr>
          <a:xfrm>
            <a:off x="7972044" y="4913439"/>
            <a:ext cx="51181" cy="64960"/>
          </a:xfrm>
          <a:custGeom>
            <a:avLst/>
            <a:gdLst/>
            <a:ahLst/>
            <a:cxnLst/>
            <a:rect l="0" t="0" r="r" b="b"/>
            <a:pathLst>
              <a:path w="51181" h="64960">
                <a:moveTo>
                  <a:pt x="13779" y="0"/>
                </a:moveTo>
                <a:lnTo>
                  <a:pt x="51181" y="64960"/>
                </a:lnTo>
                <a:lnTo>
                  <a:pt x="0" y="58071"/>
                </a:lnTo>
                <a:close/>
              </a:path>
            </a:pathLst>
          </a:custGeom>
          <a:solidFill>
            <a:srgbClr val="DADADA">
              <a:alpha val="16000"/>
            </a:srgbClr>
          </a:solidFill>
          <a:ln w="5905">
            <a:solidFill>
              <a:srgbClr val="DADADA">
                <a:alpha val="16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26" name="Kształt 106"/>
          <p:cNvSpPr/>
          <p:nvPr/>
        </p:nvSpPr>
        <p:spPr>
          <a:xfrm>
            <a:off x="7951375" y="4913439"/>
            <a:ext cx="34449" cy="58071"/>
          </a:xfrm>
          <a:custGeom>
            <a:avLst/>
            <a:gdLst/>
            <a:ahLst/>
            <a:cxnLst/>
            <a:rect l="0" t="0" r="r" b="b"/>
            <a:pathLst>
              <a:path w="34449" h="58071">
                <a:moveTo>
                  <a:pt x="34449" y="0"/>
                </a:moveTo>
                <a:lnTo>
                  <a:pt x="20669" y="58071"/>
                </a:lnTo>
                <a:lnTo>
                  <a:pt x="0" y="20669"/>
                </a:lnTo>
                <a:close/>
              </a:path>
            </a:pathLst>
          </a:custGeom>
          <a:solidFill>
            <a:srgbClr val="EAEAEA">
              <a:alpha val="16000"/>
            </a:srgbClr>
          </a:solidFill>
          <a:ln w="5905">
            <a:solidFill>
              <a:srgbClr val="EAEAEA">
                <a:alpha val="16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27" name="Kształt 107"/>
          <p:cNvSpPr/>
          <p:nvPr/>
        </p:nvSpPr>
        <p:spPr>
          <a:xfrm>
            <a:off x="7907083" y="4934109"/>
            <a:ext cx="64960" cy="37401"/>
          </a:xfrm>
          <a:custGeom>
            <a:avLst/>
            <a:gdLst/>
            <a:ahLst/>
            <a:cxnLst/>
            <a:rect l="0" t="0" r="r" b="b"/>
            <a:pathLst>
              <a:path w="64960" h="37401">
                <a:moveTo>
                  <a:pt x="0" y="27559"/>
                </a:moveTo>
                <a:lnTo>
                  <a:pt x="44291" y="0"/>
                </a:lnTo>
                <a:lnTo>
                  <a:pt x="64960" y="37401"/>
                </a:lnTo>
                <a:close/>
              </a:path>
            </a:pathLst>
          </a:custGeom>
          <a:solidFill>
            <a:srgbClr val="E5E5E5">
              <a:alpha val="16000"/>
            </a:srgbClr>
          </a:solidFill>
          <a:ln w="5905">
            <a:solidFill>
              <a:srgbClr val="E5E5E5">
                <a:alpha val="16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28" name="Kształt 108"/>
          <p:cNvSpPr/>
          <p:nvPr/>
        </p:nvSpPr>
        <p:spPr>
          <a:xfrm>
            <a:off x="9226550" y="4324350"/>
            <a:ext cx="1196975" cy="419100"/>
          </a:xfrm>
          <a:custGeom>
            <a:avLst/>
            <a:gdLst/>
            <a:ahLst/>
            <a:cxnLst/>
            <a:rect l="0" t="0" r="r" b="b"/>
            <a:pathLst>
              <a:path w="1196975" h="419100">
                <a:moveTo>
                  <a:pt x="0" y="419100"/>
                </a:moveTo>
                <a:lnTo>
                  <a:pt x="43180" y="221615"/>
                </a:lnTo>
                <a:lnTo>
                  <a:pt x="92710" y="91440"/>
                </a:lnTo>
                <a:lnTo>
                  <a:pt x="160020" y="28575"/>
                </a:lnTo>
                <a:lnTo>
                  <a:pt x="292100" y="5080"/>
                </a:lnTo>
                <a:lnTo>
                  <a:pt x="488950" y="0"/>
                </a:lnTo>
                <a:lnTo>
                  <a:pt x="669925" y="0"/>
                </a:lnTo>
                <a:lnTo>
                  <a:pt x="806450" y="1270"/>
                </a:lnTo>
                <a:lnTo>
                  <a:pt x="919480" y="7620"/>
                </a:lnTo>
                <a:lnTo>
                  <a:pt x="1036320" y="52070"/>
                </a:lnTo>
                <a:lnTo>
                  <a:pt x="1115060" y="142875"/>
                </a:lnTo>
                <a:lnTo>
                  <a:pt x="1168400" y="273050"/>
                </a:lnTo>
                <a:lnTo>
                  <a:pt x="1196975" y="419100"/>
                </a:lnTo>
                <a:close/>
              </a:path>
            </a:pathLst>
          </a:custGeom>
          <a:solidFill>
            <a:srgbClr val="9FC3DB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29" name="Kształt 109"/>
          <p:cNvSpPr/>
          <p:nvPr/>
        </p:nvSpPr>
        <p:spPr>
          <a:xfrm>
            <a:off x="9975850" y="4654550"/>
            <a:ext cx="215900" cy="101600"/>
          </a:xfrm>
          <a:custGeom>
            <a:avLst/>
            <a:gdLst/>
            <a:ahLst/>
            <a:cxnLst/>
            <a:rect l="0" t="0" r="r" b="b"/>
            <a:pathLst>
              <a:path w="215900" h="101600">
                <a:moveTo>
                  <a:pt x="0" y="101600"/>
                </a:moveTo>
                <a:lnTo>
                  <a:pt x="19050" y="25400"/>
                </a:lnTo>
                <a:lnTo>
                  <a:pt x="76200" y="0"/>
                </a:lnTo>
                <a:lnTo>
                  <a:pt x="146050" y="0"/>
                </a:lnTo>
                <a:lnTo>
                  <a:pt x="196850" y="25400"/>
                </a:lnTo>
                <a:lnTo>
                  <a:pt x="215900" y="101600"/>
                </a:lnTo>
                <a:close/>
              </a:path>
            </a:pathLst>
          </a:custGeom>
          <a:solidFill>
            <a:srgbClr val="E9A7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30" name="Kształt 110"/>
          <p:cNvSpPr/>
          <p:nvPr/>
        </p:nvSpPr>
        <p:spPr>
          <a:xfrm>
            <a:off x="10083800" y="4476750"/>
            <a:ext cx="79375" cy="88900"/>
          </a:xfrm>
          <a:custGeom>
            <a:avLst/>
            <a:gdLst/>
            <a:ahLst/>
            <a:cxnLst/>
            <a:rect l="0" t="0" r="r" b="b"/>
            <a:pathLst>
              <a:path w="79375" h="88900">
                <a:moveTo>
                  <a:pt x="0" y="0"/>
                </a:moveTo>
                <a:lnTo>
                  <a:pt x="79375" y="31750"/>
                </a:lnTo>
                <a:lnTo>
                  <a:pt x="0" y="88900"/>
                </a:lnTo>
                <a:close/>
              </a:path>
            </a:pathLst>
          </a:custGeom>
          <a:solidFill>
            <a:srgbClr val="ECECEC"/>
          </a:solidFill>
          <a:ln w="5080">
            <a:solidFill>
              <a:srgbClr val="ECECEC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31" name="Kształt 111"/>
          <p:cNvSpPr/>
          <p:nvPr/>
        </p:nvSpPr>
        <p:spPr>
          <a:xfrm>
            <a:off x="10083800" y="4508500"/>
            <a:ext cx="82550" cy="101600"/>
          </a:xfrm>
          <a:custGeom>
            <a:avLst/>
            <a:gdLst/>
            <a:ahLst/>
            <a:cxnLst/>
            <a:rect l="0" t="0" r="r" b="b"/>
            <a:pathLst>
              <a:path w="82550" h="101600">
                <a:moveTo>
                  <a:pt x="79375" y="0"/>
                </a:moveTo>
                <a:lnTo>
                  <a:pt x="82550" y="101600"/>
                </a:lnTo>
                <a:lnTo>
                  <a:pt x="0" y="57150"/>
                </a:lnTo>
                <a:close/>
              </a:path>
            </a:pathLst>
          </a:custGeom>
          <a:solidFill>
            <a:srgbClr val="DADADA"/>
          </a:solidFill>
          <a:ln w="5080">
            <a:solidFill>
              <a:srgbClr val="DADADA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32" name="Kształt 112"/>
          <p:cNvSpPr/>
          <p:nvPr/>
        </p:nvSpPr>
        <p:spPr>
          <a:xfrm>
            <a:off x="10083800" y="4565650"/>
            <a:ext cx="82550" cy="88900"/>
          </a:xfrm>
          <a:custGeom>
            <a:avLst/>
            <a:gdLst/>
            <a:ahLst/>
            <a:cxnLst/>
            <a:rect l="0" t="0" r="r" b="b"/>
            <a:pathLst>
              <a:path w="82550" h="88900">
                <a:moveTo>
                  <a:pt x="82550" y="44450"/>
                </a:moveTo>
                <a:lnTo>
                  <a:pt x="0" y="88900"/>
                </a:lnTo>
                <a:lnTo>
                  <a:pt x="0" y="0"/>
                </a:lnTo>
                <a:close/>
              </a:path>
            </a:pathLst>
          </a:custGeom>
          <a:solidFill>
            <a:srgbClr val="CECECE"/>
          </a:solidFill>
          <a:ln w="5080">
            <a:solidFill>
              <a:srgbClr val="CECECE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33" name="Kształt 113"/>
          <p:cNvSpPr/>
          <p:nvPr/>
        </p:nvSpPr>
        <p:spPr>
          <a:xfrm>
            <a:off x="10001250" y="4565650"/>
            <a:ext cx="82550" cy="88900"/>
          </a:xfrm>
          <a:custGeom>
            <a:avLst/>
            <a:gdLst/>
            <a:ahLst/>
            <a:cxnLst/>
            <a:rect l="0" t="0" r="r" b="b"/>
            <a:pathLst>
              <a:path w="82550" h="88900">
                <a:moveTo>
                  <a:pt x="82550" y="88900"/>
                </a:moveTo>
                <a:lnTo>
                  <a:pt x="0" y="44450"/>
                </a:lnTo>
                <a:lnTo>
                  <a:pt x="82550" y="0"/>
                </a:lnTo>
                <a:close/>
              </a:path>
            </a:pathLst>
          </a:custGeom>
          <a:solidFill>
            <a:srgbClr val="E2E2E2"/>
          </a:solidFill>
          <a:ln w="5080">
            <a:solidFill>
              <a:srgbClr val="E2E2E2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34" name="Kształt 114"/>
          <p:cNvSpPr/>
          <p:nvPr/>
        </p:nvSpPr>
        <p:spPr>
          <a:xfrm>
            <a:off x="10001250" y="4508500"/>
            <a:ext cx="82550" cy="101600"/>
          </a:xfrm>
          <a:custGeom>
            <a:avLst/>
            <a:gdLst/>
            <a:ahLst/>
            <a:cxnLst/>
            <a:rect l="0" t="0" r="r" b="b"/>
            <a:pathLst>
              <a:path w="82550" h="101600">
                <a:moveTo>
                  <a:pt x="0" y="101600"/>
                </a:moveTo>
                <a:lnTo>
                  <a:pt x="3175" y="0"/>
                </a:lnTo>
                <a:lnTo>
                  <a:pt x="82550" y="57150"/>
                </a:lnTo>
                <a:close/>
              </a:path>
            </a:pathLst>
          </a:custGeom>
          <a:solidFill>
            <a:srgbClr val="F3F3F3"/>
          </a:solidFill>
          <a:ln w="5080">
            <a:solidFill>
              <a:srgbClr val="F3F3F3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35" name="Kształt 115"/>
          <p:cNvSpPr/>
          <p:nvPr/>
        </p:nvSpPr>
        <p:spPr>
          <a:xfrm>
            <a:off x="10004425" y="4476750"/>
            <a:ext cx="79375" cy="88900"/>
          </a:xfrm>
          <a:custGeom>
            <a:avLst/>
            <a:gdLst/>
            <a:ahLst/>
            <a:cxnLst/>
            <a:rect l="0" t="0" r="r" b="b"/>
            <a:pathLst>
              <a:path w="79375" h="88900">
                <a:moveTo>
                  <a:pt x="0" y="31750"/>
                </a:moveTo>
                <a:lnTo>
                  <a:pt x="79375" y="0"/>
                </a:lnTo>
                <a:lnTo>
                  <a:pt x="79375" y="88900"/>
                </a:lnTo>
                <a:close/>
              </a:path>
            </a:pathLst>
          </a:custGeom>
          <a:solidFill>
            <a:srgbClr val="FBFBFB"/>
          </a:solidFill>
          <a:ln w="5080">
            <a:solidFill>
              <a:srgbClr val="FBFBFB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36" name="Kształt 116"/>
          <p:cNvSpPr/>
          <p:nvPr/>
        </p:nvSpPr>
        <p:spPr>
          <a:xfrm>
            <a:off x="10166350" y="4559300"/>
            <a:ext cx="25400" cy="44450"/>
          </a:xfrm>
          <a:custGeom>
            <a:avLst/>
            <a:gdLst/>
            <a:ahLst/>
            <a:cxnLst/>
            <a:rect l="0" t="0" r="r" b="b"/>
            <a:pathLst>
              <a:path w="25400" h="44450">
                <a:moveTo>
                  <a:pt x="0" y="0"/>
                </a:moveTo>
                <a:lnTo>
                  <a:pt x="25400" y="31750"/>
                </a:lnTo>
                <a:lnTo>
                  <a:pt x="0" y="44450"/>
                </a:lnTo>
                <a:close/>
              </a:path>
            </a:pathLst>
          </a:custGeom>
          <a:solidFill>
            <a:srgbClr val="DADADA"/>
          </a:solidFill>
          <a:ln w="5080">
            <a:solidFill>
              <a:srgbClr val="DADADA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37" name="Kształt 117"/>
          <p:cNvSpPr/>
          <p:nvPr/>
        </p:nvSpPr>
        <p:spPr>
          <a:xfrm>
            <a:off x="10115550" y="4540250"/>
            <a:ext cx="19050" cy="25400"/>
          </a:xfrm>
          <a:custGeom>
            <a:avLst/>
            <a:gdLst/>
            <a:ahLst/>
            <a:cxnLst/>
            <a:rect l="0" t="0" r="r" b="b"/>
            <a:pathLst>
              <a:path w="19050" h="25400">
                <a:moveTo>
                  <a:pt x="0" y="0"/>
                </a:moveTo>
                <a:lnTo>
                  <a:pt x="19050" y="0"/>
                </a:lnTo>
                <a:lnTo>
                  <a:pt x="19050" y="25400"/>
                </a:lnTo>
                <a:lnTo>
                  <a:pt x="0" y="25400"/>
                </a:lnTo>
                <a:close/>
              </a:path>
            </a:pathLst>
          </a:custGeom>
          <a:solidFill>
            <a:srgbClr val="15151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38" name="Kształt 118"/>
          <p:cNvSpPr/>
          <p:nvPr/>
        </p:nvSpPr>
        <p:spPr>
          <a:xfrm>
            <a:off x="10109200" y="4610100"/>
            <a:ext cx="38100" cy="19050"/>
          </a:xfrm>
          <a:custGeom>
            <a:avLst/>
            <a:gdLst/>
            <a:ahLst/>
            <a:cxnLst/>
            <a:rect l="0" t="0" r="r" b="b"/>
            <a:pathLst>
              <a:path w="38100" h="19050">
                <a:moveTo>
                  <a:pt x="0" y="6350"/>
                </a:moveTo>
                <a:lnTo>
                  <a:pt x="38100" y="0"/>
                </a:lnTo>
                <a:lnTo>
                  <a:pt x="25400" y="19050"/>
                </a:lnTo>
                <a:close/>
              </a:path>
            </a:pathLst>
          </a:custGeom>
          <a:solidFill>
            <a:srgbClr val="8E121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39" name="Kształt 119"/>
          <p:cNvSpPr/>
          <p:nvPr/>
        </p:nvSpPr>
        <p:spPr>
          <a:xfrm>
            <a:off x="9991725" y="4527550"/>
            <a:ext cx="34925" cy="69850"/>
          </a:xfrm>
          <a:custGeom>
            <a:avLst/>
            <a:gdLst/>
            <a:ahLst/>
            <a:cxnLst/>
            <a:rect l="0" t="0" r="r" b="b"/>
            <a:pathLst>
              <a:path w="34925" h="69850">
                <a:moveTo>
                  <a:pt x="3175" y="0"/>
                </a:moveTo>
                <a:lnTo>
                  <a:pt x="34925" y="0"/>
                </a:lnTo>
                <a:lnTo>
                  <a:pt x="22225" y="69850"/>
                </a:lnTo>
                <a:lnTo>
                  <a:pt x="0" y="57150"/>
                </a:lnTo>
                <a:close/>
              </a:path>
            </a:pathLst>
          </a:custGeom>
          <a:solidFill>
            <a:srgbClr val="7A4627"/>
          </a:solidFill>
          <a:ln w="5080">
            <a:solidFill>
              <a:srgbClr val="7A4627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40" name="Kształt 120"/>
          <p:cNvSpPr/>
          <p:nvPr/>
        </p:nvSpPr>
        <p:spPr>
          <a:xfrm>
            <a:off x="9994900" y="4445000"/>
            <a:ext cx="177800" cy="82550"/>
          </a:xfrm>
          <a:custGeom>
            <a:avLst/>
            <a:gdLst/>
            <a:ahLst/>
            <a:cxnLst/>
            <a:rect l="0" t="0" r="r" b="b"/>
            <a:pathLst>
              <a:path w="177800" h="82550">
                <a:moveTo>
                  <a:pt x="0" y="82550"/>
                </a:moveTo>
                <a:lnTo>
                  <a:pt x="19050" y="31750"/>
                </a:lnTo>
                <a:lnTo>
                  <a:pt x="88900" y="0"/>
                </a:lnTo>
                <a:lnTo>
                  <a:pt x="152400" y="25400"/>
                </a:lnTo>
                <a:lnTo>
                  <a:pt x="177800" y="76200"/>
                </a:lnTo>
                <a:close/>
              </a:path>
            </a:pathLst>
          </a:custGeom>
          <a:solidFill>
            <a:srgbClr val="2C6F98"/>
          </a:solidFill>
          <a:ln w="5080">
            <a:solidFill>
              <a:srgbClr val="2C6F98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41" name="Kształt 121"/>
          <p:cNvSpPr/>
          <p:nvPr/>
        </p:nvSpPr>
        <p:spPr>
          <a:xfrm>
            <a:off x="10013950" y="4445000"/>
            <a:ext cx="69850" cy="44450"/>
          </a:xfrm>
          <a:custGeom>
            <a:avLst/>
            <a:gdLst/>
            <a:ahLst/>
            <a:cxnLst/>
            <a:rect l="0" t="0" r="r" b="b"/>
            <a:pathLst>
              <a:path w="69850" h="44450">
                <a:moveTo>
                  <a:pt x="0" y="31750"/>
                </a:moveTo>
                <a:lnTo>
                  <a:pt x="69850" y="0"/>
                </a:lnTo>
                <a:lnTo>
                  <a:pt x="57150" y="44450"/>
                </a:lnTo>
                <a:close/>
              </a:path>
            </a:pathLst>
          </a:custGeom>
          <a:solidFill>
            <a:srgbClr val="3A8FC2"/>
          </a:solidFill>
          <a:ln w="5080">
            <a:solidFill>
              <a:srgbClr val="3A8FC2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42" name="Kształt 122"/>
          <p:cNvSpPr/>
          <p:nvPr/>
        </p:nvSpPr>
        <p:spPr>
          <a:xfrm>
            <a:off x="10147300" y="4508500"/>
            <a:ext cx="95250" cy="38100"/>
          </a:xfrm>
          <a:custGeom>
            <a:avLst/>
            <a:gdLst/>
            <a:ahLst/>
            <a:cxnLst/>
            <a:rect l="0" t="0" r="r" b="b"/>
            <a:pathLst>
              <a:path w="95250" h="38100">
                <a:moveTo>
                  <a:pt x="0" y="0"/>
                </a:moveTo>
                <a:lnTo>
                  <a:pt x="95250" y="19050"/>
                </a:lnTo>
                <a:lnTo>
                  <a:pt x="88900" y="38100"/>
                </a:lnTo>
                <a:lnTo>
                  <a:pt x="12700" y="25400"/>
                </a:lnTo>
                <a:close/>
              </a:path>
            </a:pathLst>
          </a:custGeom>
          <a:solidFill>
            <a:srgbClr val="1F5577"/>
          </a:solidFill>
          <a:ln w="5080">
            <a:solidFill>
              <a:srgbClr val="1F5577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43" name="Kształt 123"/>
          <p:cNvSpPr/>
          <p:nvPr/>
        </p:nvSpPr>
        <p:spPr>
          <a:xfrm>
            <a:off x="10210800" y="4616450"/>
            <a:ext cx="82550" cy="139700"/>
          </a:xfrm>
          <a:custGeom>
            <a:avLst/>
            <a:gdLst/>
            <a:ahLst/>
            <a:cxnLst/>
            <a:rect l="0" t="0" r="r" b="b"/>
            <a:pathLst>
              <a:path w="82550" h="139700">
                <a:moveTo>
                  <a:pt x="0" y="12700"/>
                </a:moveTo>
                <a:lnTo>
                  <a:pt x="31750" y="0"/>
                </a:lnTo>
                <a:lnTo>
                  <a:pt x="82550" y="127000"/>
                </a:lnTo>
                <a:lnTo>
                  <a:pt x="50800" y="139700"/>
                </a:lnTo>
                <a:close/>
              </a:path>
            </a:pathLst>
          </a:custGeom>
          <a:solidFill>
            <a:srgbClr val="15151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44" name="Kształt 124"/>
          <p:cNvSpPr/>
          <p:nvPr/>
        </p:nvSpPr>
        <p:spPr>
          <a:xfrm>
            <a:off x="10261600" y="4603750"/>
            <a:ext cx="76200" cy="139700"/>
          </a:xfrm>
          <a:custGeom>
            <a:avLst/>
            <a:gdLst/>
            <a:ahLst/>
            <a:cxnLst/>
            <a:rect l="0" t="0" r="r" b="b"/>
            <a:pathLst>
              <a:path w="76200" h="139700">
                <a:moveTo>
                  <a:pt x="0" y="12700"/>
                </a:moveTo>
                <a:lnTo>
                  <a:pt x="38100" y="0"/>
                </a:lnTo>
                <a:lnTo>
                  <a:pt x="76200" y="127000"/>
                </a:lnTo>
                <a:lnTo>
                  <a:pt x="38100" y="139700"/>
                </a:lnTo>
                <a:close/>
              </a:path>
            </a:pathLst>
          </a:custGeom>
          <a:solidFill>
            <a:srgbClr val="FFFFFF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45" name="Kształt 125"/>
          <p:cNvSpPr/>
          <p:nvPr/>
        </p:nvSpPr>
        <p:spPr>
          <a:xfrm>
            <a:off x="9715500" y="4324350"/>
            <a:ext cx="180975" cy="63500"/>
          </a:xfrm>
          <a:custGeom>
            <a:avLst/>
            <a:gdLst/>
            <a:ahLst/>
            <a:cxnLst/>
            <a:rect l="0" t="0" r="r" b="b"/>
            <a:pathLst>
              <a:path w="180975" h="63500">
                <a:moveTo>
                  <a:pt x="180975" y="0"/>
                </a:moveTo>
                <a:lnTo>
                  <a:pt x="0" y="0"/>
                </a:lnTo>
                <a:lnTo>
                  <a:pt x="0" y="63500"/>
                </a:lnTo>
                <a:lnTo>
                  <a:pt x="152400" y="63500"/>
                </a:lnTo>
                <a:close/>
              </a:path>
            </a:pathLst>
          </a:custGeom>
          <a:solidFill>
            <a:srgbClr val="F6716D"/>
          </a:solidFill>
          <a:ln w="5080">
            <a:solidFill>
              <a:srgbClr val="F6716D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46" name="Kształt 126"/>
          <p:cNvSpPr/>
          <p:nvPr/>
        </p:nvSpPr>
        <p:spPr>
          <a:xfrm>
            <a:off x="9518650" y="4324350"/>
            <a:ext cx="196850" cy="63500"/>
          </a:xfrm>
          <a:custGeom>
            <a:avLst/>
            <a:gdLst/>
            <a:ahLst/>
            <a:cxnLst/>
            <a:rect l="0" t="0" r="r" b="b"/>
            <a:pathLst>
              <a:path w="196850" h="63500">
                <a:moveTo>
                  <a:pt x="196850" y="0"/>
                </a:moveTo>
                <a:lnTo>
                  <a:pt x="0" y="5080"/>
                </a:lnTo>
                <a:lnTo>
                  <a:pt x="6350" y="63500"/>
                </a:lnTo>
                <a:lnTo>
                  <a:pt x="196850" y="63500"/>
                </a:lnTo>
                <a:close/>
              </a:path>
            </a:pathLst>
          </a:custGeom>
          <a:solidFill>
            <a:srgbClr val="F25553"/>
          </a:solidFill>
          <a:ln w="5080">
            <a:solidFill>
              <a:srgbClr val="F25553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47" name="Kształt 127"/>
          <p:cNvSpPr/>
          <p:nvPr/>
        </p:nvSpPr>
        <p:spPr>
          <a:xfrm>
            <a:off x="9386570" y="4329430"/>
            <a:ext cx="138430" cy="77470"/>
          </a:xfrm>
          <a:custGeom>
            <a:avLst/>
            <a:gdLst/>
            <a:ahLst/>
            <a:cxnLst/>
            <a:rect l="0" t="0" r="r" b="b"/>
            <a:pathLst>
              <a:path w="138430" h="77470">
                <a:moveTo>
                  <a:pt x="132080" y="0"/>
                </a:moveTo>
                <a:lnTo>
                  <a:pt x="0" y="23495"/>
                </a:lnTo>
                <a:lnTo>
                  <a:pt x="36830" y="77470"/>
                </a:lnTo>
                <a:lnTo>
                  <a:pt x="138430" y="58420"/>
                </a:lnTo>
                <a:close/>
              </a:path>
            </a:pathLst>
          </a:custGeom>
          <a:solidFill>
            <a:srgbClr val="EE312F"/>
          </a:solidFill>
          <a:ln w="5080">
            <a:solidFill>
              <a:srgbClr val="EE312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48" name="Kształt 128"/>
          <p:cNvSpPr/>
          <p:nvPr/>
        </p:nvSpPr>
        <p:spPr>
          <a:xfrm>
            <a:off x="9319260" y="4352925"/>
            <a:ext cx="104140" cy="104775"/>
          </a:xfrm>
          <a:custGeom>
            <a:avLst/>
            <a:gdLst/>
            <a:ahLst/>
            <a:cxnLst/>
            <a:rect l="0" t="0" r="r" b="b"/>
            <a:pathLst>
              <a:path w="104140" h="104775">
                <a:moveTo>
                  <a:pt x="67310" y="0"/>
                </a:moveTo>
                <a:lnTo>
                  <a:pt x="0" y="62865"/>
                </a:lnTo>
                <a:lnTo>
                  <a:pt x="40640" y="104775"/>
                </a:lnTo>
                <a:lnTo>
                  <a:pt x="104140" y="53975"/>
                </a:lnTo>
                <a:close/>
              </a:path>
            </a:pathLst>
          </a:custGeom>
          <a:solidFill>
            <a:srgbClr val="E0262A"/>
          </a:solidFill>
          <a:ln w="5080">
            <a:solidFill>
              <a:srgbClr val="E0262A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49" name="Kształt 129"/>
          <p:cNvSpPr/>
          <p:nvPr/>
        </p:nvSpPr>
        <p:spPr>
          <a:xfrm>
            <a:off x="9269730" y="4415790"/>
            <a:ext cx="90170" cy="137160"/>
          </a:xfrm>
          <a:custGeom>
            <a:avLst/>
            <a:gdLst/>
            <a:ahLst/>
            <a:cxnLst/>
            <a:rect l="0" t="0" r="r" b="b"/>
            <a:pathLst>
              <a:path w="90170" h="137160">
                <a:moveTo>
                  <a:pt x="49530" y="0"/>
                </a:moveTo>
                <a:lnTo>
                  <a:pt x="0" y="130175"/>
                </a:lnTo>
                <a:lnTo>
                  <a:pt x="45720" y="137160"/>
                </a:lnTo>
                <a:lnTo>
                  <a:pt x="90170" y="41910"/>
                </a:lnTo>
                <a:close/>
              </a:path>
            </a:pathLst>
          </a:custGeom>
          <a:solidFill>
            <a:srgbClr val="CF1723"/>
          </a:solidFill>
          <a:ln w="5080">
            <a:solidFill>
              <a:srgbClr val="CF1723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50" name="Kształt 130"/>
          <p:cNvSpPr/>
          <p:nvPr/>
        </p:nvSpPr>
        <p:spPr>
          <a:xfrm>
            <a:off x="9226550" y="4545965"/>
            <a:ext cx="88900" cy="197485"/>
          </a:xfrm>
          <a:custGeom>
            <a:avLst/>
            <a:gdLst/>
            <a:ahLst/>
            <a:cxnLst/>
            <a:rect l="0" t="0" r="r" b="b"/>
            <a:pathLst>
              <a:path w="88900" h="197485">
                <a:moveTo>
                  <a:pt x="43180" y="0"/>
                </a:moveTo>
                <a:lnTo>
                  <a:pt x="0" y="197485"/>
                </a:lnTo>
                <a:lnTo>
                  <a:pt x="50800" y="197485"/>
                </a:lnTo>
                <a:lnTo>
                  <a:pt x="88900" y="6985"/>
                </a:lnTo>
                <a:close/>
              </a:path>
            </a:pathLst>
          </a:custGeom>
          <a:solidFill>
            <a:srgbClr val="B51A22"/>
          </a:solidFill>
          <a:ln w="5080">
            <a:solidFill>
              <a:srgbClr val="B51A22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51" name="Kształt 131"/>
          <p:cNvSpPr/>
          <p:nvPr/>
        </p:nvSpPr>
        <p:spPr>
          <a:xfrm>
            <a:off x="9896475" y="4324350"/>
            <a:ext cx="136525" cy="63500"/>
          </a:xfrm>
          <a:custGeom>
            <a:avLst/>
            <a:gdLst/>
            <a:ahLst/>
            <a:cxnLst/>
            <a:rect l="0" t="0" r="r" b="b"/>
            <a:pathLst>
              <a:path w="136525" h="63500">
                <a:moveTo>
                  <a:pt x="0" y="0"/>
                </a:moveTo>
                <a:lnTo>
                  <a:pt x="136525" y="1270"/>
                </a:lnTo>
                <a:lnTo>
                  <a:pt x="136525" y="63500"/>
                </a:lnTo>
                <a:lnTo>
                  <a:pt x="28575" y="63500"/>
                </a:lnTo>
                <a:close/>
              </a:path>
            </a:pathLst>
          </a:custGeom>
          <a:solidFill>
            <a:srgbClr val="F25553"/>
          </a:solidFill>
          <a:ln w="5080">
            <a:solidFill>
              <a:srgbClr val="F25553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52" name="Kształt 132"/>
          <p:cNvSpPr/>
          <p:nvPr/>
        </p:nvSpPr>
        <p:spPr>
          <a:xfrm>
            <a:off x="10033000" y="4325620"/>
            <a:ext cx="114300" cy="74930"/>
          </a:xfrm>
          <a:custGeom>
            <a:avLst/>
            <a:gdLst/>
            <a:ahLst/>
            <a:cxnLst/>
            <a:rect l="0" t="0" r="r" b="b"/>
            <a:pathLst>
              <a:path w="114300" h="74930">
                <a:moveTo>
                  <a:pt x="0" y="0"/>
                </a:moveTo>
                <a:lnTo>
                  <a:pt x="113030" y="6350"/>
                </a:lnTo>
                <a:lnTo>
                  <a:pt x="114300" y="74930"/>
                </a:lnTo>
                <a:lnTo>
                  <a:pt x="0" y="62230"/>
                </a:lnTo>
                <a:close/>
              </a:path>
            </a:pathLst>
          </a:custGeom>
          <a:solidFill>
            <a:srgbClr val="F6716D"/>
          </a:solidFill>
          <a:ln w="5080">
            <a:solidFill>
              <a:srgbClr val="F6716D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53" name="Kształt 133"/>
          <p:cNvSpPr/>
          <p:nvPr/>
        </p:nvSpPr>
        <p:spPr>
          <a:xfrm>
            <a:off x="10146030" y="4331970"/>
            <a:ext cx="116840" cy="113030"/>
          </a:xfrm>
          <a:custGeom>
            <a:avLst/>
            <a:gdLst/>
            <a:ahLst/>
            <a:cxnLst/>
            <a:rect l="0" t="0" r="r" b="b"/>
            <a:pathLst>
              <a:path w="116840" h="113030">
                <a:moveTo>
                  <a:pt x="0" y="0"/>
                </a:moveTo>
                <a:lnTo>
                  <a:pt x="116840" y="44450"/>
                </a:lnTo>
                <a:lnTo>
                  <a:pt x="83820" y="113030"/>
                </a:lnTo>
                <a:lnTo>
                  <a:pt x="1270" y="68580"/>
                </a:lnTo>
                <a:close/>
              </a:path>
            </a:pathLst>
          </a:custGeom>
          <a:solidFill>
            <a:srgbClr val="F25553"/>
          </a:solidFill>
          <a:ln w="5080">
            <a:solidFill>
              <a:srgbClr val="F25553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54" name="Kształt 134"/>
          <p:cNvSpPr/>
          <p:nvPr/>
        </p:nvSpPr>
        <p:spPr>
          <a:xfrm>
            <a:off x="10229850" y="4376420"/>
            <a:ext cx="111760" cy="138430"/>
          </a:xfrm>
          <a:custGeom>
            <a:avLst/>
            <a:gdLst/>
            <a:ahLst/>
            <a:cxnLst/>
            <a:rect l="0" t="0" r="r" b="b"/>
            <a:pathLst>
              <a:path w="111760" h="138430">
                <a:moveTo>
                  <a:pt x="33020" y="0"/>
                </a:moveTo>
                <a:lnTo>
                  <a:pt x="111760" y="90805"/>
                </a:lnTo>
                <a:lnTo>
                  <a:pt x="57150" y="138430"/>
                </a:lnTo>
                <a:lnTo>
                  <a:pt x="0" y="68580"/>
                </a:lnTo>
                <a:close/>
              </a:path>
            </a:pathLst>
          </a:custGeom>
          <a:solidFill>
            <a:srgbClr val="EE312F"/>
          </a:solidFill>
          <a:ln w="5080">
            <a:solidFill>
              <a:srgbClr val="EE312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55" name="Kształt 135"/>
          <p:cNvSpPr/>
          <p:nvPr/>
        </p:nvSpPr>
        <p:spPr>
          <a:xfrm>
            <a:off x="10287000" y="4467225"/>
            <a:ext cx="107950" cy="149225"/>
          </a:xfrm>
          <a:custGeom>
            <a:avLst/>
            <a:gdLst/>
            <a:ahLst/>
            <a:cxnLst/>
            <a:rect l="0" t="0" r="r" b="b"/>
            <a:pathLst>
              <a:path w="107950" h="149225">
                <a:moveTo>
                  <a:pt x="54610" y="0"/>
                </a:moveTo>
                <a:lnTo>
                  <a:pt x="107950" y="130175"/>
                </a:lnTo>
                <a:lnTo>
                  <a:pt x="38100" y="149225"/>
                </a:lnTo>
                <a:lnTo>
                  <a:pt x="0" y="47625"/>
                </a:lnTo>
                <a:close/>
              </a:path>
            </a:pathLst>
          </a:custGeom>
          <a:solidFill>
            <a:srgbClr val="E0262A"/>
          </a:solidFill>
          <a:ln w="5080">
            <a:solidFill>
              <a:srgbClr val="E0262A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56" name="Kształt 136"/>
          <p:cNvSpPr/>
          <p:nvPr/>
        </p:nvSpPr>
        <p:spPr>
          <a:xfrm>
            <a:off x="10325100" y="4597400"/>
            <a:ext cx="98425" cy="146050"/>
          </a:xfrm>
          <a:custGeom>
            <a:avLst/>
            <a:gdLst/>
            <a:ahLst/>
            <a:cxnLst/>
            <a:rect l="0" t="0" r="r" b="b"/>
            <a:pathLst>
              <a:path w="98425" h="146050">
                <a:moveTo>
                  <a:pt x="69850" y="0"/>
                </a:moveTo>
                <a:lnTo>
                  <a:pt x="98425" y="146050"/>
                </a:lnTo>
                <a:lnTo>
                  <a:pt x="19050" y="146050"/>
                </a:lnTo>
                <a:lnTo>
                  <a:pt x="0" y="19050"/>
                </a:lnTo>
                <a:close/>
              </a:path>
            </a:pathLst>
          </a:custGeom>
          <a:solidFill>
            <a:srgbClr val="CF1723"/>
          </a:solidFill>
          <a:ln w="5080">
            <a:solidFill>
              <a:srgbClr val="CF1723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57" name="Kształt 137"/>
          <p:cNvSpPr/>
          <p:nvPr/>
        </p:nvSpPr>
        <p:spPr>
          <a:xfrm>
            <a:off x="9867900" y="4324350"/>
            <a:ext cx="57150" cy="63500"/>
          </a:xfrm>
          <a:custGeom>
            <a:avLst/>
            <a:gdLst/>
            <a:ahLst/>
            <a:cxnLst/>
            <a:rect l="0" t="0" r="r" b="b"/>
            <a:pathLst>
              <a:path w="57150" h="63500">
                <a:moveTo>
                  <a:pt x="57150" y="63500"/>
                </a:moveTo>
                <a:lnTo>
                  <a:pt x="28575" y="0"/>
                </a:lnTo>
                <a:lnTo>
                  <a:pt x="0" y="63500"/>
                </a:lnTo>
                <a:close/>
              </a:path>
            </a:pathLst>
          </a:custGeom>
          <a:solidFill>
            <a:srgbClr val="F25553"/>
          </a:solidFill>
          <a:ln w="5080">
            <a:solidFill>
              <a:srgbClr val="F25553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58" name="Kształt 138"/>
          <p:cNvSpPr/>
          <p:nvPr/>
        </p:nvSpPr>
        <p:spPr>
          <a:xfrm>
            <a:off x="9867900" y="4387850"/>
            <a:ext cx="57150" cy="355600"/>
          </a:xfrm>
          <a:custGeom>
            <a:avLst/>
            <a:gdLst/>
            <a:ahLst/>
            <a:cxnLst/>
            <a:rect l="0" t="0" r="r" b="b"/>
            <a:pathLst>
              <a:path w="57150" h="355600">
                <a:moveTo>
                  <a:pt x="0" y="0"/>
                </a:moveTo>
                <a:lnTo>
                  <a:pt x="57150" y="0"/>
                </a:lnTo>
                <a:lnTo>
                  <a:pt x="57150" y="355600"/>
                </a:lnTo>
                <a:lnTo>
                  <a:pt x="0" y="355600"/>
                </a:lnTo>
                <a:close/>
              </a:path>
            </a:pathLst>
          </a:custGeom>
          <a:solidFill>
            <a:srgbClr val="E0262A"/>
          </a:solidFill>
          <a:ln w="5080">
            <a:solidFill>
              <a:srgbClr val="E0262A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59" name="Kształt 139"/>
          <p:cNvSpPr/>
          <p:nvPr/>
        </p:nvSpPr>
        <p:spPr>
          <a:xfrm>
            <a:off x="8890000" y="4845050"/>
            <a:ext cx="38100" cy="101600"/>
          </a:xfrm>
          <a:custGeom>
            <a:avLst/>
            <a:gdLst/>
            <a:ahLst/>
            <a:cxnLst/>
            <a:rect l="0" t="0" r="r" b="b"/>
            <a:pathLst>
              <a:path w="38100" h="101600">
                <a:moveTo>
                  <a:pt x="0" y="101600"/>
                </a:moveTo>
                <a:lnTo>
                  <a:pt x="38100" y="0"/>
                </a:lnTo>
                <a:lnTo>
                  <a:pt x="38100" y="101600"/>
                </a:lnTo>
                <a:close/>
              </a:path>
            </a:pathLst>
          </a:custGeom>
          <a:solidFill>
            <a:srgbClr val="EE312F"/>
          </a:solidFill>
          <a:ln w="5080">
            <a:solidFill>
              <a:srgbClr val="EE312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60" name="Kształt 140"/>
          <p:cNvSpPr/>
          <p:nvPr/>
        </p:nvSpPr>
        <p:spPr>
          <a:xfrm>
            <a:off x="8890000" y="4946650"/>
            <a:ext cx="38100" cy="38100"/>
          </a:xfrm>
          <a:custGeom>
            <a:avLst/>
            <a:gdLst/>
            <a:ahLst/>
            <a:cxnLst/>
            <a:rect l="0" t="0" r="r" b="b"/>
            <a:pathLst>
              <a:path w="38100" h="38100">
                <a:moveTo>
                  <a:pt x="0" y="0"/>
                </a:moveTo>
                <a:lnTo>
                  <a:pt x="38100" y="0"/>
                </a:lnTo>
                <a:lnTo>
                  <a:pt x="0" y="38100"/>
                </a:lnTo>
                <a:close/>
              </a:path>
            </a:pathLst>
          </a:custGeom>
          <a:solidFill>
            <a:srgbClr val="F25553"/>
          </a:solidFill>
          <a:ln w="5080">
            <a:solidFill>
              <a:srgbClr val="F25553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61" name="Kształt 141"/>
          <p:cNvSpPr/>
          <p:nvPr/>
        </p:nvSpPr>
        <p:spPr>
          <a:xfrm>
            <a:off x="8928100" y="4775200"/>
            <a:ext cx="88900" cy="171450"/>
          </a:xfrm>
          <a:custGeom>
            <a:avLst/>
            <a:gdLst/>
            <a:ahLst/>
            <a:cxnLst/>
            <a:rect l="0" t="0" r="r" b="b"/>
            <a:pathLst>
              <a:path w="88900" h="171450">
                <a:moveTo>
                  <a:pt x="0" y="69850"/>
                </a:moveTo>
                <a:lnTo>
                  <a:pt x="88900" y="0"/>
                </a:lnTo>
                <a:lnTo>
                  <a:pt x="0" y="171450"/>
                </a:lnTo>
                <a:close/>
              </a:path>
            </a:pathLst>
          </a:custGeom>
          <a:solidFill>
            <a:srgbClr val="EE312F"/>
          </a:solidFill>
          <a:ln w="5080">
            <a:solidFill>
              <a:srgbClr val="EE312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62" name="Kształt 142"/>
          <p:cNvSpPr/>
          <p:nvPr/>
        </p:nvSpPr>
        <p:spPr>
          <a:xfrm>
            <a:off x="8928100" y="4775200"/>
            <a:ext cx="88900" cy="171450"/>
          </a:xfrm>
          <a:custGeom>
            <a:avLst/>
            <a:gdLst/>
            <a:ahLst/>
            <a:cxnLst/>
            <a:rect l="0" t="0" r="r" b="b"/>
            <a:pathLst>
              <a:path w="88900" h="171450">
                <a:moveTo>
                  <a:pt x="88900" y="0"/>
                </a:moveTo>
                <a:lnTo>
                  <a:pt x="88900" y="158750"/>
                </a:lnTo>
                <a:lnTo>
                  <a:pt x="0" y="171450"/>
                </a:lnTo>
                <a:close/>
              </a:path>
            </a:pathLst>
          </a:custGeom>
          <a:solidFill>
            <a:srgbClr val="F25553"/>
          </a:solidFill>
          <a:ln w="5080">
            <a:solidFill>
              <a:srgbClr val="F25553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63" name="Kształt 143"/>
          <p:cNvSpPr/>
          <p:nvPr/>
        </p:nvSpPr>
        <p:spPr>
          <a:xfrm>
            <a:off x="9017000" y="4749800"/>
            <a:ext cx="139700" cy="184150"/>
          </a:xfrm>
          <a:custGeom>
            <a:avLst/>
            <a:gdLst/>
            <a:ahLst/>
            <a:cxnLst/>
            <a:rect l="0" t="0" r="r" b="b"/>
            <a:pathLst>
              <a:path w="139700" h="184150">
                <a:moveTo>
                  <a:pt x="0" y="25400"/>
                </a:moveTo>
                <a:lnTo>
                  <a:pt x="139700" y="0"/>
                </a:lnTo>
                <a:lnTo>
                  <a:pt x="139700" y="184150"/>
                </a:lnTo>
                <a:close/>
              </a:path>
            </a:pathLst>
          </a:custGeom>
          <a:solidFill>
            <a:srgbClr val="EE312F"/>
          </a:solidFill>
          <a:ln w="5080">
            <a:solidFill>
              <a:srgbClr val="EE312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64" name="Kształt 144"/>
          <p:cNvSpPr/>
          <p:nvPr/>
        </p:nvSpPr>
        <p:spPr>
          <a:xfrm>
            <a:off x="9017000" y="4775200"/>
            <a:ext cx="139700" cy="158750"/>
          </a:xfrm>
          <a:custGeom>
            <a:avLst/>
            <a:gdLst/>
            <a:ahLst/>
            <a:cxnLst/>
            <a:rect l="0" t="0" r="r" b="b"/>
            <a:pathLst>
              <a:path w="139700" h="158750">
                <a:moveTo>
                  <a:pt x="0" y="0"/>
                </a:moveTo>
                <a:lnTo>
                  <a:pt x="139700" y="158750"/>
                </a:lnTo>
                <a:lnTo>
                  <a:pt x="0" y="158750"/>
                </a:lnTo>
                <a:close/>
              </a:path>
            </a:pathLst>
          </a:custGeom>
          <a:solidFill>
            <a:srgbClr val="F25553"/>
          </a:solidFill>
          <a:ln w="5080">
            <a:solidFill>
              <a:srgbClr val="F25553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65" name="Kształt 145"/>
          <p:cNvSpPr/>
          <p:nvPr/>
        </p:nvSpPr>
        <p:spPr>
          <a:xfrm>
            <a:off x="9156700" y="4743450"/>
            <a:ext cx="152400" cy="190500"/>
          </a:xfrm>
          <a:custGeom>
            <a:avLst/>
            <a:gdLst/>
            <a:ahLst/>
            <a:cxnLst/>
            <a:rect l="0" t="0" r="r" b="b"/>
            <a:pathLst>
              <a:path w="152400" h="190500">
                <a:moveTo>
                  <a:pt x="0" y="6350"/>
                </a:moveTo>
                <a:lnTo>
                  <a:pt x="152400" y="0"/>
                </a:lnTo>
                <a:lnTo>
                  <a:pt x="0" y="190500"/>
                </a:lnTo>
                <a:close/>
              </a:path>
            </a:pathLst>
          </a:custGeom>
          <a:solidFill>
            <a:srgbClr val="EE312F"/>
          </a:solidFill>
          <a:ln w="5080">
            <a:solidFill>
              <a:srgbClr val="EE312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66" name="Kształt 146"/>
          <p:cNvSpPr/>
          <p:nvPr/>
        </p:nvSpPr>
        <p:spPr>
          <a:xfrm>
            <a:off x="9156700" y="4743450"/>
            <a:ext cx="152400" cy="190500"/>
          </a:xfrm>
          <a:custGeom>
            <a:avLst/>
            <a:gdLst/>
            <a:ahLst/>
            <a:cxnLst/>
            <a:rect l="0" t="0" r="r" b="b"/>
            <a:pathLst>
              <a:path w="152400" h="190500">
                <a:moveTo>
                  <a:pt x="152400" y="0"/>
                </a:moveTo>
                <a:lnTo>
                  <a:pt x="152400" y="190500"/>
                </a:lnTo>
                <a:lnTo>
                  <a:pt x="0" y="190500"/>
                </a:lnTo>
                <a:close/>
              </a:path>
            </a:pathLst>
          </a:custGeom>
          <a:solidFill>
            <a:srgbClr val="F25553"/>
          </a:solidFill>
          <a:ln w="5080">
            <a:solidFill>
              <a:srgbClr val="F25553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67" name="Kształt 147"/>
          <p:cNvSpPr/>
          <p:nvPr/>
        </p:nvSpPr>
        <p:spPr>
          <a:xfrm>
            <a:off x="9309100" y="4743450"/>
            <a:ext cx="152400" cy="190500"/>
          </a:xfrm>
          <a:custGeom>
            <a:avLst/>
            <a:gdLst/>
            <a:ahLst/>
            <a:cxnLst/>
            <a:rect l="0" t="0" r="r" b="b"/>
            <a:pathLst>
              <a:path w="152400" h="190500">
                <a:moveTo>
                  <a:pt x="0" y="0"/>
                </a:moveTo>
                <a:lnTo>
                  <a:pt x="152400" y="0"/>
                </a:lnTo>
                <a:lnTo>
                  <a:pt x="152400" y="190500"/>
                </a:lnTo>
                <a:close/>
              </a:path>
            </a:pathLst>
          </a:custGeom>
          <a:solidFill>
            <a:srgbClr val="EE312F"/>
          </a:solidFill>
          <a:ln w="5080">
            <a:solidFill>
              <a:srgbClr val="EE312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68" name="Kształt 148"/>
          <p:cNvSpPr/>
          <p:nvPr/>
        </p:nvSpPr>
        <p:spPr>
          <a:xfrm>
            <a:off x="9309100" y="4743450"/>
            <a:ext cx="152400" cy="190500"/>
          </a:xfrm>
          <a:custGeom>
            <a:avLst/>
            <a:gdLst/>
            <a:ahLst/>
            <a:cxnLst/>
            <a:rect l="0" t="0" r="r" b="b"/>
            <a:pathLst>
              <a:path w="152400" h="190500">
                <a:moveTo>
                  <a:pt x="0" y="0"/>
                </a:moveTo>
                <a:lnTo>
                  <a:pt x="152400" y="190500"/>
                </a:lnTo>
                <a:lnTo>
                  <a:pt x="0" y="190500"/>
                </a:lnTo>
                <a:close/>
              </a:path>
            </a:pathLst>
          </a:custGeom>
          <a:solidFill>
            <a:srgbClr val="F25553"/>
          </a:solidFill>
          <a:ln w="5080">
            <a:solidFill>
              <a:srgbClr val="F25553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69" name="Kształt 149"/>
          <p:cNvSpPr/>
          <p:nvPr/>
        </p:nvSpPr>
        <p:spPr>
          <a:xfrm>
            <a:off x="9461500" y="4743450"/>
            <a:ext cx="152400" cy="190500"/>
          </a:xfrm>
          <a:custGeom>
            <a:avLst/>
            <a:gdLst/>
            <a:ahLst/>
            <a:cxnLst/>
            <a:rect l="0" t="0" r="r" b="b"/>
            <a:pathLst>
              <a:path w="152400" h="190500">
                <a:moveTo>
                  <a:pt x="0" y="0"/>
                </a:moveTo>
                <a:lnTo>
                  <a:pt x="152400" y="0"/>
                </a:lnTo>
                <a:lnTo>
                  <a:pt x="0" y="190500"/>
                </a:lnTo>
                <a:close/>
              </a:path>
            </a:pathLst>
          </a:custGeom>
          <a:solidFill>
            <a:srgbClr val="EE312F"/>
          </a:solidFill>
          <a:ln w="5080">
            <a:solidFill>
              <a:srgbClr val="EE312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70" name="Kształt 150"/>
          <p:cNvSpPr/>
          <p:nvPr/>
        </p:nvSpPr>
        <p:spPr>
          <a:xfrm>
            <a:off x="9461500" y="4743450"/>
            <a:ext cx="152400" cy="190500"/>
          </a:xfrm>
          <a:custGeom>
            <a:avLst/>
            <a:gdLst/>
            <a:ahLst/>
            <a:cxnLst/>
            <a:rect l="0" t="0" r="r" b="b"/>
            <a:pathLst>
              <a:path w="152400" h="190500">
                <a:moveTo>
                  <a:pt x="152400" y="0"/>
                </a:moveTo>
                <a:lnTo>
                  <a:pt x="152400" y="190500"/>
                </a:lnTo>
                <a:lnTo>
                  <a:pt x="0" y="190500"/>
                </a:lnTo>
                <a:close/>
              </a:path>
            </a:pathLst>
          </a:custGeom>
          <a:solidFill>
            <a:srgbClr val="F25553"/>
          </a:solidFill>
          <a:ln w="5080">
            <a:solidFill>
              <a:srgbClr val="F25553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71" name="Kształt 151"/>
          <p:cNvSpPr/>
          <p:nvPr/>
        </p:nvSpPr>
        <p:spPr>
          <a:xfrm>
            <a:off x="9613900" y="4743450"/>
            <a:ext cx="152400" cy="190500"/>
          </a:xfrm>
          <a:custGeom>
            <a:avLst/>
            <a:gdLst/>
            <a:ahLst/>
            <a:cxnLst/>
            <a:rect l="0" t="0" r="r" b="b"/>
            <a:pathLst>
              <a:path w="152400" h="190500">
                <a:moveTo>
                  <a:pt x="0" y="0"/>
                </a:moveTo>
                <a:lnTo>
                  <a:pt x="152400" y="0"/>
                </a:lnTo>
                <a:lnTo>
                  <a:pt x="152400" y="190500"/>
                </a:lnTo>
                <a:close/>
              </a:path>
            </a:pathLst>
          </a:custGeom>
          <a:solidFill>
            <a:srgbClr val="EE312F"/>
          </a:solidFill>
          <a:ln w="5080">
            <a:solidFill>
              <a:srgbClr val="EE312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72" name="Kształt 152"/>
          <p:cNvSpPr/>
          <p:nvPr/>
        </p:nvSpPr>
        <p:spPr>
          <a:xfrm>
            <a:off x="9613900" y="4743450"/>
            <a:ext cx="152400" cy="190500"/>
          </a:xfrm>
          <a:custGeom>
            <a:avLst/>
            <a:gdLst/>
            <a:ahLst/>
            <a:cxnLst/>
            <a:rect l="0" t="0" r="r" b="b"/>
            <a:pathLst>
              <a:path w="152400" h="190500">
                <a:moveTo>
                  <a:pt x="0" y="0"/>
                </a:moveTo>
                <a:lnTo>
                  <a:pt x="152400" y="190500"/>
                </a:lnTo>
                <a:lnTo>
                  <a:pt x="0" y="190500"/>
                </a:lnTo>
                <a:close/>
              </a:path>
            </a:pathLst>
          </a:custGeom>
          <a:solidFill>
            <a:srgbClr val="F25553"/>
          </a:solidFill>
          <a:ln w="5080">
            <a:solidFill>
              <a:srgbClr val="F25553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73" name="Kształt 153"/>
          <p:cNvSpPr/>
          <p:nvPr/>
        </p:nvSpPr>
        <p:spPr>
          <a:xfrm>
            <a:off x="9766300" y="4743450"/>
            <a:ext cx="152400" cy="190500"/>
          </a:xfrm>
          <a:custGeom>
            <a:avLst/>
            <a:gdLst/>
            <a:ahLst/>
            <a:cxnLst/>
            <a:rect l="0" t="0" r="r" b="b"/>
            <a:pathLst>
              <a:path w="152400" h="190500">
                <a:moveTo>
                  <a:pt x="0" y="0"/>
                </a:moveTo>
                <a:lnTo>
                  <a:pt x="152400" y="0"/>
                </a:lnTo>
                <a:lnTo>
                  <a:pt x="0" y="190500"/>
                </a:lnTo>
                <a:close/>
              </a:path>
            </a:pathLst>
          </a:custGeom>
          <a:solidFill>
            <a:srgbClr val="EE312F"/>
          </a:solidFill>
          <a:ln w="5080">
            <a:solidFill>
              <a:srgbClr val="EE312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74" name="Kształt 154"/>
          <p:cNvSpPr/>
          <p:nvPr/>
        </p:nvSpPr>
        <p:spPr>
          <a:xfrm>
            <a:off x="9766300" y="4743450"/>
            <a:ext cx="152400" cy="190500"/>
          </a:xfrm>
          <a:custGeom>
            <a:avLst/>
            <a:gdLst/>
            <a:ahLst/>
            <a:cxnLst/>
            <a:rect l="0" t="0" r="r" b="b"/>
            <a:pathLst>
              <a:path w="152400" h="190500">
                <a:moveTo>
                  <a:pt x="152400" y="0"/>
                </a:moveTo>
                <a:lnTo>
                  <a:pt x="152400" y="190500"/>
                </a:lnTo>
                <a:lnTo>
                  <a:pt x="0" y="190500"/>
                </a:lnTo>
                <a:close/>
              </a:path>
            </a:pathLst>
          </a:custGeom>
          <a:solidFill>
            <a:srgbClr val="F25553"/>
          </a:solidFill>
          <a:ln w="5080">
            <a:solidFill>
              <a:srgbClr val="F25553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75" name="Kształt 155"/>
          <p:cNvSpPr/>
          <p:nvPr/>
        </p:nvSpPr>
        <p:spPr>
          <a:xfrm>
            <a:off x="9918700" y="4743450"/>
            <a:ext cx="152400" cy="190500"/>
          </a:xfrm>
          <a:custGeom>
            <a:avLst/>
            <a:gdLst/>
            <a:ahLst/>
            <a:cxnLst/>
            <a:rect l="0" t="0" r="r" b="b"/>
            <a:pathLst>
              <a:path w="152400" h="190500">
                <a:moveTo>
                  <a:pt x="0" y="0"/>
                </a:moveTo>
                <a:lnTo>
                  <a:pt x="152400" y="0"/>
                </a:lnTo>
                <a:lnTo>
                  <a:pt x="152400" y="190500"/>
                </a:lnTo>
                <a:close/>
              </a:path>
            </a:pathLst>
          </a:custGeom>
          <a:solidFill>
            <a:srgbClr val="E0262A"/>
          </a:solidFill>
          <a:ln w="5080">
            <a:solidFill>
              <a:srgbClr val="E0262A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76" name="Kształt 156"/>
          <p:cNvSpPr/>
          <p:nvPr/>
        </p:nvSpPr>
        <p:spPr>
          <a:xfrm>
            <a:off x="9918700" y="4743450"/>
            <a:ext cx="152400" cy="190500"/>
          </a:xfrm>
          <a:custGeom>
            <a:avLst/>
            <a:gdLst/>
            <a:ahLst/>
            <a:cxnLst/>
            <a:rect l="0" t="0" r="r" b="b"/>
            <a:pathLst>
              <a:path w="152400" h="190500">
                <a:moveTo>
                  <a:pt x="0" y="0"/>
                </a:moveTo>
                <a:lnTo>
                  <a:pt x="152400" y="190500"/>
                </a:lnTo>
                <a:lnTo>
                  <a:pt x="0" y="190500"/>
                </a:lnTo>
                <a:close/>
              </a:path>
            </a:pathLst>
          </a:custGeom>
          <a:solidFill>
            <a:srgbClr val="EE312F"/>
          </a:solidFill>
          <a:ln w="5080">
            <a:solidFill>
              <a:srgbClr val="EE312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77" name="Kształt 157"/>
          <p:cNvSpPr/>
          <p:nvPr/>
        </p:nvSpPr>
        <p:spPr>
          <a:xfrm>
            <a:off x="10071100" y="4743450"/>
            <a:ext cx="152400" cy="190500"/>
          </a:xfrm>
          <a:custGeom>
            <a:avLst/>
            <a:gdLst/>
            <a:ahLst/>
            <a:cxnLst/>
            <a:rect l="0" t="0" r="r" b="b"/>
            <a:pathLst>
              <a:path w="152400" h="190500">
                <a:moveTo>
                  <a:pt x="0" y="0"/>
                </a:moveTo>
                <a:lnTo>
                  <a:pt x="152400" y="0"/>
                </a:lnTo>
                <a:lnTo>
                  <a:pt x="0" y="190500"/>
                </a:lnTo>
                <a:close/>
              </a:path>
            </a:pathLst>
          </a:custGeom>
          <a:solidFill>
            <a:srgbClr val="E0262A"/>
          </a:solidFill>
          <a:ln w="5080">
            <a:solidFill>
              <a:srgbClr val="E0262A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78" name="Kształt 158"/>
          <p:cNvSpPr/>
          <p:nvPr/>
        </p:nvSpPr>
        <p:spPr>
          <a:xfrm>
            <a:off x="10071100" y="4743450"/>
            <a:ext cx="152400" cy="190500"/>
          </a:xfrm>
          <a:custGeom>
            <a:avLst/>
            <a:gdLst/>
            <a:ahLst/>
            <a:cxnLst/>
            <a:rect l="0" t="0" r="r" b="b"/>
            <a:pathLst>
              <a:path w="152400" h="190500">
                <a:moveTo>
                  <a:pt x="152400" y="0"/>
                </a:moveTo>
                <a:lnTo>
                  <a:pt x="152400" y="190500"/>
                </a:lnTo>
                <a:lnTo>
                  <a:pt x="0" y="190500"/>
                </a:lnTo>
                <a:close/>
              </a:path>
            </a:pathLst>
          </a:custGeom>
          <a:solidFill>
            <a:srgbClr val="EE312F"/>
          </a:solidFill>
          <a:ln w="5080">
            <a:solidFill>
              <a:srgbClr val="EE312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79" name="Kształt 159"/>
          <p:cNvSpPr/>
          <p:nvPr/>
        </p:nvSpPr>
        <p:spPr>
          <a:xfrm>
            <a:off x="10223500" y="4743450"/>
            <a:ext cx="152400" cy="190500"/>
          </a:xfrm>
          <a:custGeom>
            <a:avLst/>
            <a:gdLst/>
            <a:ahLst/>
            <a:cxnLst/>
            <a:rect l="0" t="0" r="r" b="b"/>
            <a:pathLst>
              <a:path w="152400" h="190500">
                <a:moveTo>
                  <a:pt x="0" y="0"/>
                </a:moveTo>
                <a:lnTo>
                  <a:pt x="152400" y="0"/>
                </a:lnTo>
                <a:lnTo>
                  <a:pt x="152400" y="190500"/>
                </a:lnTo>
                <a:close/>
              </a:path>
            </a:pathLst>
          </a:custGeom>
          <a:solidFill>
            <a:srgbClr val="E0262A"/>
          </a:solidFill>
          <a:ln w="5080">
            <a:solidFill>
              <a:srgbClr val="E0262A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80" name="Kształt 160"/>
          <p:cNvSpPr/>
          <p:nvPr/>
        </p:nvSpPr>
        <p:spPr>
          <a:xfrm>
            <a:off x="10223500" y="4743450"/>
            <a:ext cx="152400" cy="190500"/>
          </a:xfrm>
          <a:custGeom>
            <a:avLst/>
            <a:gdLst/>
            <a:ahLst/>
            <a:cxnLst/>
            <a:rect l="0" t="0" r="r" b="b"/>
            <a:pathLst>
              <a:path w="152400" h="190500">
                <a:moveTo>
                  <a:pt x="0" y="0"/>
                </a:moveTo>
                <a:lnTo>
                  <a:pt x="152400" y="190500"/>
                </a:lnTo>
                <a:lnTo>
                  <a:pt x="0" y="190500"/>
                </a:lnTo>
                <a:close/>
              </a:path>
            </a:pathLst>
          </a:custGeom>
          <a:solidFill>
            <a:srgbClr val="EE312F"/>
          </a:solidFill>
          <a:ln w="5080">
            <a:solidFill>
              <a:srgbClr val="EE312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81" name="Kształt 161"/>
          <p:cNvSpPr/>
          <p:nvPr/>
        </p:nvSpPr>
        <p:spPr>
          <a:xfrm>
            <a:off x="10375900" y="4743450"/>
            <a:ext cx="152400" cy="190500"/>
          </a:xfrm>
          <a:custGeom>
            <a:avLst/>
            <a:gdLst/>
            <a:ahLst/>
            <a:cxnLst/>
            <a:rect l="0" t="0" r="r" b="b"/>
            <a:pathLst>
              <a:path w="152400" h="190500">
                <a:moveTo>
                  <a:pt x="0" y="0"/>
                </a:moveTo>
                <a:lnTo>
                  <a:pt x="152400" y="0"/>
                </a:lnTo>
                <a:lnTo>
                  <a:pt x="0" y="190500"/>
                </a:lnTo>
                <a:close/>
              </a:path>
            </a:pathLst>
          </a:custGeom>
          <a:solidFill>
            <a:srgbClr val="E0262A"/>
          </a:solidFill>
          <a:ln w="5080">
            <a:solidFill>
              <a:srgbClr val="E0262A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82" name="Kształt 162"/>
          <p:cNvSpPr/>
          <p:nvPr/>
        </p:nvSpPr>
        <p:spPr>
          <a:xfrm>
            <a:off x="10375900" y="4743450"/>
            <a:ext cx="152400" cy="190500"/>
          </a:xfrm>
          <a:custGeom>
            <a:avLst/>
            <a:gdLst/>
            <a:ahLst/>
            <a:cxnLst/>
            <a:rect l="0" t="0" r="r" b="b"/>
            <a:pathLst>
              <a:path w="152400" h="190500">
                <a:moveTo>
                  <a:pt x="152400" y="0"/>
                </a:moveTo>
                <a:lnTo>
                  <a:pt x="152400" y="190500"/>
                </a:lnTo>
                <a:lnTo>
                  <a:pt x="0" y="190500"/>
                </a:lnTo>
                <a:close/>
              </a:path>
            </a:pathLst>
          </a:custGeom>
          <a:solidFill>
            <a:srgbClr val="EE312F"/>
          </a:solidFill>
          <a:ln w="5080">
            <a:solidFill>
              <a:srgbClr val="EE312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83" name="Kształt 163"/>
          <p:cNvSpPr/>
          <p:nvPr/>
        </p:nvSpPr>
        <p:spPr>
          <a:xfrm>
            <a:off x="10528300" y="4743450"/>
            <a:ext cx="152400" cy="190500"/>
          </a:xfrm>
          <a:custGeom>
            <a:avLst/>
            <a:gdLst/>
            <a:ahLst/>
            <a:cxnLst/>
            <a:rect l="0" t="0" r="r" b="b"/>
            <a:pathLst>
              <a:path w="152400" h="190500">
                <a:moveTo>
                  <a:pt x="0" y="0"/>
                </a:moveTo>
                <a:lnTo>
                  <a:pt x="152400" y="0"/>
                </a:lnTo>
                <a:lnTo>
                  <a:pt x="152400" y="190500"/>
                </a:lnTo>
                <a:close/>
              </a:path>
            </a:pathLst>
          </a:custGeom>
          <a:solidFill>
            <a:srgbClr val="E0262A"/>
          </a:solidFill>
          <a:ln w="5080">
            <a:solidFill>
              <a:srgbClr val="E0262A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84" name="Kształt 164"/>
          <p:cNvSpPr/>
          <p:nvPr/>
        </p:nvSpPr>
        <p:spPr>
          <a:xfrm>
            <a:off x="10528300" y="4743450"/>
            <a:ext cx="152400" cy="190500"/>
          </a:xfrm>
          <a:custGeom>
            <a:avLst/>
            <a:gdLst/>
            <a:ahLst/>
            <a:cxnLst/>
            <a:rect l="0" t="0" r="r" b="b"/>
            <a:pathLst>
              <a:path w="152400" h="190500">
                <a:moveTo>
                  <a:pt x="0" y="0"/>
                </a:moveTo>
                <a:lnTo>
                  <a:pt x="152400" y="190500"/>
                </a:lnTo>
                <a:lnTo>
                  <a:pt x="0" y="190500"/>
                </a:lnTo>
                <a:close/>
              </a:path>
            </a:pathLst>
          </a:custGeom>
          <a:solidFill>
            <a:srgbClr val="EE312F"/>
          </a:solidFill>
          <a:ln w="5080">
            <a:solidFill>
              <a:srgbClr val="EE312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85" name="Kształt 165"/>
          <p:cNvSpPr/>
          <p:nvPr/>
        </p:nvSpPr>
        <p:spPr>
          <a:xfrm>
            <a:off x="10680700" y="4743450"/>
            <a:ext cx="152400" cy="190500"/>
          </a:xfrm>
          <a:custGeom>
            <a:avLst/>
            <a:gdLst/>
            <a:ahLst/>
            <a:cxnLst/>
            <a:rect l="0" t="0" r="r" b="b"/>
            <a:pathLst>
              <a:path w="152400" h="190500">
                <a:moveTo>
                  <a:pt x="0" y="0"/>
                </a:moveTo>
                <a:lnTo>
                  <a:pt x="152400" y="9525"/>
                </a:lnTo>
                <a:lnTo>
                  <a:pt x="0" y="190500"/>
                </a:lnTo>
                <a:close/>
              </a:path>
            </a:pathLst>
          </a:custGeom>
          <a:solidFill>
            <a:srgbClr val="E0262A"/>
          </a:solidFill>
          <a:ln w="5080">
            <a:solidFill>
              <a:srgbClr val="E0262A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86" name="Kształt 166"/>
          <p:cNvSpPr/>
          <p:nvPr/>
        </p:nvSpPr>
        <p:spPr>
          <a:xfrm>
            <a:off x="10680700" y="4752975"/>
            <a:ext cx="152400" cy="180975"/>
          </a:xfrm>
          <a:custGeom>
            <a:avLst/>
            <a:gdLst/>
            <a:ahLst/>
            <a:cxnLst/>
            <a:rect l="0" t="0" r="r" b="b"/>
            <a:pathLst>
              <a:path w="152400" h="180975">
                <a:moveTo>
                  <a:pt x="152400" y="0"/>
                </a:moveTo>
                <a:lnTo>
                  <a:pt x="152400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EE312F"/>
          </a:solidFill>
          <a:ln w="5080">
            <a:solidFill>
              <a:srgbClr val="EE312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87" name="Kształt 167"/>
          <p:cNvSpPr/>
          <p:nvPr/>
        </p:nvSpPr>
        <p:spPr>
          <a:xfrm>
            <a:off x="10833100" y="4752975"/>
            <a:ext cx="127000" cy="193675"/>
          </a:xfrm>
          <a:custGeom>
            <a:avLst/>
            <a:gdLst/>
            <a:ahLst/>
            <a:cxnLst/>
            <a:rect l="0" t="0" r="r" b="b"/>
            <a:pathLst>
              <a:path w="127000" h="193675">
                <a:moveTo>
                  <a:pt x="0" y="0"/>
                </a:moveTo>
                <a:lnTo>
                  <a:pt x="127000" y="28575"/>
                </a:lnTo>
                <a:lnTo>
                  <a:pt x="127000" y="193675"/>
                </a:lnTo>
                <a:close/>
              </a:path>
            </a:pathLst>
          </a:custGeom>
          <a:solidFill>
            <a:srgbClr val="E0262A"/>
          </a:solidFill>
          <a:ln w="5080">
            <a:solidFill>
              <a:srgbClr val="E0262A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88" name="Kształt 168"/>
          <p:cNvSpPr/>
          <p:nvPr/>
        </p:nvSpPr>
        <p:spPr>
          <a:xfrm>
            <a:off x="10833100" y="4752975"/>
            <a:ext cx="127000" cy="193675"/>
          </a:xfrm>
          <a:custGeom>
            <a:avLst/>
            <a:gdLst/>
            <a:ahLst/>
            <a:cxnLst/>
            <a:rect l="0" t="0" r="r" b="b"/>
            <a:pathLst>
              <a:path w="127000" h="193675">
                <a:moveTo>
                  <a:pt x="0" y="0"/>
                </a:moveTo>
                <a:lnTo>
                  <a:pt x="127000" y="193675"/>
                </a:lnTo>
                <a:lnTo>
                  <a:pt x="0" y="180975"/>
                </a:lnTo>
                <a:close/>
              </a:path>
            </a:pathLst>
          </a:custGeom>
          <a:solidFill>
            <a:srgbClr val="EE312F"/>
          </a:solidFill>
          <a:ln w="5080">
            <a:solidFill>
              <a:srgbClr val="EE312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89" name="Kształt 169"/>
          <p:cNvSpPr/>
          <p:nvPr/>
        </p:nvSpPr>
        <p:spPr>
          <a:xfrm>
            <a:off x="10960100" y="4781550"/>
            <a:ext cx="76200" cy="165100"/>
          </a:xfrm>
          <a:custGeom>
            <a:avLst/>
            <a:gdLst/>
            <a:ahLst/>
            <a:cxnLst/>
            <a:rect l="0" t="0" r="r" b="b"/>
            <a:pathLst>
              <a:path w="76200" h="165100">
                <a:moveTo>
                  <a:pt x="0" y="0"/>
                </a:moveTo>
                <a:lnTo>
                  <a:pt x="76200" y="76200"/>
                </a:lnTo>
                <a:lnTo>
                  <a:pt x="0" y="165100"/>
                </a:lnTo>
                <a:close/>
              </a:path>
            </a:pathLst>
          </a:custGeom>
          <a:solidFill>
            <a:srgbClr val="E0262A"/>
          </a:solidFill>
          <a:ln w="5080">
            <a:solidFill>
              <a:srgbClr val="E0262A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90" name="Kształt 170"/>
          <p:cNvSpPr/>
          <p:nvPr/>
        </p:nvSpPr>
        <p:spPr>
          <a:xfrm>
            <a:off x="10960100" y="4857750"/>
            <a:ext cx="76200" cy="139700"/>
          </a:xfrm>
          <a:custGeom>
            <a:avLst/>
            <a:gdLst/>
            <a:ahLst/>
            <a:cxnLst/>
            <a:rect l="0" t="0" r="r" b="b"/>
            <a:pathLst>
              <a:path w="76200" h="139700">
                <a:moveTo>
                  <a:pt x="76200" y="0"/>
                </a:moveTo>
                <a:lnTo>
                  <a:pt x="76200" y="139700"/>
                </a:lnTo>
                <a:lnTo>
                  <a:pt x="0" y="88900"/>
                </a:lnTo>
                <a:close/>
              </a:path>
            </a:pathLst>
          </a:custGeom>
          <a:solidFill>
            <a:srgbClr val="EE312F"/>
          </a:solidFill>
          <a:ln w="5080">
            <a:solidFill>
              <a:srgbClr val="EE312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91" name="Kształt 171"/>
          <p:cNvSpPr/>
          <p:nvPr/>
        </p:nvSpPr>
        <p:spPr>
          <a:xfrm>
            <a:off x="8890000" y="4946650"/>
            <a:ext cx="38100" cy="241300"/>
          </a:xfrm>
          <a:custGeom>
            <a:avLst/>
            <a:gdLst/>
            <a:ahLst/>
            <a:cxnLst/>
            <a:rect l="0" t="0" r="r" b="b"/>
            <a:pathLst>
              <a:path w="38100" h="241300">
                <a:moveTo>
                  <a:pt x="0" y="38100"/>
                </a:moveTo>
                <a:lnTo>
                  <a:pt x="38100" y="0"/>
                </a:lnTo>
                <a:lnTo>
                  <a:pt x="38100" y="241300"/>
                </a:lnTo>
                <a:close/>
              </a:path>
            </a:pathLst>
          </a:custGeom>
          <a:solidFill>
            <a:srgbClr val="CF1723"/>
          </a:solidFill>
          <a:ln w="5080">
            <a:solidFill>
              <a:srgbClr val="CF1723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92" name="Kształt 172"/>
          <p:cNvSpPr/>
          <p:nvPr/>
        </p:nvSpPr>
        <p:spPr>
          <a:xfrm>
            <a:off x="8890000" y="4984750"/>
            <a:ext cx="38100" cy="203200"/>
          </a:xfrm>
          <a:custGeom>
            <a:avLst/>
            <a:gdLst/>
            <a:ahLst/>
            <a:cxnLst/>
            <a:rect l="0" t="0" r="r" b="b"/>
            <a:pathLst>
              <a:path w="38100" h="203200">
                <a:moveTo>
                  <a:pt x="0" y="0"/>
                </a:moveTo>
                <a:lnTo>
                  <a:pt x="38100" y="203200"/>
                </a:lnTo>
                <a:lnTo>
                  <a:pt x="0" y="158750"/>
                </a:lnTo>
                <a:close/>
              </a:path>
            </a:pathLst>
          </a:custGeom>
          <a:solidFill>
            <a:srgbClr val="E0262A"/>
          </a:solidFill>
          <a:ln w="5080">
            <a:solidFill>
              <a:srgbClr val="E0262A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93" name="Kształt 173"/>
          <p:cNvSpPr/>
          <p:nvPr/>
        </p:nvSpPr>
        <p:spPr>
          <a:xfrm>
            <a:off x="8928100" y="4933950"/>
            <a:ext cx="88900" cy="254000"/>
          </a:xfrm>
          <a:custGeom>
            <a:avLst/>
            <a:gdLst/>
            <a:ahLst/>
            <a:cxnLst/>
            <a:rect l="0" t="0" r="r" b="b"/>
            <a:pathLst>
              <a:path w="88900" h="254000">
                <a:moveTo>
                  <a:pt x="0" y="12700"/>
                </a:moveTo>
                <a:lnTo>
                  <a:pt x="88900" y="0"/>
                </a:lnTo>
                <a:lnTo>
                  <a:pt x="0" y="254000"/>
                </a:lnTo>
                <a:close/>
              </a:path>
            </a:pathLst>
          </a:custGeom>
          <a:solidFill>
            <a:srgbClr val="CF1723"/>
          </a:solidFill>
          <a:ln w="5080">
            <a:solidFill>
              <a:srgbClr val="CF1723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94" name="Kształt 174"/>
          <p:cNvSpPr/>
          <p:nvPr/>
        </p:nvSpPr>
        <p:spPr>
          <a:xfrm>
            <a:off x="8928100" y="4933950"/>
            <a:ext cx="88900" cy="273050"/>
          </a:xfrm>
          <a:custGeom>
            <a:avLst/>
            <a:gdLst/>
            <a:ahLst/>
            <a:cxnLst/>
            <a:rect l="0" t="0" r="r" b="b"/>
            <a:pathLst>
              <a:path w="88900" h="273050">
                <a:moveTo>
                  <a:pt x="88900" y="0"/>
                </a:moveTo>
                <a:lnTo>
                  <a:pt x="88900" y="273050"/>
                </a:lnTo>
                <a:lnTo>
                  <a:pt x="0" y="254000"/>
                </a:lnTo>
                <a:close/>
              </a:path>
            </a:pathLst>
          </a:custGeom>
          <a:solidFill>
            <a:srgbClr val="E0262A"/>
          </a:solidFill>
          <a:ln w="5080">
            <a:solidFill>
              <a:srgbClr val="E0262A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95" name="Kształt 175"/>
          <p:cNvSpPr/>
          <p:nvPr/>
        </p:nvSpPr>
        <p:spPr>
          <a:xfrm>
            <a:off x="9017000" y="4933950"/>
            <a:ext cx="139700" cy="273050"/>
          </a:xfrm>
          <a:custGeom>
            <a:avLst/>
            <a:gdLst/>
            <a:ahLst/>
            <a:cxnLst/>
            <a:rect l="0" t="0" r="r" b="b"/>
            <a:pathLst>
              <a:path w="139700" h="273050">
                <a:moveTo>
                  <a:pt x="0" y="0"/>
                </a:moveTo>
                <a:lnTo>
                  <a:pt x="139700" y="0"/>
                </a:lnTo>
                <a:lnTo>
                  <a:pt x="139700" y="273050"/>
                </a:lnTo>
                <a:close/>
              </a:path>
            </a:pathLst>
          </a:custGeom>
          <a:solidFill>
            <a:srgbClr val="CF1723"/>
          </a:solidFill>
          <a:ln w="5080">
            <a:solidFill>
              <a:srgbClr val="CF1723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96" name="Kształt 176"/>
          <p:cNvSpPr/>
          <p:nvPr/>
        </p:nvSpPr>
        <p:spPr>
          <a:xfrm>
            <a:off x="9017000" y="4933950"/>
            <a:ext cx="139700" cy="273050"/>
          </a:xfrm>
          <a:custGeom>
            <a:avLst/>
            <a:gdLst/>
            <a:ahLst/>
            <a:cxnLst/>
            <a:rect l="0" t="0" r="r" b="b"/>
            <a:pathLst>
              <a:path w="139700" h="273050">
                <a:moveTo>
                  <a:pt x="0" y="0"/>
                </a:moveTo>
                <a:lnTo>
                  <a:pt x="139700" y="273050"/>
                </a:lnTo>
                <a:lnTo>
                  <a:pt x="0" y="273050"/>
                </a:lnTo>
                <a:close/>
              </a:path>
            </a:pathLst>
          </a:custGeom>
          <a:solidFill>
            <a:srgbClr val="E0262A"/>
          </a:solidFill>
          <a:ln w="5080">
            <a:solidFill>
              <a:srgbClr val="E0262A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97" name="Kształt 177"/>
          <p:cNvSpPr/>
          <p:nvPr/>
        </p:nvSpPr>
        <p:spPr>
          <a:xfrm>
            <a:off x="9156700" y="4933950"/>
            <a:ext cx="152400" cy="273050"/>
          </a:xfrm>
          <a:custGeom>
            <a:avLst/>
            <a:gdLst/>
            <a:ahLst/>
            <a:cxnLst/>
            <a:rect l="0" t="0" r="r" b="b"/>
            <a:pathLst>
              <a:path w="152400" h="273050">
                <a:moveTo>
                  <a:pt x="0" y="0"/>
                </a:moveTo>
                <a:lnTo>
                  <a:pt x="152400" y="0"/>
                </a:lnTo>
                <a:lnTo>
                  <a:pt x="0" y="273050"/>
                </a:lnTo>
                <a:close/>
              </a:path>
            </a:pathLst>
          </a:custGeom>
          <a:solidFill>
            <a:srgbClr val="CF1723"/>
          </a:solidFill>
          <a:ln w="5080">
            <a:solidFill>
              <a:srgbClr val="CF1723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98" name="Kształt 178"/>
          <p:cNvSpPr/>
          <p:nvPr/>
        </p:nvSpPr>
        <p:spPr>
          <a:xfrm>
            <a:off x="9156700" y="4933950"/>
            <a:ext cx="152400" cy="273050"/>
          </a:xfrm>
          <a:custGeom>
            <a:avLst/>
            <a:gdLst/>
            <a:ahLst/>
            <a:cxnLst/>
            <a:rect l="0" t="0" r="r" b="b"/>
            <a:pathLst>
              <a:path w="152400" h="273050">
                <a:moveTo>
                  <a:pt x="152400" y="0"/>
                </a:moveTo>
                <a:lnTo>
                  <a:pt x="152400" y="273050"/>
                </a:lnTo>
                <a:lnTo>
                  <a:pt x="0" y="273050"/>
                </a:lnTo>
                <a:close/>
              </a:path>
            </a:pathLst>
          </a:custGeom>
          <a:solidFill>
            <a:srgbClr val="E0262A"/>
          </a:solidFill>
          <a:ln w="5080">
            <a:solidFill>
              <a:srgbClr val="E0262A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99" name="Kształt 179"/>
          <p:cNvSpPr/>
          <p:nvPr/>
        </p:nvSpPr>
        <p:spPr>
          <a:xfrm>
            <a:off x="9309100" y="4933950"/>
            <a:ext cx="152400" cy="273050"/>
          </a:xfrm>
          <a:custGeom>
            <a:avLst/>
            <a:gdLst/>
            <a:ahLst/>
            <a:cxnLst/>
            <a:rect l="0" t="0" r="r" b="b"/>
            <a:pathLst>
              <a:path w="152400" h="273050">
                <a:moveTo>
                  <a:pt x="0" y="0"/>
                </a:moveTo>
                <a:lnTo>
                  <a:pt x="152400" y="0"/>
                </a:lnTo>
                <a:lnTo>
                  <a:pt x="152400" y="273050"/>
                </a:lnTo>
                <a:close/>
              </a:path>
            </a:pathLst>
          </a:custGeom>
          <a:solidFill>
            <a:srgbClr val="CF1723"/>
          </a:solidFill>
          <a:ln w="5080">
            <a:solidFill>
              <a:srgbClr val="CF1723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00" name="Kształt 180"/>
          <p:cNvSpPr/>
          <p:nvPr/>
        </p:nvSpPr>
        <p:spPr>
          <a:xfrm>
            <a:off x="9309100" y="4933950"/>
            <a:ext cx="152400" cy="273050"/>
          </a:xfrm>
          <a:custGeom>
            <a:avLst/>
            <a:gdLst/>
            <a:ahLst/>
            <a:cxnLst/>
            <a:rect l="0" t="0" r="r" b="b"/>
            <a:pathLst>
              <a:path w="152400" h="273050">
                <a:moveTo>
                  <a:pt x="0" y="0"/>
                </a:moveTo>
                <a:lnTo>
                  <a:pt x="152400" y="273050"/>
                </a:lnTo>
                <a:lnTo>
                  <a:pt x="0" y="273050"/>
                </a:lnTo>
                <a:close/>
              </a:path>
            </a:pathLst>
          </a:custGeom>
          <a:solidFill>
            <a:srgbClr val="E0262A"/>
          </a:solidFill>
          <a:ln w="5080">
            <a:solidFill>
              <a:srgbClr val="E0262A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01" name="Kształt 181"/>
          <p:cNvSpPr/>
          <p:nvPr/>
        </p:nvSpPr>
        <p:spPr>
          <a:xfrm>
            <a:off x="9461500" y="4933950"/>
            <a:ext cx="152400" cy="273050"/>
          </a:xfrm>
          <a:custGeom>
            <a:avLst/>
            <a:gdLst/>
            <a:ahLst/>
            <a:cxnLst/>
            <a:rect l="0" t="0" r="r" b="b"/>
            <a:pathLst>
              <a:path w="152400" h="273050">
                <a:moveTo>
                  <a:pt x="0" y="0"/>
                </a:moveTo>
                <a:lnTo>
                  <a:pt x="152400" y="0"/>
                </a:lnTo>
                <a:lnTo>
                  <a:pt x="0" y="273050"/>
                </a:lnTo>
                <a:close/>
              </a:path>
            </a:pathLst>
          </a:custGeom>
          <a:solidFill>
            <a:srgbClr val="CF1723"/>
          </a:solidFill>
          <a:ln w="5080">
            <a:solidFill>
              <a:srgbClr val="CF1723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02" name="Kształt 182"/>
          <p:cNvSpPr/>
          <p:nvPr/>
        </p:nvSpPr>
        <p:spPr>
          <a:xfrm>
            <a:off x="9461500" y="4933950"/>
            <a:ext cx="152400" cy="273050"/>
          </a:xfrm>
          <a:custGeom>
            <a:avLst/>
            <a:gdLst/>
            <a:ahLst/>
            <a:cxnLst/>
            <a:rect l="0" t="0" r="r" b="b"/>
            <a:pathLst>
              <a:path w="152400" h="273050">
                <a:moveTo>
                  <a:pt x="152400" y="0"/>
                </a:moveTo>
                <a:lnTo>
                  <a:pt x="152400" y="273050"/>
                </a:lnTo>
                <a:lnTo>
                  <a:pt x="0" y="273050"/>
                </a:lnTo>
                <a:close/>
              </a:path>
            </a:pathLst>
          </a:custGeom>
          <a:solidFill>
            <a:srgbClr val="E0262A"/>
          </a:solidFill>
          <a:ln w="5080">
            <a:solidFill>
              <a:srgbClr val="E0262A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03" name="Kształt 183"/>
          <p:cNvSpPr/>
          <p:nvPr/>
        </p:nvSpPr>
        <p:spPr>
          <a:xfrm>
            <a:off x="9613900" y="4933950"/>
            <a:ext cx="152400" cy="273050"/>
          </a:xfrm>
          <a:custGeom>
            <a:avLst/>
            <a:gdLst/>
            <a:ahLst/>
            <a:cxnLst/>
            <a:rect l="0" t="0" r="r" b="b"/>
            <a:pathLst>
              <a:path w="152400" h="273050">
                <a:moveTo>
                  <a:pt x="0" y="0"/>
                </a:moveTo>
                <a:lnTo>
                  <a:pt x="152400" y="0"/>
                </a:lnTo>
                <a:lnTo>
                  <a:pt x="152400" y="273050"/>
                </a:lnTo>
                <a:close/>
              </a:path>
            </a:pathLst>
          </a:custGeom>
          <a:solidFill>
            <a:srgbClr val="CF1723"/>
          </a:solidFill>
          <a:ln w="5080">
            <a:solidFill>
              <a:srgbClr val="CF1723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04" name="Kształt 184"/>
          <p:cNvSpPr/>
          <p:nvPr/>
        </p:nvSpPr>
        <p:spPr>
          <a:xfrm>
            <a:off x="9613900" y="4933950"/>
            <a:ext cx="152400" cy="273050"/>
          </a:xfrm>
          <a:custGeom>
            <a:avLst/>
            <a:gdLst/>
            <a:ahLst/>
            <a:cxnLst/>
            <a:rect l="0" t="0" r="r" b="b"/>
            <a:pathLst>
              <a:path w="152400" h="273050">
                <a:moveTo>
                  <a:pt x="0" y="0"/>
                </a:moveTo>
                <a:lnTo>
                  <a:pt x="152400" y="273050"/>
                </a:lnTo>
                <a:lnTo>
                  <a:pt x="0" y="273050"/>
                </a:lnTo>
                <a:close/>
              </a:path>
            </a:pathLst>
          </a:custGeom>
          <a:solidFill>
            <a:srgbClr val="E0262A"/>
          </a:solidFill>
          <a:ln w="5080">
            <a:solidFill>
              <a:srgbClr val="E0262A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05" name="Kształt 185"/>
          <p:cNvSpPr/>
          <p:nvPr/>
        </p:nvSpPr>
        <p:spPr>
          <a:xfrm>
            <a:off x="9766300" y="4933950"/>
            <a:ext cx="152400" cy="273050"/>
          </a:xfrm>
          <a:custGeom>
            <a:avLst/>
            <a:gdLst/>
            <a:ahLst/>
            <a:cxnLst/>
            <a:rect l="0" t="0" r="r" b="b"/>
            <a:pathLst>
              <a:path w="152400" h="273050">
                <a:moveTo>
                  <a:pt x="0" y="0"/>
                </a:moveTo>
                <a:lnTo>
                  <a:pt x="152400" y="0"/>
                </a:lnTo>
                <a:lnTo>
                  <a:pt x="0" y="273050"/>
                </a:lnTo>
                <a:close/>
              </a:path>
            </a:pathLst>
          </a:custGeom>
          <a:solidFill>
            <a:srgbClr val="CF1723"/>
          </a:solidFill>
          <a:ln w="5080">
            <a:solidFill>
              <a:srgbClr val="CF1723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06" name="Kształt 186"/>
          <p:cNvSpPr/>
          <p:nvPr/>
        </p:nvSpPr>
        <p:spPr>
          <a:xfrm>
            <a:off x="9766300" y="4933950"/>
            <a:ext cx="152400" cy="273050"/>
          </a:xfrm>
          <a:custGeom>
            <a:avLst/>
            <a:gdLst/>
            <a:ahLst/>
            <a:cxnLst/>
            <a:rect l="0" t="0" r="r" b="b"/>
            <a:pathLst>
              <a:path w="152400" h="273050">
                <a:moveTo>
                  <a:pt x="152400" y="0"/>
                </a:moveTo>
                <a:lnTo>
                  <a:pt x="152400" y="273050"/>
                </a:lnTo>
                <a:lnTo>
                  <a:pt x="0" y="273050"/>
                </a:lnTo>
                <a:close/>
              </a:path>
            </a:pathLst>
          </a:custGeom>
          <a:solidFill>
            <a:srgbClr val="E0262A"/>
          </a:solidFill>
          <a:ln w="5080">
            <a:solidFill>
              <a:srgbClr val="E0262A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07" name="Kształt 187"/>
          <p:cNvSpPr/>
          <p:nvPr/>
        </p:nvSpPr>
        <p:spPr>
          <a:xfrm>
            <a:off x="9918700" y="4933950"/>
            <a:ext cx="152400" cy="273050"/>
          </a:xfrm>
          <a:custGeom>
            <a:avLst/>
            <a:gdLst/>
            <a:ahLst/>
            <a:cxnLst/>
            <a:rect l="0" t="0" r="r" b="b"/>
            <a:pathLst>
              <a:path w="152400" h="273050">
                <a:moveTo>
                  <a:pt x="0" y="0"/>
                </a:moveTo>
                <a:lnTo>
                  <a:pt x="152400" y="0"/>
                </a:lnTo>
                <a:lnTo>
                  <a:pt x="152400" y="273050"/>
                </a:lnTo>
                <a:close/>
              </a:path>
            </a:pathLst>
          </a:custGeom>
          <a:solidFill>
            <a:srgbClr val="B51A22"/>
          </a:solidFill>
          <a:ln w="5080">
            <a:solidFill>
              <a:srgbClr val="B51A22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08" name="Kształt 188"/>
          <p:cNvSpPr/>
          <p:nvPr/>
        </p:nvSpPr>
        <p:spPr>
          <a:xfrm>
            <a:off x="9918700" y="4933950"/>
            <a:ext cx="152400" cy="273050"/>
          </a:xfrm>
          <a:custGeom>
            <a:avLst/>
            <a:gdLst/>
            <a:ahLst/>
            <a:cxnLst/>
            <a:rect l="0" t="0" r="r" b="b"/>
            <a:pathLst>
              <a:path w="152400" h="273050">
                <a:moveTo>
                  <a:pt x="0" y="0"/>
                </a:moveTo>
                <a:lnTo>
                  <a:pt x="152400" y="273050"/>
                </a:lnTo>
                <a:lnTo>
                  <a:pt x="0" y="273050"/>
                </a:lnTo>
                <a:close/>
              </a:path>
            </a:pathLst>
          </a:custGeom>
          <a:solidFill>
            <a:srgbClr val="E0262A"/>
          </a:solidFill>
          <a:ln w="5080">
            <a:solidFill>
              <a:srgbClr val="E0262A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09" name="Kształt 189"/>
          <p:cNvSpPr/>
          <p:nvPr/>
        </p:nvSpPr>
        <p:spPr>
          <a:xfrm>
            <a:off x="10071100" y="4933950"/>
            <a:ext cx="152400" cy="273050"/>
          </a:xfrm>
          <a:custGeom>
            <a:avLst/>
            <a:gdLst/>
            <a:ahLst/>
            <a:cxnLst/>
            <a:rect l="0" t="0" r="r" b="b"/>
            <a:pathLst>
              <a:path w="152400" h="273050">
                <a:moveTo>
                  <a:pt x="0" y="0"/>
                </a:moveTo>
                <a:lnTo>
                  <a:pt x="152400" y="0"/>
                </a:lnTo>
                <a:lnTo>
                  <a:pt x="0" y="273050"/>
                </a:lnTo>
                <a:close/>
              </a:path>
            </a:pathLst>
          </a:custGeom>
          <a:solidFill>
            <a:srgbClr val="B51A22"/>
          </a:solidFill>
          <a:ln w="5080">
            <a:solidFill>
              <a:srgbClr val="B51A22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10" name="Kształt 190"/>
          <p:cNvSpPr/>
          <p:nvPr/>
        </p:nvSpPr>
        <p:spPr>
          <a:xfrm>
            <a:off x="10071100" y="4933950"/>
            <a:ext cx="152400" cy="273050"/>
          </a:xfrm>
          <a:custGeom>
            <a:avLst/>
            <a:gdLst/>
            <a:ahLst/>
            <a:cxnLst/>
            <a:rect l="0" t="0" r="r" b="b"/>
            <a:pathLst>
              <a:path w="152400" h="273050">
                <a:moveTo>
                  <a:pt x="152400" y="0"/>
                </a:moveTo>
                <a:lnTo>
                  <a:pt x="152400" y="273050"/>
                </a:lnTo>
                <a:lnTo>
                  <a:pt x="0" y="273050"/>
                </a:lnTo>
                <a:close/>
              </a:path>
            </a:pathLst>
          </a:custGeom>
          <a:solidFill>
            <a:srgbClr val="CF1723"/>
          </a:solidFill>
          <a:ln w="5080">
            <a:solidFill>
              <a:srgbClr val="CF1723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11" name="Kształt 191"/>
          <p:cNvSpPr/>
          <p:nvPr/>
        </p:nvSpPr>
        <p:spPr>
          <a:xfrm>
            <a:off x="10223500" y="4933950"/>
            <a:ext cx="152400" cy="273050"/>
          </a:xfrm>
          <a:custGeom>
            <a:avLst/>
            <a:gdLst/>
            <a:ahLst/>
            <a:cxnLst/>
            <a:rect l="0" t="0" r="r" b="b"/>
            <a:pathLst>
              <a:path w="152400" h="273050">
                <a:moveTo>
                  <a:pt x="0" y="0"/>
                </a:moveTo>
                <a:lnTo>
                  <a:pt x="152400" y="0"/>
                </a:lnTo>
                <a:lnTo>
                  <a:pt x="152400" y="273050"/>
                </a:lnTo>
                <a:close/>
              </a:path>
            </a:pathLst>
          </a:custGeom>
          <a:solidFill>
            <a:srgbClr val="B51A22"/>
          </a:solidFill>
          <a:ln w="5080">
            <a:solidFill>
              <a:srgbClr val="B51A22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12" name="Kształt 192"/>
          <p:cNvSpPr/>
          <p:nvPr/>
        </p:nvSpPr>
        <p:spPr>
          <a:xfrm>
            <a:off x="10223500" y="4933950"/>
            <a:ext cx="152400" cy="273050"/>
          </a:xfrm>
          <a:custGeom>
            <a:avLst/>
            <a:gdLst/>
            <a:ahLst/>
            <a:cxnLst/>
            <a:rect l="0" t="0" r="r" b="b"/>
            <a:pathLst>
              <a:path w="152400" h="273050">
                <a:moveTo>
                  <a:pt x="0" y="0"/>
                </a:moveTo>
                <a:lnTo>
                  <a:pt x="152400" y="273050"/>
                </a:lnTo>
                <a:lnTo>
                  <a:pt x="0" y="273050"/>
                </a:lnTo>
                <a:close/>
              </a:path>
            </a:pathLst>
          </a:custGeom>
          <a:solidFill>
            <a:srgbClr val="CF1723"/>
          </a:solidFill>
          <a:ln w="5080">
            <a:solidFill>
              <a:srgbClr val="CF1723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13" name="Kształt 193"/>
          <p:cNvSpPr/>
          <p:nvPr/>
        </p:nvSpPr>
        <p:spPr>
          <a:xfrm>
            <a:off x="10375900" y="4933950"/>
            <a:ext cx="152400" cy="273050"/>
          </a:xfrm>
          <a:custGeom>
            <a:avLst/>
            <a:gdLst/>
            <a:ahLst/>
            <a:cxnLst/>
            <a:rect l="0" t="0" r="r" b="b"/>
            <a:pathLst>
              <a:path w="152400" h="273050">
                <a:moveTo>
                  <a:pt x="0" y="0"/>
                </a:moveTo>
                <a:lnTo>
                  <a:pt x="152400" y="0"/>
                </a:lnTo>
                <a:lnTo>
                  <a:pt x="0" y="273050"/>
                </a:lnTo>
                <a:close/>
              </a:path>
            </a:pathLst>
          </a:custGeom>
          <a:solidFill>
            <a:srgbClr val="B51A22"/>
          </a:solidFill>
          <a:ln w="5080">
            <a:solidFill>
              <a:srgbClr val="B51A22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14" name="Kształt 194"/>
          <p:cNvSpPr/>
          <p:nvPr/>
        </p:nvSpPr>
        <p:spPr>
          <a:xfrm>
            <a:off x="10375900" y="4933950"/>
            <a:ext cx="152400" cy="273050"/>
          </a:xfrm>
          <a:custGeom>
            <a:avLst/>
            <a:gdLst/>
            <a:ahLst/>
            <a:cxnLst/>
            <a:rect l="0" t="0" r="r" b="b"/>
            <a:pathLst>
              <a:path w="152400" h="273050">
                <a:moveTo>
                  <a:pt x="152400" y="0"/>
                </a:moveTo>
                <a:lnTo>
                  <a:pt x="152400" y="273050"/>
                </a:lnTo>
                <a:lnTo>
                  <a:pt x="0" y="273050"/>
                </a:lnTo>
                <a:close/>
              </a:path>
            </a:pathLst>
          </a:custGeom>
          <a:solidFill>
            <a:srgbClr val="CF1723"/>
          </a:solidFill>
          <a:ln w="5080">
            <a:solidFill>
              <a:srgbClr val="CF1723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15" name="Kształt 195"/>
          <p:cNvSpPr/>
          <p:nvPr/>
        </p:nvSpPr>
        <p:spPr>
          <a:xfrm>
            <a:off x="10528300" y="4933950"/>
            <a:ext cx="152400" cy="273050"/>
          </a:xfrm>
          <a:custGeom>
            <a:avLst/>
            <a:gdLst/>
            <a:ahLst/>
            <a:cxnLst/>
            <a:rect l="0" t="0" r="r" b="b"/>
            <a:pathLst>
              <a:path w="152400" h="273050">
                <a:moveTo>
                  <a:pt x="0" y="0"/>
                </a:moveTo>
                <a:lnTo>
                  <a:pt x="152400" y="0"/>
                </a:lnTo>
                <a:lnTo>
                  <a:pt x="152400" y="273050"/>
                </a:lnTo>
                <a:close/>
              </a:path>
            </a:pathLst>
          </a:custGeom>
          <a:solidFill>
            <a:srgbClr val="B51A22"/>
          </a:solidFill>
          <a:ln w="5080">
            <a:solidFill>
              <a:srgbClr val="B51A22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16" name="Kształt 196"/>
          <p:cNvSpPr/>
          <p:nvPr/>
        </p:nvSpPr>
        <p:spPr>
          <a:xfrm>
            <a:off x="10528300" y="4933950"/>
            <a:ext cx="152400" cy="273050"/>
          </a:xfrm>
          <a:custGeom>
            <a:avLst/>
            <a:gdLst/>
            <a:ahLst/>
            <a:cxnLst/>
            <a:rect l="0" t="0" r="r" b="b"/>
            <a:pathLst>
              <a:path w="152400" h="273050">
                <a:moveTo>
                  <a:pt x="0" y="0"/>
                </a:moveTo>
                <a:lnTo>
                  <a:pt x="152400" y="273050"/>
                </a:lnTo>
                <a:lnTo>
                  <a:pt x="0" y="273050"/>
                </a:lnTo>
                <a:close/>
              </a:path>
            </a:pathLst>
          </a:custGeom>
          <a:solidFill>
            <a:srgbClr val="CF1723"/>
          </a:solidFill>
          <a:ln w="5080">
            <a:solidFill>
              <a:srgbClr val="CF1723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17" name="Kształt 197"/>
          <p:cNvSpPr/>
          <p:nvPr/>
        </p:nvSpPr>
        <p:spPr>
          <a:xfrm>
            <a:off x="10680700" y="4933950"/>
            <a:ext cx="152400" cy="273050"/>
          </a:xfrm>
          <a:custGeom>
            <a:avLst/>
            <a:gdLst/>
            <a:ahLst/>
            <a:cxnLst/>
            <a:rect l="0" t="0" r="r" b="b"/>
            <a:pathLst>
              <a:path w="152400" h="273050">
                <a:moveTo>
                  <a:pt x="0" y="0"/>
                </a:moveTo>
                <a:lnTo>
                  <a:pt x="152400" y="0"/>
                </a:lnTo>
                <a:lnTo>
                  <a:pt x="0" y="273050"/>
                </a:lnTo>
                <a:close/>
              </a:path>
            </a:pathLst>
          </a:custGeom>
          <a:solidFill>
            <a:srgbClr val="B51A22"/>
          </a:solidFill>
          <a:ln w="5080">
            <a:solidFill>
              <a:srgbClr val="B51A22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18" name="Kształt 198"/>
          <p:cNvSpPr/>
          <p:nvPr/>
        </p:nvSpPr>
        <p:spPr>
          <a:xfrm>
            <a:off x="10680700" y="4933950"/>
            <a:ext cx="152400" cy="273050"/>
          </a:xfrm>
          <a:custGeom>
            <a:avLst/>
            <a:gdLst/>
            <a:ahLst/>
            <a:cxnLst/>
            <a:rect l="0" t="0" r="r" b="b"/>
            <a:pathLst>
              <a:path w="152400" h="273050">
                <a:moveTo>
                  <a:pt x="152400" y="0"/>
                </a:moveTo>
                <a:lnTo>
                  <a:pt x="152400" y="273050"/>
                </a:lnTo>
                <a:lnTo>
                  <a:pt x="0" y="273050"/>
                </a:lnTo>
                <a:close/>
              </a:path>
            </a:pathLst>
          </a:custGeom>
          <a:solidFill>
            <a:srgbClr val="CF1723"/>
          </a:solidFill>
          <a:ln w="5080">
            <a:solidFill>
              <a:srgbClr val="CF1723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19" name="Kształt 199"/>
          <p:cNvSpPr/>
          <p:nvPr/>
        </p:nvSpPr>
        <p:spPr>
          <a:xfrm>
            <a:off x="10833100" y="4933950"/>
            <a:ext cx="127000" cy="247650"/>
          </a:xfrm>
          <a:custGeom>
            <a:avLst/>
            <a:gdLst/>
            <a:ahLst/>
            <a:cxnLst/>
            <a:rect l="0" t="0" r="r" b="b"/>
            <a:pathLst>
              <a:path w="127000" h="247650">
                <a:moveTo>
                  <a:pt x="0" y="0"/>
                </a:moveTo>
                <a:lnTo>
                  <a:pt x="127000" y="12700"/>
                </a:lnTo>
                <a:lnTo>
                  <a:pt x="127000" y="247650"/>
                </a:lnTo>
                <a:close/>
              </a:path>
            </a:pathLst>
          </a:custGeom>
          <a:solidFill>
            <a:srgbClr val="B51A22"/>
          </a:solidFill>
          <a:ln w="5080">
            <a:solidFill>
              <a:srgbClr val="B51A22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20" name="Kształt 200"/>
          <p:cNvSpPr/>
          <p:nvPr/>
        </p:nvSpPr>
        <p:spPr>
          <a:xfrm>
            <a:off x="10833100" y="4933950"/>
            <a:ext cx="127000" cy="273050"/>
          </a:xfrm>
          <a:custGeom>
            <a:avLst/>
            <a:gdLst/>
            <a:ahLst/>
            <a:cxnLst/>
            <a:rect l="0" t="0" r="r" b="b"/>
            <a:pathLst>
              <a:path w="127000" h="273050">
                <a:moveTo>
                  <a:pt x="0" y="0"/>
                </a:moveTo>
                <a:lnTo>
                  <a:pt x="127000" y="247650"/>
                </a:lnTo>
                <a:lnTo>
                  <a:pt x="0" y="273050"/>
                </a:lnTo>
                <a:close/>
              </a:path>
            </a:pathLst>
          </a:custGeom>
          <a:solidFill>
            <a:srgbClr val="CF1723"/>
          </a:solidFill>
          <a:ln w="5080">
            <a:solidFill>
              <a:srgbClr val="CF1723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21" name="Kształt 201"/>
          <p:cNvSpPr/>
          <p:nvPr/>
        </p:nvSpPr>
        <p:spPr>
          <a:xfrm>
            <a:off x="10960100" y="4946650"/>
            <a:ext cx="76200" cy="234950"/>
          </a:xfrm>
          <a:custGeom>
            <a:avLst/>
            <a:gdLst/>
            <a:ahLst/>
            <a:cxnLst/>
            <a:rect l="0" t="0" r="r" b="b"/>
            <a:pathLst>
              <a:path w="76200" h="234950">
                <a:moveTo>
                  <a:pt x="0" y="0"/>
                </a:moveTo>
                <a:lnTo>
                  <a:pt x="76200" y="50800"/>
                </a:lnTo>
                <a:lnTo>
                  <a:pt x="0" y="234950"/>
                </a:lnTo>
                <a:close/>
              </a:path>
            </a:pathLst>
          </a:custGeom>
          <a:solidFill>
            <a:srgbClr val="B51A22"/>
          </a:solidFill>
          <a:ln w="5080">
            <a:solidFill>
              <a:srgbClr val="B51A22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22" name="Kształt 202"/>
          <p:cNvSpPr/>
          <p:nvPr/>
        </p:nvSpPr>
        <p:spPr>
          <a:xfrm>
            <a:off x="10960100" y="4997450"/>
            <a:ext cx="76200" cy="184150"/>
          </a:xfrm>
          <a:custGeom>
            <a:avLst/>
            <a:gdLst/>
            <a:ahLst/>
            <a:cxnLst/>
            <a:rect l="0" t="0" r="r" b="b"/>
            <a:pathLst>
              <a:path w="76200" h="184150">
                <a:moveTo>
                  <a:pt x="76200" y="0"/>
                </a:moveTo>
                <a:lnTo>
                  <a:pt x="76200" y="120650"/>
                </a:lnTo>
                <a:lnTo>
                  <a:pt x="0" y="184150"/>
                </a:lnTo>
                <a:close/>
              </a:path>
            </a:pathLst>
          </a:custGeom>
          <a:solidFill>
            <a:srgbClr val="CF1723"/>
          </a:solidFill>
          <a:ln w="5080">
            <a:solidFill>
              <a:srgbClr val="CF1723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23" name="Kształt 203"/>
          <p:cNvSpPr/>
          <p:nvPr/>
        </p:nvSpPr>
        <p:spPr>
          <a:xfrm>
            <a:off x="8972550" y="4813300"/>
            <a:ext cx="1981200" cy="12700"/>
          </a:xfrm>
          <a:custGeom>
            <a:avLst/>
            <a:gdLst/>
            <a:ahLst/>
            <a:cxnLst/>
            <a:rect l="0" t="0" r="r" b="b"/>
            <a:pathLst>
              <a:path w="1981200" h="12700">
                <a:moveTo>
                  <a:pt x="6350" y="0"/>
                </a:moveTo>
                <a:lnTo>
                  <a:pt x="1974850" y="0"/>
                </a:lnTo>
                <a:lnTo>
                  <a:pt x="1981200" y="12700"/>
                </a:lnTo>
                <a:lnTo>
                  <a:pt x="0" y="12700"/>
                </a:lnTo>
                <a:close/>
              </a:path>
            </a:pathLst>
          </a:custGeom>
          <a:solidFill>
            <a:srgbClr val="FFC9C2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24" name="Kształt 204"/>
          <p:cNvSpPr/>
          <p:nvPr/>
        </p:nvSpPr>
        <p:spPr>
          <a:xfrm>
            <a:off x="9372600" y="4749800"/>
            <a:ext cx="12700" cy="450850"/>
          </a:xfrm>
          <a:custGeom>
            <a:avLst/>
            <a:gdLst/>
            <a:ahLst/>
            <a:cxnLst/>
            <a:rect l="0" t="0" r="r" b="b"/>
            <a:pathLst>
              <a:path w="12700" h="450850">
                <a:moveTo>
                  <a:pt x="0" y="0"/>
                </a:moveTo>
                <a:lnTo>
                  <a:pt x="12700" y="0"/>
                </a:lnTo>
                <a:lnTo>
                  <a:pt x="12700" y="450850"/>
                </a:lnTo>
                <a:lnTo>
                  <a:pt x="0" y="450850"/>
                </a:lnTo>
                <a:close/>
              </a:path>
            </a:pathLst>
          </a:custGeom>
          <a:solidFill>
            <a:srgbClr val="95161D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25" name="Kształt 205"/>
          <p:cNvSpPr/>
          <p:nvPr/>
        </p:nvSpPr>
        <p:spPr>
          <a:xfrm>
            <a:off x="9886950" y="4749800"/>
            <a:ext cx="12700" cy="457200"/>
          </a:xfrm>
          <a:custGeom>
            <a:avLst/>
            <a:gdLst/>
            <a:ahLst/>
            <a:cxnLst/>
            <a:rect l="0" t="0" r="r" b="b"/>
            <a:pathLst>
              <a:path w="12700" h="457200">
                <a:moveTo>
                  <a:pt x="0" y="0"/>
                </a:moveTo>
                <a:lnTo>
                  <a:pt x="12700" y="0"/>
                </a:lnTo>
                <a:lnTo>
                  <a:pt x="12700" y="457200"/>
                </a:lnTo>
                <a:lnTo>
                  <a:pt x="0" y="457200"/>
                </a:lnTo>
                <a:close/>
              </a:path>
            </a:pathLst>
          </a:custGeom>
          <a:solidFill>
            <a:srgbClr val="95161D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26" name="Kształt 206"/>
          <p:cNvSpPr/>
          <p:nvPr/>
        </p:nvSpPr>
        <p:spPr>
          <a:xfrm>
            <a:off x="10375900" y="4749800"/>
            <a:ext cx="12700" cy="450850"/>
          </a:xfrm>
          <a:custGeom>
            <a:avLst/>
            <a:gdLst/>
            <a:ahLst/>
            <a:cxnLst/>
            <a:rect l="0" t="0" r="r" b="b"/>
            <a:pathLst>
              <a:path w="12700" h="450850">
                <a:moveTo>
                  <a:pt x="0" y="0"/>
                </a:moveTo>
                <a:lnTo>
                  <a:pt x="12700" y="0"/>
                </a:lnTo>
                <a:lnTo>
                  <a:pt x="12700" y="450850"/>
                </a:lnTo>
                <a:lnTo>
                  <a:pt x="0" y="450850"/>
                </a:lnTo>
                <a:close/>
              </a:path>
            </a:pathLst>
          </a:custGeom>
          <a:solidFill>
            <a:srgbClr val="95161D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27" name="Kształt 207"/>
          <p:cNvSpPr/>
          <p:nvPr/>
        </p:nvSpPr>
        <p:spPr>
          <a:xfrm>
            <a:off x="9740900" y="4845050"/>
            <a:ext cx="88900" cy="19050"/>
          </a:xfrm>
          <a:custGeom>
            <a:avLst/>
            <a:gdLst/>
            <a:ahLst/>
            <a:cxnLst/>
            <a:rect l="0" t="0" r="r" b="b"/>
            <a:pathLst>
              <a:path w="88900" h="19050">
                <a:moveTo>
                  <a:pt x="0" y="0"/>
                </a:moveTo>
                <a:lnTo>
                  <a:pt x="88900" y="0"/>
                </a:lnTo>
                <a:lnTo>
                  <a:pt x="88900" y="19050"/>
                </a:lnTo>
                <a:lnTo>
                  <a:pt x="0" y="19050"/>
                </a:lnTo>
                <a:close/>
              </a:path>
            </a:pathLst>
          </a:custGeom>
          <a:solidFill>
            <a:srgbClr val="E6E9ED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28" name="Kształt 208"/>
          <p:cNvSpPr/>
          <p:nvPr/>
        </p:nvSpPr>
        <p:spPr>
          <a:xfrm>
            <a:off x="9969500" y="4845050"/>
            <a:ext cx="88900" cy="19050"/>
          </a:xfrm>
          <a:custGeom>
            <a:avLst/>
            <a:gdLst/>
            <a:ahLst/>
            <a:cxnLst/>
            <a:rect l="0" t="0" r="r" b="b"/>
            <a:pathLst>
              <a:path w="88900" h="19050">
                <a:moveTo>
                  <a:pt x="0" y="0"/>
                </a:moveTo>
                <a:lnTo>
                  <a:pt x="88900" y="0"/>
                </a:lnTo>
                <a:lnTo>
                  <a:pt x="88900" y="19050"/>
                </a:lnTo>
                <a:lnTo>
                  <a:pt x="0" y="19050"/>
                </a:lnTo>
                <a:close/>
              </a:path>
            </a:pathLst>
          </a:custGeom>
          <a:solidFill>
            <a:srgbClr val="E6E9ED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29" name="Kształt 209"/>
          <p:cNvSpPr/>
          <p:nvPr/>
        </p:nvSpPr>
        <p:spPr>
          <a:xfrm>
            <a:off x="10521950" y="4766310"/>
            <a:ext cx="38100" cy="30480"/>
          </a:xfrm>
          <a:custGeom>
            <a:avLst/>
            <a:gdLst/>
            <a:ahLst/>
            <a:cxnLst/>
            <a:rect l="0" t="0" r="r" b="b"/>
            <a:pathLst>
              <a:path w="38100" h="30480">
                <a:moveTo>
                  <a:pt x="38100" y="15240"/>
                </a:moveTo>
                <a:lnTo>
                  <a:pt x="38100" y="17780"/>
                </a:lnTo>
                <a:lnTo>
                  <a:pt x="36830" y="20320"/>
                </a:lnTo>
                <a:lnTo>
                  <a:pt x="35560" y="22860"/>
                </a:lnTo>
                <a:lnTo>
                  <a:pt x="33655" y="24765"/>
                </a:lnTo>
                <a:lnTo>
                  <a:pt x="31115" y="26670"/>
                </a:lnTo>
                <a:lnTo>
                  <a:pt x="28575" y="28575"/>
                </a:lnTo>
                <a:lnTo>
                  <a:pt x="25400" y="29845"/>
                </a:lnTo>
                <a:lnTo>
                  <a:pt x="22225" y="30480"/>
                </a:lnTo>
                <a:lnTo>
                  <a:pt x="19050" y="30480"/>
                </a:lnTo>
                <a:lnTo>
                  <a:pt x="15875" y="30480"/>
                </a:lnTo>
                <a:lnTo>
                  <a:pt x="12700" y="29845"/>
                </a:lnTo>
                <a:lnTo>
                  <a:pt x="9525" y="28575"/>
                </a:lnTo>
                <a:lnTo>
                  <a:pt x="6985" y="26670"/>
                </a:lnTo>
                <a:lnTo>
                  <a:pt x="4445" y="24765"/>
                </a:lnTo>
                <a:lnTo>
                  <a:pt x="2540" y="22860"/>
                </a:lnTo>
                <a:lnTo>
                  <a:pt x="1270" y="20320"/>
                </a:lnTo>
                <a:lnTo>
                  <a:pt x="0" y="17780"/>
                </a:lnTo>
                <a:lnTo>
                  <a:pt x="0" y="15240"/>
                </a:lnTo>
                <a:lnTo>
                  <a:pt x="0" y="12700"/>
                </a:lnTo>
                <a:lnTo>
                  <a:pt x="1270" y="10160"/>
                </a:lnTo>
                <a:lnTo>
                  <a:pt x="2540" y="7620"/>
                </a:lnTo>
                <a:lnTo>
                  <a:pt x="4445" y="5715"/>
                </a:lnTo>
                <a:lnTo>
                  <a:pt x="6985" y="3810"/>
                </a:lnTo>
                <a:lnTo>
                  <a:pt x="9525" y="1905"/>
                </a:lnTo>
                <a:lnTo>
                  <a:pt x="12700" y="635"/>
                </a:lnTo>
                <a:lnTo>
                  <a:pt x="15875" y="0"/>
                </a:lnTo>
                <a:lnTo>
                  <a:pt x="19050" y="0"/>
                </a:lnTo>
                <a:lnTo>
                  <a:pt x="22225" y="0"/>
                </a:lnTo>
                <a:lnTo>
                  <a:pt x="25400" y="635"/>
                </a:lnTo>
                <a:lnTo>
                  <a:pt x="28575" y="1905"/>
                </a:lnTo>
                <a:lnTo>
                  <a:pt x="31115" y="3810"/>
                </a:lnTo>
                <a:lnTo>
                  <a:pt x="33655" y="5715"/>
                </a:lnTo>
                <a:lnTo>
                  <a:pt x="35560" y="7620"/>
                </a:lnTo>
                <a:lnTo>
                  <a:pt x="36830" y="10160"/>
                </a:lnTo>
                <a:lnTo>
                  <a:pt x="38100" y="12700"/>
                </a:lnTo>
                <a:close/>
              </a:path>
            </a:pathLst>
          </a:custGeom>
          <a:solidFill>
            <a:srgbClr val="FF9F1C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30" name="Kształt 210"/>
          <p:cNvSpPr/>
          <p:nvPr/>
        </p:nvSpPr>
        <p:spPr>
          <a:xfrm>
            <a:off x="10401300" y="4667250"/>
            <a:ext cx="101600" cy="76200"/>
          </a:xfrm>
          <a:custGeom>
            <a:avLst/>
            <a:gdLst/>
            <a:ahLst/>
            <a:cxnLst/>
            <a:rect l="0" t="0" r="r" b="b"/>
            <a:pathLst>
              <a:path w="101600" h="76200">
                <a:moveTo>
                  <a:pt x="0" y="25400"/>
                </a:moveTo>
                <a:lnTo>
                  <a:pt x="76200" y="0"/>
                </a:lnTo>
                <a:lnTo>
                  <a:pt x="101600" y="50800"/>
                </a:lnTo>
                <a:lnTo>
                  <a:pt x="25400" y="76200"/>
                </a:lnTo>
                <a:close/>
              </a:path>
            </a:pathLst>
          </a:custGeom>
          <a:solidFill>
            <a:srgbClr val="B51A22"/>
          </a:solidFill>
          <a:ln w="5080">
            <a:solidFill>
              <a:srgbClr val="B51A22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31" name="Kształt 211"/>
          <p:cNvSpPr/>
          <p:nvPr/>
        </p:nvSpPr>
        <p:spPr>
          <a:xfrm>
            <a:off x="8896350" y="4895850"/>
            <a:ext cx="31750" cy="101600"/>
          </a:xfrm>
          <a:custGeom>
            <a:avLst/>
            <a:gdLst/>
            <a:ahLst/>
            <a:cxnLst/>
            <a:rect l="0" t="0" r="r" b="b"/>
            <a:pathLst>
              <a:path w="31750" h="101600">
                <a:moveTo>
                  <a:pt x="31750" y="0"/>
                </a:moveTo>
                <a:lnTo>
                  <a:pt x="0" y="38100"/>
                </a:lnTo>
                <a:lnTo>
                  <a:pt x="0" y="101600"/>
                </a:lnTo>
                <a:lnTo>
                  <a:pt x="31750" y="88900"/>
                </a:lnTo>
                <a:close/>
              </a:path>
            </a:pathLst>
          </a:custGeom>
          <a:solidFill>
            <a:srgbClr val="5D0F1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32" name="Kształt 212"/>
          <p:cNvSpPr/>
          <p:nvPr/>
        </p:nvSpPr>
        <p:spPr>
          <a:xfrm>
            <a:off x="8902700" y="4914900"/>
            <a:ext cx="19050" cy="63500"/>
          </a:xfrm>
          <a:custGeom>
            <a:avLst/>
            <a:gdLst/>
            <a:ahLst/>
            <a:cxnLst/>
            <a:rect l="0" t="0" r="r" b="b"/>
            <a:pathLst>
              <a:path w="19050" h="63500">
                <a:moveTo>
                  <a:pt x="19050" y="0"/>
                </a:moveTo>
                <a:lnTo>
                  <a:pt x="0" y="25400"/>
                </a:lnTo>
                <a:lnTo>
                  <a:pt x="0" y="63500"/>
                </a:lnTo>
                <a:lnTo>
                  <a:pt x="19050" y="57150"/>
                </a:lnTo>
                <a:close/>
              </a:path>
            </a:pathLst>
          </a:custGeom>
          <a:solidFill>
            <a:srgbClr val="FF6B5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33" name="Kształt 213"/>
          <p:cNvSpPr/>
          <p:nvPr/>
        </p:nvSpPr>
        <p:spPr>
          <a:xfrm>
            <a:off x="11010900" y="4889500"/>
            <a:ext cx="38100" cy="82550"/>
          </a:xfrm>
          <a:custGeom>
            <a:avLst/>
            <a:gdLst/>
            <a:ahLst/>
            <a:cxnLst/>
            <a:rect l="0" t="0" r="r" b="b"/>
            <a:pathLst>
              <a:path w="38100" h="82550">
                <a:moveTo>
                  <a:pt x="0" y="0"/>
                </a:moveTo>
                <a:lnTo>
                  <a:pt x="38100" y="0"/>
                </a:lnTo>
                <a:lnTo>
                  <a:pt x="38100" y="82550"/>
                </a:lnTo>
                <a:lnTo>
                  <a:pt x="0" y="82550"/>
                </a:lnTo>
                <a:close/>
              </a:path>
            </a:pathLst>
          </a:custGeom>
          <a:solidFill>
            <a:srgbClr val="FBE78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34" name="Kształt 214"/>
          <p:cNvSpPr/>
          <p:nvPr/>
        </p:nvSpPr>
        <p:spPr>
          <a:xfrm>
            <a:off x="11017250" y="4895850"/>
            <a:ext cx="19050" cy="25400"/>
          </a:xfrm>
          <a:custGeom>
            <a:avLst/>
            <a:gdLst/>
            <a:ahLst/>
            <a:cxnLst/>
            <a:rect l="0" t="0" r="r" b="b"/>
            <a:pathLst>
              <a:path w="19050" h="25400">
                <a:moveTo>
                  <a:pt x="0" y="0"/>
                </a:moveTo>
                <a:lnTo>
                  <a:pt x="19050" y="0"/>
                </a:lnTo>
                <a:lnTo>
                  <a:pt x="19050" y="25400"/>
                </a:lnTo>
                <a:lnTo>
                  <a:pt x="0" y="25400"/>
                </a:lnTo>
                <a:close/>
              </a:path>
            </a:pathLst>
          </a:custGeom>
          <a:solidFill>
            <a:srgbClr val="FFF6D6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35" name="Kształt 215"/>
          <p:cNvSpPr/>
          <p:nvPr/>
        </p:nvSpPr>
        <p:spPr>
          <a:xfrm>
            <a:off x="8991600" y="4883150"/>
            <a:ext cx="571500" cy="323850"/>
          </a:xfrm>
          <a:custGeom>
            <a:avLst/>
            <a:gdLst/>
            <a:ahLst/>
            <a:cxnLst/>
            <a:rect l="0" t="0" r="r" b="b"/>
            <a:pathLst>
              <a:path w="571500" h="323850">
                <a:moveTo>
                  <a:pt x="0" y="285750"/>
                </a:moveTo>
                <a:lnTo>
                  <a:pt x="6985" y="222250"/>
                </a:lnTo>
                <a:lnTo>
                  <a:pt x="28575" y="161925"/>
                </a:lnTo>
                <a:lnTo>
                  <a:pt x="62230" y="107315"/>
                </a:lnTo>
                <a:lnTo>
                  <a:pt x="107315" y="62230"/>
                </a:lnTo>
                <a:lnTo>
                  <a:pt x="161925" y="28575"/>
                </a:lnTo>
                <a:lnTo>
                  <a:pt x="222250" y="6985"/>
                </a:lnTo>
                <a:lnTo>
                  <a:pt x="285750" y="0"/>
                </a:lnTo>
                <a:lnTo>
                  <a:pt x="349250" y="6985"/>
                </a:lnTo>
                <a:lnTo>
                  <a:pt x="409575" y="28575"/>
                </a:lnTo>
                <a:lnTo>
                  <a:pt x="464185" y="62230"/>
                </a:lnTo>
                <a:lnTo>
                  <a:pt x="509270" y="107315"/>
                </a:lnTo>
                <a:lnTo>
                  <a:pt x="542925" y="161925"/>
                </a:lnTo>
                <a:lnTo>
                  <a:pt x="564515" y="222250"/>
                </a:lnTo>
                <a:lnTo>
                  <a:pt x="571500" y="285750"/>
                </a:lnTo>
                <a:lnTo>
                  <a:pt x="571500" y="323850"/>
                </a:lnTo>
                <a:lnTo>
                  <a:pt x="0" y="323850"/>
                </a:lnTo>
                <a:close/>
              </a:path>
            </a:pathLst>
          </a:custGeom>
          <a:solidFill>
            <a:srgbClr val="FF7B72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36" name="Kształt 216"/>
          <p:cNvSpPr/>
          <p:nvPr/>
        </p:nvSpPr>
        <p:spPr>
          <a:xfrm>
            <a:off x="9042400" y="4933950"/>
            <a:ext cx="469900" cy="273050"/>
          </a:xfrm>
          <a:custGeom>
            <a:avLst/>
            <a:gdLst/>
            <a:ahLst/>
            <a:cxnLst/>
            <a:rect l="0" t="0" r="r" b="b"/>
            <a:pathLst>
              <a:path w="469900" h="273050">
                <a:moveTo>
                  <a:pt x="0" y="234950"/>
                </a:moveTo>
                <a:lnTo>
                  <a:pt x="5715" y="182880"/>
                </a:lnTo>
                <a:lnTo>
                  <a:pt x="23495" y="132715"/>
                </a:lnTo>
                <a:lnTo>
                  <a:pt x="51435" y="88265"/>
                </a:lnTo>
                <a:lnTo>
                  <a:pt x="88265" y="51435"/>
                </a:lnTo>
                <a:lnTo>
                  <a:pt x="132715" y="23495"/>
                </a:lnTo>
                <a:lnTo>
                  <a:pt x="182880" y="5715"/>
                </a:lnTo>
                <a:lnTo>
                  <a:pt x="234950" y="0"/>
                </a:lnTo>
                <a:lnTo>
                  <a:pt x="287020" y="5715"/>
                </a:lnTo>
                <a:lnTo>
                  <a:pt x="337185" y="23495"/>
                </a:lnTo>
                <a:lnTo>
                  <a:pt x="381635" y="51435"/>
                </a:lnTo>
                <a:lnTo>
                  <a:pt x="418465" y="88265"/>
                </a:lnTo>
                <a:lnTo>
                  <a:pt x="446405" y="132715"/>
                </a:lnTo>
                <a:lnTo>
                  <a:pt x="464185" y="182880"/>
                </a:lnTo>
                <a:lnTo>
                  <a:pt x="469900" y="234950"/>
                </a:lnTo>
                <a:lnTo>
                  <a:pt x="469900" y="273050"/>
                </a:lnTo>
                <a:lnTo>
                  <a:pt x="0" y="273050"/>
                </a:lnTo>
                <a:close/>
              </a:path>
            </a:pathLst>
          </a:custGeom>
          <a:solidFill>
            <a:srgbClr val="4A0C10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37" name="Kształt 217"/>
          <p:cNvSpPr/>
          <p:nvPr/>
        </p:nvSpPr>
        <p:spPr>
          <a:xfrm>
            <a:off x="10312400" y="4883150"/>
            <a:ext cx="571500" cy="323850"/>
          </a:xfrm>
          <a:custGeom>
            <a:avLst/>
            <a:gdLst/>
            <a:ahLst/>
            <a:cxnLst/>
            <a:rect l="0" t="0" r="r" b="b"/>
            <a:pathLst>
              <a:path w="571500" h="323850">
                <a:moveTo>
                  <a:pt x="0" y="285750"/>
                </a:moveTo>
                <a:lnTo>
                  <a:pt x="6985" y="222250"/>
                </a:lnTo>
                <a:lnTo>
                  <a:pt x="28575" y="161925"/>
                </a:lnTo>
                <a:lnTo>
                  <a:pt x="62230" y="107315"/>
                </a:lnTo>
                <a:lnTo>
                  <a:pt x="107315" y="62230"/>
                </a:lnTo>
                <a:lnTo>
                  <a:pt x="161925" y="28575"/>
                </a:lnTo>
                <a:lnTo>
                  <a:pt x="222250" y="6985"/>
                </a:lnTo>
                <a:lnTo>
                  <a:pt x="285750" y="0"/>
                </a:lnTo>
                <a:lnTo>
                  <a:pt x="349250" y="6985"/>
                </a:lnTo>
                <a:lnTo>
                  <a:pt x="409575" y="28575"/>
                </a:lnTo>
                <a:lnTo>
                  <a:pt x="464185" y="62230"/>
                </a:lnTo>
                <a:lnTo>
                  <a:pt x="509270" y="107315"/>
                </a:lnTo>
                <a:lnTo>
                  <a:pt x="542925" y="161925"/>
                </a:lnTo>
                <a:lnTo>
                  <a:pt x="564515" y="222250"/>
                </a:lnTo>
                <a:lnTo>
                  <a:pt x="571500" y="285750"/>
                </a:lnTo>
                <a:lnTo>
                  <a:pt x="571500" y="323850"/>
                </a:lnTo>
                <a:lnTo>
                  <a:pt x="0" y="323850"/>
                </a:lnTo>
                <a:close/>
              </a:path>
            </a:pathLst>
          </a:custGeom>
          <a:solidFill>
            <a:srgbClr val="FF7B72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38" name="Kształt 218"/>
          <p:cNvSpPr/>
          <p:nvPr/>
        </p:nvSpPr>
        <p:spPr>
          <a:xfrm>
            <a:off x="10363200" y="4933950"/>
            <a:ext cx="469900" cy="273050"/>
          </a:xfrm>
          <a:custGeom>
            <a:avLst/>
            <a:gdLst/>
            <a:ahLst/>
            <a:cxnLst/>
            <a:rect l="0" t="0" r="r" b="b"/>
            <a:pathLst>
              <a:path w="469900" h="273050">
                <a:moveTo>
                  <a:pt x="0" y="234950"/>
                </a:moveTo>
                <a:lnTo>
                  <a:pt x="5715" y="182880"/>
                </a:lnTo>
                <a:lnTo>
                  <a:pt x="23495" y="132715"/>
                </a:lnTo>
                <a:lnTo>
                  <a:pt x="51435" y="88265"/>
                </a:lnTo>
                <a:lnTo>
                  <a:pt x="88265" y="51435"/>
                </a:lnTo>
                <a:lnTo>
                  <a:pt x="132715" y="23495"/>
                </a:lnTo>
                <a:lnTo>
                  <a:pt x="182880" y="5715"/>
                </a:lnTo>
                <a:lnTo>
                  <a:pt x="234950" y="0"/>
                </a:lnTo>
                <a:lnTo>
                  <a:pt x="287020" y="5715"/>
                </a:lnTo>
                <a:lnTo>
                  <a:pt x="337185" y="23495"/>
                </a:lnTo>
                <a:lnTo>
                  <a:pt x="381635" y="51435"/>
                </a:lnTo>
                <a:lnTo>
                  <a:pt x="418465" y="88265"/>
                </a:lnTo>
                <a:lnTo>
                  <a:pt x="446405" y="132715"/>
                </a:lnTo>
                <a:lnTo>
                  <a:pt x="464185" y="182880"/>
                </a:lnTo>
                <a:lnTo>
                  <a:pt x="469900" y="234950"/>
                </a:lnTo>
                <a:lnTo>
                  <a:pt x="469900" y="273050"/>
                </a:lnTo>
                <a:lnTo>
                  <a:pt x="0" y="273050"/>
                </a:lnTo>
                <a:close/>
              </a:path>
            </a:pathLst>
          </a:custGeom>
          <a:solidFill>
            <a:srgbClr val="4A0C10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39" name="Kształt 219"/>
          <p:cNvSpPr/>
          <p:nvPr/>
        </p:nvSpPr>
        <p:spPr>
          <a:xfrm>
            <a:off x="8788400" y="5181600"/>
            <a:ext cx="101600" cy="38100"/>
          </a:xfrm>
          <a:custGeom>
            <a:avLst/>
            <a:gdLst/>
            <a:ahLst/>
            <a:cxnLst/>
            <a:rect l="0" t="0" r="r" b="b"/>
            <a:pathLst>
              <a:path w="101600" h="38100">
                <a:moveTo>
                  <a:pt x="0" y="0"/>
                </a:moveTo>
                <a:lnTo>
                  <a:pt x="101600" y="0"/>
                </a:lnTo>
                <a:lnTo>
                  <a:pt x="101600" y="38100"/>
                </a:lnTo>
                <a:lnTo>
                  <a:pt x="0" y="38100"/>
                </a:lnTo>
                <a:close/>
              </a:path>
            </a:pathLst>
          </a:custGeom>
          <a:solidFill>
            <a:srgbClr val="8A8A8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40" name="Kształt 220"/>
          <p:cNvSpPr/>
          <p:nvPr/>
        </p:nvSpPr>
        <p:spPr>
          <a:xfrm>
            <a:off x="8775700" y="5181600"/>
            <a:ext cx="25400" cy="38100"/>
          </a:xfrm>
          <a:custGeom>
            <a:avLst/>
            <a:gdLst/>
            <a:ahLst/>
            <a:cxnLst/>
            <a:rect l="0" t="0" r="r" b="b"/>
            <a:pathLst>
              <a:path w="25400" h="38100">
                <a:moveTo>
                  <a:pt x="25400" y="19050"/>
                </a:moveTo>
                <a:lnTo>
                  <a:pt x="25400" y="22225"/>
                </a:lnTo>
                <a:lnTo>
                  <a:pt x="24765" y="25400"/>
                </a:lnTo>
                <a:lnTo>
                  <a:pt x="23495" y="28575"/>
                </a:lnTo>
                <a:lnTo>
                  <a:pt x="22225" y="31115"/>
                </a:lnTo>
                <a:lnTo>
                  <a:pt x="20955" y="33655"/>
                </a:lnTo>
                <a:lnTo>
                  <a:pt x="19050" y="35560"/>
                </a:lnTo>
                <a:lnTo>
                  <a:pt x="17145" y="36830"/>
                </a:lnTo>
                <a:lnTo>
                  <a:pt x="14605" y="38100"/>
                </a:lnTo>
                <a:lnTo>
                  <a:pt x="12700" y="38100"/>
                </a:lnTo>
                <a:lnTo>
                  <a:pt x="10795" y="38100"/>
                </a:lnTo>
                <a:lnTo>
                  <a:pt x="8255" y="36830"/>
                </a:lnTo>
                <a:lnTo>
                  <a:pt x="6350" y="35560"/>
                </a:lnTo>
                <a:lnTo>
                  <a:pt x="4445" y="33655"/>
                </a:lnTo>
                <a:lnTo>
                  <a:pt x="3175" y="31115"/>
                </a:lnTo>
                <a:lnTo>
                  <a:pt x="1905" y="28575"/>
                </a:lnTo>
                <a:lnTo>
                  <a:pt x="635" y="25400"/>
                </a:lnTo>
                <a:lnTo>
                  <a:pt x="0" y="22225"/>
                </a:lnTo>
                <a:lnTo>
                  <a:pt x="0" y="19050"/>
                </a:lnTo>
                <a:lnTo>
                  <a:pt x="0" y="15875"/>
                </a:lnTo>
                <a:lnTo>
                  <a:pt x="635" y="12700"/>
                </a:lnTo>
                <a:lnTo>
                  <a:pt x="1905" y="9525"/>
                </a:lnTo>
                <a:lnTo>
                  <a:pt x="3175" y="6985"/>
                </a:lnTo>
                <a:lnTo>
                  <a:pt x="4445" y="4445"/>
                </a:lnTo>
                <a:lnTo>
                  <a:pt x="6350" y="2540"/>
                </a:lnTo>
                <a:lnTo>
                  <a:pt x="8255" y="1270"/>
                </a:lnTo>
                <a:lnTo>
                  <a:pt x="10795" y="0"/>
                </a:lnTo>
                <a:lnTo>
                  <a:pt x="12700" y="0"/>
                </a:lnTo>
                <a:lnTo>
                  <a:pt x="14605" y="0"/>
                </a:lnTo>
                <a:lnTo>
                  <a:pt x="17145" y="1270"/>
                </a:lnTo>
                <a:lnTo>
                  <a:pt x="19050" y="2540"/>
                </a:lnTo>
                <a:lnTo>
                  <a:pt x="20955" y="4445"/>
                </a:lnTo>
                <a:lnTo>
                  <a:pt x="22225" y="6985"/>
                </a:lnTo>
                <a:lnTo>
                  <a:pt x="23495" y="9525"/>
                </a:lnTo>
                <a:lnTo>
                  <a:pt x="24765" y="12700"/>
                </a:lnTo>
                <a:lnTo>
                  <a:pt x="25400" y="15875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41" name="Kształt 221"/>
          <p:cNvSpPr/>
          <p:nvPr/>
        </p:nvSpPr>
        <p:spPr>
          <a:xfrm>
            <a:off x="8839200" y="5130800"/>
            <a:ext cx="127000" cy="76200"/>
          </a:xfrm>
          <a:custGeom>
            <a:avLst/>
            <a:gdLst/>
            <a:ahLst/>
            <a:cxnLst/>
            <a:rect l="0" t="0" r="r" b="b"/>
            <a:pathLst>
              <a:path w="127000" h="76200">
                <a:moveTo>
                  <a:pt x="0" y="0"/>
                </a:moveTo>
                <a:lnTo>
                  <a:pt x="127000" y="0"/>
                </a:lnTo>
                <a:lnTo>
                  <a:pt x="127000" y="76200"/>
                </a:lnTo>
                <a:lnTo>
                  <a:pt x="0" y="76200"/>
                </a:lnTo>
                <a:close/>
              </a:path>
            </a:pathLst>
          </a:custGeom>
          <a:solidFill>
            <a:srgbClr val="2B2B2B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42" name="Kształt 222"/>
          <p:cNvSpPr/>
          <p:nvPr/>
        </p:nvSpPr>
        <p:spPr>
          <a:xfrm>
            <a:off x="8839200" y="5111750"/>
            <a:ext cx="127000" cy="22225"/>
          </a:xfrm>
          <a:custGeom>
            <a:avLst/>
            <a:gdLst/>
            <a:ahLst/>
            <a:cxnLst/>
            <a:rect l="0" t="0" r="r" b="b"/>
            <a:pathLst>
              <a:path w="127000" h="22225">
                <a:moveTo>
                  <a:pt x="0" y="0"/>
                </a:moveTo>
                <a:lnTo>
                  <a:pt x="127000" y="0"/>
                </a:lnTo>
                <a:lnTo>
                  <a:pt x="127000" y="22225"/>
                </a:lnTo>
                <a:lnTo>
                  <a:pt x="0" y="22225"/>
                </a:lnTo>
                <a:close/>
              </a:path>
            </a:pathLst>
          </a:custGeom>
          <a:solidFill>
            <a:srgbClr val="F4F4F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43" name="Kształt 223"/>
          <p:cNvSpPr/>
          <p:nvPr/>
        </p:nvSpPr>
        <p:spPr>
          <a:xfrm>
            <a:off x="10972800" y="5130800"/>
            <a:ext cx="127000" cy="76200"/>
          </a:xfrm>
          <a:custGeom>
            <a:avLst/>
            <a:gdLst/>
            <a:ahLst/>
            <a:cxnLst/>
            <a:rect l="0" t="0" r="r" b="b"/>
            <a:pathLst>
              <a:path w="127000" h="76200">
                <a:moveTo>
                  <a:pt x="0" y="0"/>
                </a:moveTo>
                <a:lnTo>
                  <a:pt x="127000" y="0"/>
                </a:lnTo>
                <a:lnTo>
                  <a:pt x="127000" y="76200"/>
                </a:lnTo>
                <a:lnTo>
                  <a:pt x="0" y="76200"/>
                </a:lnTo>
                <a:close/>
              </a:path>
            </a:pathLst>
          </a:custGeom>
          <a:solidFill>
            <a:srgbClr val="2B2B2B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44" name="Kształt 224"/>
          <p:cNvSpPr/>
          <p:nvPr/>
        </p:nvSpPr>
        <p:spPr>
          <a:xfrm>
            <a:off x="10972800" y="5111750"/>
            <a:ext cx="127000" cy="22225"/>
          </a:xfrm>
          <a:custGeom>
            <a:avLst/>
            <a:gdLst/>
            <a:ahLst/>
            <a:cxnLst/>
            <a:rect l="0" t="0" r="r" b="b"/>
            <a:pathLst>
              <a:path w="127000" h="22225">
                <a:moveTo>
                  <a:pt x="0" y="0"/>
                </a:moveTo>
                <a:lnTo>
                  <a:pt x="127000" y="0"/>
                </a:lnTo>
                <a:lnTo>
                  <a:pt x="127000" y="22225"/>
                </a:lnTo>
                <a:lnTo>
                  <a:pt x="0" y="22225"/>
                </a:lnTo>
                <a:close/>
              </a:path>
            </a:pathLst>
          </a:custGeom>
          <a:solidFill>
            <a:srgbClr val="F4F4F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45" name="Kształt 225"/>
          <p:cNvSpPr/>
          <p:nvPr/>
        </p:nvSpPr>
        <p:spPr>
          <a:xfrm>
            <a:off x="9480550" y="4654550"/>
            <a:ext cx="215900" cy="88900"/>
          </a:xfrm>
          <a:custGeom>
            <a:avLst/>
            <a:gdLst/>
            <a:ahLst/>
            <a:cxnLst/>
            <a:rect l="0" t="0" r="r" b="b"/>
            <a:pathLst>
              <a:path w="215900" h="88900">
                <a:moveTo>
                  <a:pt x="0" y="88900"/>
                </a:moveTo>
                <a:lnTo>
                  <a:pt x="12700" y="25400"/>
                </a:lnTo>
                <a:lnTo>
                  <a:pt x="69850" y="0"/>
                </a:lnTo>
                <a:lnTo>
                  <a:pt x="146050" y="0"/>
                </a:lnTo>
                <a:lnTo>
                  <a:pt x="203200" y="25400"/>
                </a:lnTo>
                <a:lnTo>
                  <a:pt x="215900" y="88900"/>
                </a:lnTo>
                <a:close/>
              </a:path>
            </a:pathLst>
          </a:custGeom>
          <a:solidFill>
            <a:srgbClr val="2F7D5B"/>
          </a:solidFill>
          <a:ln w="5080">
            <a:solidFill>
              <a:srgbClr val="2F7D5B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46" name="Kształt 226"/>
          <p:cNvSpPr/>
          <p:nvPr/>
        </p:nvSpPr>
        <p:spPr>
          <a:xfrm>
            <a:off x="9613900" y="4654550"/>
            <a:ext cx="82550" cy="88900"/>
          </a:xfrm>
          <a:custGeom>
            <a:avLst/>
            <a:gdLst/>
            <a:ahLst/>
            <a:cxnLst/>
            <a:rect l="0" t="0" r="r" b="b"/>
            <a:pathLst>
              <a:path w="82550" h="88900">
                <a:moveTo>
                  <a:pt x="12700" y="0"/>
                </a:moveTo>
                <a:lnTo>
                  <a:pt x="69850" y="25400"/>
                </a:lnTo>
                <a:lnTo>
                  <a:pt x="82550" y="88900"/>
                </a:lnTo>
                <a:lnTo>
                  <a:pt x="0" y="88900"/>
                </a:lnTo>
                <a:close/>
              </a:path>
            </a:pathLst>
          </a:custGeom>
          <a:solidFill>
            <a:srgbClr val="276B4D"/>
          </a:solidFill>
          <a:ln w="5080">
            <a:solidFill>
              <a:srgbClr val="276B4D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47" name="Kształt 227"/>
          <p:cNvSpPr/>
          <p:nvPr/>
        </p:nvSpPr>
        <p:spPr>
          <a:xfrm>
            <a:off x="9486900" y="4552950"/>
            <a:ext cx="69850" cy="133350"/>
          </a:xfrm>
          <a:custGeom>
            <a:avLst/>
            <a:gdLst/>
            <a:ahLst/>
            <a:cxnLst/>
            <a:rect l="0" t="0" r="r" b="b"/>
            <a:pathLst>
              <a:path w="69850" h="133350">
                <a:moveTo>
                  <a:pt x="19050" y="0"/>
                </a:moveTo>
                <a:lnTo>
                  <a:pt x="69850" y="12700"/>
                </a:lnTo>
                <a:lnTo>
                  <a:pt x="69850" y="120650"/>
                </a:lnTo>
                <a:lnTo>
                  <a:pt x="0" y="133350"/>
                </a:lnTo>
                <a:close/>
              </a:path>
            </a:pathLst>
          </a:custGeom>
          <a:solidFill>
            <a:srgbClr val="B8862A"/>
          </a:solidFill>
          <a:ln w="5080">
            <a:solidFill>
              <a:srgbClr val="B8862A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48" name="Kształt 228"/>
          <p:cNvSpPr/>
          <p:nvPr/>
        </p:nvSpPr>
        <p:spPr>
          <a:xfrm>
            <a:off x="9588500" y="4476750"/>
            <a:ext cx="79375" cy="88900"/>
          </a:xfrm>
          <a:custGeom>
            <a:avLst/>
            <a:gdLst/>
            <a:ahLst/>
            <a:cxnLst/>
            <a:rect l="0" t="0" r="r" b="b"/>
            <a:pathLst>
              <a:path w="79375" h="88900">
                <a:moveTo>
                  <a:pt x="0" y="0"/>
                </a:moveTo>
                <a:lnTo>
                  <a:pt x="79375" y="31750"/>
                </a:lnTo>
                <a:lnTo>
                  <a:pt x="0" y="88900"/>
                </a:lnTo>
                <a:close/>
              </a:path>
            </a:pathLst>
          </a:custGeom>
          <a:solidFill>
            <a:srgbClr val="ECECEC"/>
          </a:solidFill>
          <a:ln w="5080">
            <a:solidFill>
              <a:srgbClr val="ECECEC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49" name="Kształt 229"/>
          <p:cNvSpPr/>
          <p:nvPr/>
        </p:nvSpPr>
        <p:spPr>
          <a:xfrm>
            <a:off x="9588500" y="4508500"/>
            <a:ext cx="82550" cy="101600"/>
          </a:xfrm>
          <a:custGeom>
            <a:avLst/>
            <a:gdLst/>
            <a:ahLst/>
            <a:cxnLst/>
            <a:rect l="0" t="0" r="r" b="b"/>
            <a:pathLst>
              <a:path w="82550" h="101600">
                <a:moveTo>
                  <a:pt x="79375" y="0"/>
                </a:moveTo>
                <a:lnTo>
                  <a:pt x="82550" y="101600"/>
                </a:lnTo>
                <a:lnTo>
                  <a:pt x="0" y="57150"/>
                </a:lnTo>
                <a:close/>
              </a:path>
            </a:pathLst>
          </a:custGeom>
          <a:solidFill>
            <a:srgbClr val="DADADA"/>
          </a:solidFill>
          <a:ln w="5080">
            <a:solidFill>
              <a:srgbClr val="DADADA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50" name="Kształt 230"/>
          <p:cNvSpPr/>
          <p:nvPr/>
        </p:nvSpPr>
        <p:spPr>
          <a:xfrm>
            <a:off x="9588500" y="4565650"/>
            <a:ext cx="82550" cy="88900"/>
          </a:xfrm>
          <a:custGeom>
            <a:avLst/>
            <a:gdLst/>
            <a:ahLst/>
            <a:cxnLst/>
            <a:rect l="0" t="0" r="r" b="b"/>
            <a:pathLst>
              <a:path w="82550" h="88900">
                <a:moveTo>
                  <a:pt x="82550" y="44450"/>
                </a:moveTo>
                <a:lnTo>
                  <a:pt x="0" y="88900"/>
                </a:lnTo>
                <a:lnTo>
                  <a:pt x="0" y="0"/>
                </a:lnTo>
                <a:close/>
              </a:path>
            </a:pathLst>
          </a:custGeom>
          <a:solidFill>
            <a:srgbClr val="CECECE"/>
          </a:solidFill>
          <a:ln w="5080">
            <a:solidFill>
              <a:srgbClr val="CECECE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51" name="Kształt 231"/>
          <p:cNvSpPr/>
          <p:nvPr/>
        </p:nvSpPr>
        <p:spPr>
          <a:xfrm>
            <a:off x="9505950" y="4565650"/>
            <a:ext cx="82550" cy="88900"/>
          </a:xfrm>
          <a:custGeom>
            <a:avLst/>
            <a:gdLst/>
            <a:ahLst/>
            <a:cxnLst/>
            <a:rect l="0" t="0" r="r" b="b"/>
            <a:pathLst>
              <a:path w="82550" h="88900">
                <a:moveTo>
                  <a:pt x="82550" y="88900"/>
                </a:moveTo>
                <a:lnTo>
                  <a:pt x="0" y="44450"/>
                </a:lnTo>
                <a:lnTo>
                  <a:pt x="82550" y="0"/>
                </a:lnTo>
                <a:close/>
              </a:path>
            </a:pathLst>
          </a:custGeom>
          <a:solidFill>
            <a:srgbClr val="E2E2E2"/>
          </a:solidFill>
          <a:ln w="5080">
            <a:solidFill>
              <a:srgbClr val="E2E2E2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52" name="Kształt 232"/>
          <p:cNvSpPr/>
          <p:nvPr/>
        </p:nvSpPr>
        <p:spPr>
          <a:xfrm>
            <a:off x="9505950" y="4508500"/>
            <a:ext cx="82550" cy="101600"/>
          </a:xfrm>
          <a:custGeom>
            <a:avLst/>
            <a:gdLst/>
            <a:ahLst/>
            <a:cxnLst/>
            <a:rect l="0" t="0" r="r" b="b"/>
            <a:pathLst>
              <a:path w="82550" h="101600">
                <a:moveTo>
                  <a:pt x="0" y="101600"/>
                </a:moveTo>
                <a:lnTo>
                  <a:pt x="3175" y="0"/>
                </a:lnTo>
                <a:lnTo>
                  <a:pt x="82550" y="57150"/>
                </a:lnTo>
                <a:close/>
              </a:path>
            </a:pathLst>
          </a:custGeom>
          <a:solidFill>
            <a:srgbClr val="F3F3F3"/>
          </a:solidFill>
          <a:ln w="5080">
            <a:solidFill>
              <a:srgbClr val="F3F3F3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53" name="Kształt 233"/>
          <p:cNvSpPr/>
          <p:nvPr/>
        </p:nvSpPr>
        <p:spPr>
          <a:xfrm>
            <a:off x="9509125" y="4476750"/>
            <a:ext cx="79375" cy="88900"/>
          </a:xfrm>
          <a:custGeom>
            <a:avLst/>
            <a:gdLst/>
            <a:ahLst/>
            <a:cxnLst/>
            <a:rect l="0" t="0" r="r" b="b"/>
            <a:pathLst>
              <a:path w="79375" h="88900">
                <a:moveTo>
                  <a:pt x="0" y="31750"/>
                </a:moveTo>
                <a:lnTo>
                  <a:pt x="79375" y="0"/>
                </a:lnTo>
                <a:lnTo>
                  <a:pt x="79375" y="88900"/>
                </a:lnTo>
                <a:close/>
              </a:path>
            </a:pathLst>
          </a:custGeom>
          <a:solidFill>
            <a:srgbClr val="FBFBFB"/>
          </a:solidFill>
          <a:ln w="5080">
            <a:solidFill>
              <a:srgbClr val="FBFBFB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54" name="Kształt 234"/>
          <p:cNvSpPr/>
          <p:nvPr/>
        </p:nvSpPr>
        <p:spPr>
          <a:xfrm>
            <a:off x="9671050" y="4559300"/>
            <a:ext cx="25400" cy="44450"/>
          </a:xfrm>
          <a:custGeom>
            <a:avLst/>
            <a:gdLst/>
            <a:ahLst/>
            <a:cxnLst/>
            <a:rect l="0" t="0" r="r" b="b"/>
            <a:pathLst>
              <a:path w="25400" h="44450">
                <a:moveTo>
                  <a:pt x="0" y="0"/>
                </a:moveTo>
                <a:lnTo>
                  <a:pt x="25400" y="31750"/>
                </a:lnTo>
                <a:lnTo>
                  <a:pt x="0" y="44450"/>
                </a:lnTo>
                <a:close/>
              </a:path>
            </a:pathLst>
          </a:custGeom>
          <a:solidFill>
            <a:srgbClr val="DADADA"/>
          </a:solidFill>
          <a:ln w="5080">
            <a:solidFill>
              <a:srgbClr val="DADADA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55" name="Kształt 235"/>
          <p:cNvSpPr/>
          <p:nvPr/>
        </p:nvSpPr>
        <p:spPr>
          <a:xfrm>
            <a:off x="9499600" y="4457700"/>
            <a:ext cx="82550" cy="146050"/>
          </a:xfrm>
          <a:custGeom>
            <a:avLst/>
            <a:gdLst/>
            <a:ahLst/>
            <a:cxnLst/>
            <a:rect l="0" t="0" r="r" b="b"/>
            <a:pathLst>
              <a:path w="82550" h="146050">
                <a:moveTo>
                  <a:pt x="0" y="50800"/>
                </a:moveTo>
                <a:lnTo>
                  <a:pt x="57150" y="0"/>
                </a:lnTo>
                <a:lnTo>
                  <a:pt x="82550" y="69850"/>
                </a:lnTo>
                <a:lnTo>
                  <a:pt x="50800" y="133350"/>
                </a:lnTo>
                <a:lnTo>
                  <a:pt x="6350" y="146050"/>
                </a:lnTo>
                <a:close/>
              </a:path>
            </a:pathLst>
          </a:custGeom>
          <a:solidFill>
            <a:srgbClr val="C9922F"/>
          </a:solidFill>
          <a:ln w="5080">
            <a:solidFill>
              <a:srgbClr val="C9922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56" name="Kształt 236"/>
          <p:cNvSpPr/>
          <p:nvPr/>
        </p:nvSpPr>
        <p:spPr>
          <a:xfrm>
            <a:off x="9556750" y="4451350"/>
            <a:ext cx="120650" cy="76200"/>
          </a:xfrm>
          <a:custGeom>
            <a:avLst/>
            <a:gdLst/>
            <a:ahLst/>
            <a:cxnLst/>
            <a:rect l="0" t="0" r="r" b="b"/>
            <a:pathLst>
              <a:path w="120650" h="76200">
                <a:moveTo>
                  <a:pt x="0" y="6350"/>
                </a:moveTo>
                <a:lnTo>
                  <a:pt x="69850" y="0"/>
                </a:lnTo>
                <a:lnTo>
                  <a:pt x="120650" y="50800"/>
                </a:lnTo>
                <a:lnTo>
                  <a:pt x="57150" y="63500"/>
                </a:lnTo>
                <a:lnTo>
                  <a:pt x="25400" y="76200"/>
                </a:lnTo>
                <a:close/>
              </a:path>
            </a:pathLst>
          </a:custGeom>
          <a:solidFill>
            <a:srgbClr val="E0B04F"/>
          </a:solidFill>
          <a:ln w="5080">
            <a:solidFill>
              <a:srgbClr val="E0B04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57" name="Kształt 237"/>
          <p:cNvSpPr/>
          <p:nvPr/>
        </p:nvSpPr>
        <p:spPr>
          <a:xfrm>
            <a:off x="9620250" y="4540250"/>
            <a:ext cx="19050" cy="25400"/>
          </a:xfrm>
          <a:custGeom>
            <a:avLst/>
            <a:gdLst/>
            <a:ahLst/>
            <a:cxnLst/>
            <a:rect l="0" t="0" r="r" b="b"/>
            <a:pathLst>
              <a:path w="19050" h="25400">
                <a:moveTo>
                  <a:pt x="0" y="0"/>
                </a:moveTo>
                <a:lnTo>
                  <a:pt x="19050" y="0"/>
                </a:lnTo>
                <a:lnTo>
                  <a:pt x="19050" y="25400"/>
                </a:lnTo>
                <a:lnTo>
                  <a:pt x="0" y="25400"/>
                </a:lnTo>
                <a:close/>
              </a:path>
            </a:pathLst>
          </a:custGeom>
          <a:solidFill>
            <a:srgbClr val="15151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58" name="Kształt 238"/>
          <p:cNvSpPr/>
          <p:nvPr/>
        </p:nvSpPr>
        <p:spPr>
          <a:xfrm>
            <a:off x="9613900" y="4610100"/>
            <a:ext cx="38100" cy="19050"/>
          </a:xfrm>
          <a:custGeom>
            <a:avLst/>
            <a:gdLst/>
            <a:ahLst/>
            <a:cxnLst/>
            <a:rect l="0" t="0" r="r" b="b"/>
            <a:pathLst>
              <a:path w="38100" h="19050">
                <a:moveTo>
                  <a:pt x="0" y="6350"/>
                </a:moveTo>
                <a:lnTo>
                  <a:pt x="38100" y="0"/>
                </a:lnTo>
                <a:lnTo>
                  <a:pt x="25400" y="19050"/>
                </a:lnTo>
                <a:close/>
              </a:path>
            </a:pathLst>
          </a:custGeom>
          <a:solidFill>
            <a:srgbClr val="8E121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59" name="Kształt 239"/>
          <p:cNvSpPr/>
          <p:nvPr/>
        </p:nvSpPr>
        <p:spPr>
          <a:xfrm>
            <a:off x="9277350" y="4387850"/>
            <a:ext cx="590550" cy="355600"/>
          </a:xfrm>
          <a:custGeom>
            <a:avLst/>
            <a:gdLst/>
            <a:ahLst/>
            <a:cxnLst/>
            <a:rect l="0" t="0" r="r" b="b"/>
            <a:pathLst>
              <a:path w="590550" h="355600">
                <a:moveTo>
                  <a:pt x="590550" y="0"/>
                </a:moveTo>
                <a:lnTo>
                  <a:pt x="438150" y="0"/>
                </a:lnTo>
                <a:lnTo>
                  <a:pt x="247650" y="0"/>
                </a:lnTo>
                <a:lnTo>
                  <a:pt x="146050" y="19050"/>
                </a:lnTo>
                <a:lnTo>
                  <a:pt x="82550" y="69850"/>
                </a:lnTo>
                <a:lnTo>
                  <a:pt x="38100" y="165100"/>
                </a:lnTo>
                <a:lnTo>
                  <a:pt x="0" y="355600"/>
                </a:lnTo>
                <a:lnTo>
                  <a:pt x="590550" y="355600"/>
                </a:lnTo>
                <a:close/>
              </a:path>
            </a:pathLst>
          </a:custGeom>
          <a:solidFill>
            <a:srgbClr val="E8F4FB">
              <a:alpha val="2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60" name="Kształt 240"/>
          <p:cNvSpPr/>
          <p:nvPr/>
        </p:nvSpPr>
        <p:spPr>
          <a:xfrm>
            <a:off x="9715500" y="4413250"/>
            <a:ext cx="114300" cy="292100"/>
          </a:xfrm>
          <a:custGeom>
            <a:avLst/>
            <a:gdLst/>
            <a:ahLst/>
            <a:cxnLst/>
            <a:rect l="0" t="0" r="r" b="b"/>
            <a:pathLst>
              <a:path w="114300" h="292100">
                <a:moveTo>
                  <a:pt x="63500" y="25400"/>
                </a:moveTo>
                <a:lnTo>
                  <a:pt x="114300" y="0"/>
                </a:lnTo>
                <a:lnTo>
                  <a:pt x="38100" y="279400"/>
                </a:lnTo>
                <a:lnTo>
                  <a:pt x="0" y="292100"/>
                </a:lnTo>
                <a:close/>
              </a:path>
            </a:pathLst>
          </a:custGeom>
          <a:solidFill>
            <a:srgbClr val="FFFFFF">
              <a:alpha val="4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61" name="Kształt 241"/>
          <p:cNvSpPr/>
          <p:nvPr/>
        </p:nvSpPr>
        <p:spPr>
          <a:xfrm>
            <a:off x="9080500" y="4972050"/>
            <a:ext cx="393700" cy="393700"/>
          </a:xfrm>
          <a:custGeom>
            <a:avLst/>
            <a:gdLst/>
            <a:ahLst/>
            <a:cxnLst/>
            <a:rect l="0" t="0" r="r" b="b"/>
            <a:pathLst>
              <a:path w="393700" h="393700">
                <a:moveTo>
                  <a:pt x="393700" y="196850"/>
                </a:moveTo>
                <a:lnTo>
                  <a:pt x="378460" y="272415"/>
                </a:lnTo>
                <a:lnTo>
                  <a:pt x="335915" y="335915"/>
                </a:lnTo>
                <a:lnTo>
                  <a:pt x="272415" y="378460"/>
                </a:lnTo>
                <a:lnTo>
                  <a:pt x="196850" y="393700"/>
                </a:lnTo>
                <a:lnTo>
                  <a:pt x="121285" y="378460"/>
                </a:lnTo>
                <a:lnTo>
                  <a:pt x="57785" y="335915"/>
                </a:lnTo>
                <a:lnTo>
                  <a:pt x="15240" y="272415"/>
                </a:lnTo>
                <a:lnTo>
                  <a:pt x="0" y="196850"/>
                </a:lnTo>
                <a:lnTo>
                  <a:pt x="15240" y="121285"/>
                </a:lnTo>
                <a:lnTo>
                  <a:pt x="57785" y="57785"/>
                </a:lnTo>
                <a:lnTo>
                  <a:pt x="121285" y="15240"/>
                </a:lnTo>
                <a:lnTo>
                  <a:pt x="196850" y="0"/>
                </a:lnTo>
                <a:lnTo>
                  <a:pt x="272415" y="15240"/>
                </a:lnTo>
                <a:lnTo>
                  <a:pt x="335915" y="57785"/>
                </a:lnTo>
                <a:lnTo>
                  <a:pt x="378460" y="121285"/>
                </a:lnTo>
                <a:close/>
              </a:path>
            </a:pathLst>
          </a:cu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62" name="Kształt 242"/>
          <p:cNvSpPr/>
          <p:nvPr/>
        </p:nvSpPr>
        <p:spPr>
          <a:xfrm>
            <a:off x="9131300" y="5022850"/>
            <a:ext cx="292100" cy="292100"/>
          </a:xfrm>
          <a:custGeom>
            <a:avLst/>
            <a:gdLst/>
            <a:ahLst/>
            <a:cxnLst/>
            <a:rect l="0" t="0" r="r" b="b"/>
            <a:pathLst>
              <a:path w="292100" h="292100">
                <a:moveTo>
                  <a:pt x="292100" y="146050"/>
                </a:moveTo>
                <a:lnTo>
                  <a:pt x="272415" y="219075"/>
                </a:lnTo>
                <a:lnTo>
                  <a:pt x="219075" y="272415"/>
                </a:lnTo>
                <a:lnTo>
                  <a:pt x="146050" y="292100"/>
                </a:lnTo>
                <a:lnTo>
                  <a:pt x="73025" y="272415"/>
                </a:lnTo>
                <a:lnTo>
                  <a:pt x="19685" y="219075"/>
                </a:lnTo>
                <a:lnTo>
                  <a:pt x="0" y="146050"/>
                </a:lnTo>
                <a:lnTo>
                  <a:pt x="19685" y="73025"/>
                </a:lnTo>
                <a:lnTo>
                  <a:pt x="73025" y="19685"/>
                </a:lnTo>
                <a:lnTo>
                  <a:pt x="146050" y="0"/>
                </a:lnTo>
                <a:lnTo>
                  <a:pt x="219075" y="19685"/>
                </a:lnTo>
                <a:lnTo>
                  <a:pt x="272415" y="73025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63" name="Kształt 243"/>
          <p:cNvSpPr/>
          <p:nvPr/>
        </p:nvSpPr>
        <p:spPr>
          <a:xfrm>
            <a:off x="9277350" y="5168900"/>
            <a:ext cx="120650" cy="71120"/>
          </a:xfrm>
          <a:custGeom>
            <a:avLst/>
            <a:gdLst/>
            <a:ahLst/>
            <a:cxnLst/>
            <a:rect l="0" t="0" r="r" b="b"/>
            <a:pathLst>
              <a:path w="120650" h="71120">
                <a:moveTo>
                  <a:pt x="0" y="0"/>
                </a:moveTo>
                <a:lnTo>
                  <a:pt x="120650" y="0"/>
                </a:lnTo>
                <a:lnTo>
                  <a:pt x="97790" y="71120"/>
                </a:lnTo>
                <a:close/>
              </a:path>
            </a:pathLst>
          </a:custGeom>
          <a:solidFill>
            <a:srgbClr val="E6E9ED"/>
          </a:solidFill>
          <a:ln w="5080">
            <a:solidFill>
              <a:srgbClr val="E6E9ED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64" name="Kształt 244"/>
          <p:cNvSpPr/>
          <p:nvPr/>
        </p:nvSpPr>
        <p:spPr>
          <a:xfrm>
            <a:off x="9277350" y="5168900"/>
            <a:ext cx="97790" cy="114935"/>
          </a:xfrm>
          <a:custGeom>
            <a:avLst/>
            <a:gdLst/>
            <a:ahLst/>
            <a:cxnLst/>
            <a:rect l="0" t="0" r="r" b="b"/>
            <a:pathLst>
              <a:path w="97790" h="114935">
                <a:moveTo>
                  <a:pt x="0" y="0"/>
                </a:moveTo>
                <a:lnTo>
                  <a:pt x="97790" y="71120"/>
                </a:lnTo>
                <a:lnTo>
                  <a:pt x="37465" y="114935"/>
                </a:lnTo>
                <a:close/>
              </a:path>
            </a:pathLst>
          </a:custGeom>
          <a:solidFill>
            <a:srgbClr val="9AA1AB"/>
          </a:solidFill>
          <a:ln w="5080">
            <a:solidFill>
              <a:srgbClr val="9AA1AB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65" name="Kształt 245"/>
          <p:cNvSpPr/>
          <p:nvPr/>
        </p:nvSpPr>
        <p:spPr>
          <a:xfrm>
            <a:off x="9239885" y="5168900"/>
            <a:ext cx="74930" cy="114935"/>
          </a:xfrm>
          <a:custGeom>
            <a:avLst/>
            <a:gdLst/>
            <a:ahLst/>
            <a:cxnLst/>
            <a:rect l="0" t="0" r="r" b="b"/>
            <a:pathLst>
              <a:path w="74930" h="114935">
                <a:moveTo>
                  <a:pt x="37465" y="0"/>
                </a:moveTo>
                <a:lnTo>
                  <a:pt x="74930" y="114935"/>
                </a:lnTo>
                <a:lnTo>
                  <a:pt x="0" y="114935"/>
                </a:lnTo>
                <a:close/>
              </a:path>
            </a:pathLst>
          </a:custGeom>
          <a:solidFill>
            <a:srgbClr val="E6E9ED"/>
          </a:solidFill>
          <a:ln w="5080">
            <a:solidFill>
              <a:srgbClr val="E6E9ED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66" name="Kształt 246"/>
          <p:cNvSpPr/>
          <p:nvPr/>
        </p:nvSpPr>
        <p:spPr>
          <a:xfrm>
            <a:off x="9179560" y="5168900"/>
            <a:ext cx="97790" cy="114935"/>
          </a:xfrm>
          <a:custGeom>
            <a:avLst/>
            <a:gdLst/>
            <a:ahLst/>
            <a:cxnLst/>
            <a:rect l="0" t="0" r="r" b="b"/>
            <a:pathLst>
              <a:path w="97790" h="114935">
                <a:moveTo>
                  <a:pt x="97790" y="0"/>
                </a:moveTo>
                <a:lnTo>
                  <a:pt x="60325" y="114935"/>
                </a:lnTo>
                <a:lnTo>
                  <a:pt x="0" y="71120"/>
                </a:lnTo>
                <a:close/>
              </a:path>
            </a:pathLst>
          </a:custGeom>
          <a:solidFill>
            <a:srgbClr val="9AA1AB"/>
          </a:solidFill>
          <a:ln w="5080">
            <a:solidFill>
              <a:srgbClr val="9AA1AB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67" name="Kształt 247"/>
          <p:cNvSpPr/>
          <p:nvPr/>
        </p:nvSpPr>
        <p:spPr>
          <a:xfrm>
            <a:off x="9156700" y="5168900"/>
            <a:ext cx="120650" cy="71120"/>
          </a:xfrm>
          <a:custGeom>
            <a:avLst/>
            <a:gdLst/>
            <a:ahLst/>
            <a:cxnLst/>
            <a:rect l="0" t="0" r="r" b="b"/>
            <a:pathLst>
              <a:path w="120650" h="71120">
                <a:moveTo>
                  <a:pt x="120650" y="0"/>
                </a:moveTo>
                <a:lnTo>
                  <a:pt x="22860" y="71120"/>
                </a:lnTo>
                <a:lnTo>
                  <a:pt x="0" y="0"/>
                </a:lnTo>
                <a:close/>
              </a:path>
            </a:pathLst>
          </a:custGeom>
          <a:solidFill>
            <a:srgbClr val="E6E9ED"/>
          </a:solidFill>
          <a:ln w="5080">
            <a:solidFill>
              <a:srgbClr val="E6E9ED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68" name="Kształt 248"/>
          <p:cNvSpPr/>
          <p:nvPr/>
        </p:nvSpPr>
        <p:spPr>
          <a:xfrm>
            <a:off x="9156700" y="5097780"/>
            <a:ext cx="120650" cy="71120"/>
          </a:xfrm>
          <a:custGeom>
            <a:avLst/>
            <a:gdLst/>
            <a:ahLst/>
            <a:cxnLst/>
            <a:rect l="0" t="0" r="r" b="b"/>
            <a:pathLst>
              <a:path w="120650" h="71120">
                <a:moveTo>
                  <a:pt x="120650" y="71120"/>
                </a:moveTo>
                <a:lnTo>
                  <a:pt x="0" y="71120"/>
                </a:lnTo>
                <a:lnTo>
                  <a:pt x="22860" y="0"/>
                </a:lnTo>
                <a:close/>
              </a:path>
            </a:pathLst>
          </a:custGeom>
          <a:solidFill>
            <a:srgbClr val="9AA1AB"/>
          </a:solidFill>
          <a:ln w="5080">
            <a:solidFill>
              <a:srgbClr val="9AA1AB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69" name="Kształt 249"/>
          <p:cNvSpPr/>
          <p:nvPr/>
        </p:nvSpPr>
        <p:spPr>
          <a:xfrm>
            <a:off x="9179560" y="5053965"/>
            <a:ext cx="97790" cy="114935"/>
          </a:xfrm>
          <a:custGeom>
            <a:avLst/>
            <a:gdLst/>
            <a:ahLst/>
            <a:cxnLst/>
            <a:rect l="0" t="0" r="r" b="b"/>
            <a:pathLst>
              <a:path w="97790" h="114935">
                <a:moveTo>
                  <a:pt x="97790" y="114935"/>
                </a:moveTo>
                <a:lnTo>
                  <a:pt x="0" y="43815"/>
                </a:lnTo>
                <a:lnTo>
                  <a:pt x="60325" y="0"/>
                </a:lnTo>
                <a:close/>
              </a:path>
            </a:pathLst>
          </a:custGeom>
          <a:solidFill>
            <a:srgbClr val="E6E9ED"/>
          </a:solidFill>
          <a:ln w="5080">
            <a:solidFill>
              <a:srgbClr val="E6E9ED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70" name="Kształt 250"/>
          <p:cNvSpPr/>
          <p:nvPr/>
        </p:nvSpPr>
        <p:spPr>
          <a:xfrm>
            <a:off x="9239885" y="5053965"/>
            <a:ext cx="74930" cy="114935"/>
          </a:xfrm>
          <a:custGeom>
            <a:avLst/>
            <a:gdLst/>
            <a:ahLst/>
            <a:cxnLst/>
            <a:rect l="0" t="0" r="r" b="b"/>
            <a:pathLst>
              <a:path w="74930" h="114935">
                <a:moveTo>
                  <a:pt x="37465" y="114935"/>
                </a:moveTo>
                <a:lnTo>
                  <a:pt x="0" y="0"/>
                </a:lnTo>
                <a:lnTo>
                  <a:pt x="74930" y="0"/>
                </a:lnTo>
                <a:close/>
              </a:path>
            </a:pathLst>
          </a:custGeom>
          <a:solidFill>
            <a:srgbClr val="9AA1AB"/>
          </a:solidFill>
          <a:ln w="5080">
            <a:solidFill>
              <a:srgbClr val="9AA1AB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71" name="Kształt 251"/>
          <p:cNvSpPr/>
          <p:nvPr/>
        </p:nvSpPr>
        <p:spPr>
          <a:xfrm>
            <a:off x="9277350" y="5053965"/>
            <a:ext cx="97790" cy="114935"/>
          </a:xfrm>
          <a:custGeom>
            <a:avLst/>
            <a:gdLst/>
            <a:ahLst/>
            <a:cxnLst/>
            <a:rect l="0" t="0" r="r" b="b"/>
            <a:pathLst>
              <a:path w="97790" h="114935">
                <a:moveTo>
                  <a:pt x="0" y="114935"/>
                </a:moveTo>
                <a:lnTo>
                  <a:pt x="37465" y="0"/>
                </a:lnTo>
                <a:lnTo>
                  <a:pt x="97790" y="43815"/>
                </a:lnTo>
                <a:close/>
              </a:path>
            </a:pathLst>
          </a:custGeom>
          <a:solidFill>
            <a:srgbClr val="E6E9ED"/>
          </a:solidFill>
          <a:ln w="5080">
            <a:solidFill>
              <a:srgbClr val="E6E9ED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72" name="Kształt 252"/>
          <p:cNvSpPr/>
          <p:nvPr/>
        </p:nvSpPr>
        <p:spPr>
          <a:xfrm>
            <a:off x="9277350" y="5097780"/>
            <a:ext cx="120650" cy="71120"/>
          </a:xfrm>
          <a:custGeom>
            <a:avLst/>
            <a:gdLst/>
            <a:ahLst/>
            <a:cxnLst/>
            <a:rect l="0" t="0" r="r" b="b"/>
            <a:pathLst>
              <a:path w="120650" h="71120">
                <a:moveTo>
                  <a:pt x="0" y="71120"/>
                </a:moveTo>
                <a:lnTo>
                  <a:pt x="97790" y="0"/>
                </a:lnTo>
                <a:lnTo>
                  <a:pt x="120650" y="71120"/>
                </a:lnTo>
                <a:close/>
              </a:path>
            </a:pathLst>
          </a:custGeom>
          <a:solidFill>
            <a:srgbClr val="9AA1AB"/>
          </a:solidFill>
          <a:ln w="5080">
            <a:solidFill>
              <a:srgbClr val="9AA1AB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73" name="Kształt 253"/>
          <p:cNvSpPr/>
          <p:nvPr/>
        </p:nvSpPr>
        <p:spPr>
          <a:xfrm>
            <a:off x="9239250" y="5130800"/>
            <a:ext cx="76200" cy="76200"/>
          </a:xfrm>
          <a:custGeom>
            <a:avLst/>
            <a:gdLst/>
            <a:ahLst/>
            <a:cxnLst/>
            <a:rect l="0" t="0" r="r" b="b"/>
            <a:pathLst>
              <a:path w="76200" h="76200">
                <a:moveTo>
                  <a:pt x="76200" y="38100"/>
                </a:moveTo>
                <a:lnTo>
                  <a:pt x="64770" y="64770"/>
                </a:lnTo>
                <a:lnTo>
                  <a:pt x="38100" y="76200"/>
                </a:lnTo>
                <a:lnTo>
                  <a:pt x="11430" y="64770"/>
                </a:lnTo>
                <a:lnTo>
                  <a:pt x="0" y="38100"/>
                </a:lnTo>
                <a:lnTo>
                  <a:pt x="11430" y="11430"/>
                </a:lnTo>
                <a:lnTo>
                  <a:pt x="38100" y="0"/>
                </a:lnTo>
                <a:lnTo>
                  <a:pt x="64770" y="11430"/>
                </a:lnTo>
                <a:close/>
              </a:path>
            </a:pathLst>
          </a:custGeom>
          <a:solidFill>
            <a:srgbClr val="C9CCD2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74" name="Kształt 254"/>
          <p:cNvSpPr/>
          <p:nvPr/>
        </p:nvSpPr>
        <p:spPr>
          <a:xfrm>
            <a:off x="9261475" y="5153025"/>
            <a:ext cx="31750" cy="31750"/>
          </a:xfrm>
          <a:custGeom>
            <a:avLst/>
            <a:gdLst/>
            <a:ahLst/>
            <a:cxnLst/>
            <a:rect l="0" t="0" r="r" b="b"/>
            <a:pathLst>
              <a:path w="31750" h="31750">
                <a:moveTo>
                  <a:pt x="31750" y="15875"/>
                </a:moveTo>
                <a:lnTo>
                  <a:pt x="31750" y="18415"/>
                </a:lnTo>
                <a:lnTo>
                  <a:pt x="30480" y="21590"/>
                </a:lnTo>
                <a:lnTo>
                  <a:pt x="29845" y="24130"/>
                </a:lnTo>
                <a:lnTo>
                  <a:pt x="27940" y="26035"/>
                </a:lnTo>
                <a:lnTo>
                  <a:pt x="26035" y="27940"/>
                </a:lnTo>
                <a:lnTo>
                  <a:pt x="24130" y="29845"/>
                </a:lnTo>
                <a:lnTo>
                  <a:pt x="21590" y="30480"/>
                </a:lnTo>
                <a:lnTo>
                  <a:pt x="18415" y="31750"/>
                </a:lnTo>
                <a:lnTo>
                  <a:pt x="15875" y="31750"/>
                </a:lnTo>
                <a:lnTo>
                  <a:pt x="13335" y="31750"/>
                </a:lnTo>
                <a:lnTo>
                  <a:pt x="10160" y="30480"/>
                </a:lnTo>
                <a:lnTo>
                  <a:pt x="8255" y="29845"/>
                </a:lnTo>
                <a:lnTo>
                  <a:pt x="5715" y="27940"/>
                </a:lnTo>
                <a:lnTo>
                  <a:pt x="3810" y="26035"/>
                </a:lnTo>
                <a:lnTo>
                  <a:pt x="1905" y="24130"/>
                </a:lnTo>
                <a:lnTo>
                  <a:pt x="1270" y="21590"/>
                </a:lnTo>
                <a:lnTo>
                  <a:pt x="0" y="18415"/>
                </a:lnTo>
                <a:lnTo>
                  <a:pt x="0" y="15875"/>
                </a:lnTo>
                <a:lnTo>
                  <a:pt x="0" y="13335"/>
                </a:lnTo>
                <a:lnTo>
                  <a:pt x="1270" y="10160"/>
                </a:lnTo>
                <a:lnTo>
                  <a:pt x="1905" y="8255"/>
                </a:lnTo>
                <a:lnTo>
                  <a:pt x="3810" y="5715"/>
                </a:lnTo>
                <a:lnTo>
                  <a:pt x="5715" y="3810"/>
                </a:lnTo>
                <a:lnTo>
                  <a:pt x="8255" y="1905"/>
                </a:lnTo>
                <a:lnTo>
                  <a:pt x="10160" y="1270"/>
                </a:lnTo>
                <a:lnTo>
                  <a:pt x="13335" y="0"/>
                </a:lnTo>
                <a:lnTo>
                  <a:pt x="15875" y="0"/>
                </a:lnTo>
                <a:lnTo>
                  <a:pt x="18415" y="0"/>
                </a:lnTo>
                <a:lnTo>
                  <a:pt x="21590" y="1270"/>
                </a:lnTo>
                <a:lnTo>
                  <a:pt x="24130" y="1905"/>
                </a:lnTo>
                <a:lnTo>
                  <a:pt x="26035" y="3810"/>
                </a:lnTo>
                <a:lnTo>
                  <a:pt x="27940" y="5715"/>
                </a:lnTo>
                <a:lnTo>
                  <a:pt x="29845" y="8255"/>
                </a:lnTo>
                <a:lnTo>
                  <a:pt x="30480" y="10160"/>
                </a:lnTo>
                <a:lnTo>
                  <a:pt x="31750" y="13335"/>
                </a:lnTo>
                <a:close/>
              </a:path>
            </a:pathLst>
          </a:custGeom>
          <a:solidFill>
            <a:srgbClr val="7A7A7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75" name="Kształt 255"/>
          <p:cNvSpPr/>
          <p:nvPr/>
        </p:nvSpPr>
        <p:spPr>
          <a:xfrm>
            <a:off x="10401300" y="4972050"/>
            <a:ext cx="393700" cy="393700"/>
          </a:xfrm>
          <a:custGeom>
            <a:avLst/>
            <a:gdLst/>
            <a:ahLst/>
            <a:cxnLst/>
            <a:rect l="0" t="0" r="r" b="b"/>
            <a:pathLst>
              <a:path w="393700" h="393700">
                <a:moveTo>
                  <a:pt x="393700" y="196850"/>
                </a:moveTo>
                <a:lnTo>
                  <a:pt x="378460" y="272415"/>
                </a:lnTo>
                <a:lnTo>
                  <a:pt x="335915" y="335915"/>
                </a:lnTo>
                <a:lnTo>
                  <a:pt x="272415" y="378460"/>
                </a:lnTo>
                <a:lnTo>
                  <a:pt x="196850" y="393700"/>
                </a:lnTo>
                <a:lnTo>
                  <a:pt x="121285" y="378460"/>
                </a:lnTo>
                <a:lnTo>
                  <a:pt x="57785" y="335915"/>
                </a:lnTo>
                <a:lnTo>
                  <a:pt x="15240" y="272415"/>
                </a:lnTo>
                <a:lnTo>
                  <a:pt x="0" y="196850"/>
                </a:lnTo>
                <a:lnTo>
                  <a:pt x="15240" y="121285"/>
                </a:lnTo>
                <a:lnTo>
                  <a:pt x="57785" y="57785"/>
                </a:lnTo>
                <a:lnTo>
                  <a:pt x="121285" y="15240"/>
                </a:lnTo>
                <a:lnTo>
                  <a:pt x="196850" y="0"/>
                </a:lnTo>
                <a:lnTo>
                  <a:pt x="272415" y="15240"/>
                </a:lnTo>
                <a:lnTo>
                  <a:pt x="335915" y="57785"/>
                </a:lnTo>
                <a:lnTo>
                  <a:pt x="378460" y="121285"/>
                </a:lnTo>
                <a:close/>
              </a:path>
            </a:pathLst>
          </a:cu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76" name="Kształt 256"/>
          <p:cNvSpPr/>
          <p:nvPr/>
        </p:nvSpPr>
        <p:spPr>
          <a:xfrm>
            <a:off x="10452100" y="5022850"/>
            <a:ext cx="292100" cy="292100"/>
          </a:xfrm>
          <a:custGeom>
            <a:avLst/>
            <a:gdLst/>
            <a:ahLst/>
            <a:cxnLst/>
            <a:rect l="0" t="0" r="r" b="b"/>
            <a:pathLst>
              <a:path w="292100" h="292100">
                <a:moveTo>
                  <a:pt x="292100" y="146050"/>
                </a:moveTo>
                <a:lnTo>
                  <a:pt x="272415" y="219075"/>
                </a:lnTo>
                <a:lnTo>
                  <a:pt x="219075" y="272415"/>
                </a:lnTo>
                <a:lnTo>
                  <a:pt x="146050" y="292100"/>
                </a:lnTo>
                <a:lnTo>
                  <a:pt x="73025" y="272415"/>
                </a:lnTo>
                <a:lnTo>
                  <a:pt x="19685" y="219075"/>
                </a:lnTo>
                <a:lnTo>
                  <a:pt x="0" y="146050"/>
                </a:lnTo>
                <a:lnTo>
                  <a:pt x="19685" y="73025"/>
                </a:lnTo>
                <a:lnTo>
                  <a:pt x="73025" y="19685"/>
                </a:lnTo>
                <a:lnTo>
                  <a:pt x="146050" y="0"/>
                </a:lnTo>
                <a:lnTo>
                  <a:pt x="219075" y="19685"/>
                </a:lnTo>
                <a:lnTo>
                  <a:pt x="272415" y="73025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77" name="Kształt 257"/>
          <p:cNvSpPr/>
          <p:nvPr/>
        </p:nvSpPr>
        <p:spPr>
          <a:xfrm>
            <a:off x="10598150" y="5168900"/>
            <a:ext cx="120650" cy="71120"/>
          </a:xfrm>
          <a:custGeom>
            <a:avLst/>
            <a:gdLst/>
            <a:ahLst/>
            <a:cxnLst/>
            <a:rect l="0" t="0" r="r" b="b"/>
            <a:pathLst>
              <a:path w="120650" h="71120">
                <a:moveTo>
                  <a:pt x="0" y="0"/>
                </a:moveTo>
                <a:lnTo>
                  <a:pt x="120650" y="0"/>
                </a:lnTo>
                <a:lnTo>
                  <a:pt x="97790" y="71120"/>
                </a:lnTo>
                <a:close/>
              </a:path>
            </a:pathLst>
          </a:custGeom>
          <a:solidFill>
            <a:srgbClr val="E6E9ED"/>
          </a:solidFill>
          <a:ln w="5080">
            <a:solidFill>
              <a:srgbClr val="E6E9ED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78" name="Kształt 258"/>
          <p:cNvSpPr/>
          <p:nvPr/>
        </p:nvSpPr>
        <p:spPr>
          <a:xfrm>
            <a:off x="10598150" y="5168900"/>
            <a:ext cx="97790" cy="114935"/>
          </a:xfrm>
          <a:custGeom>
            <a:avLst/>
            <a:gdLst/>
            <a:ahLst/>
            <a:cxnLst/>
            <a:rect l="0" t="0" r="r" b="b"/>
            <a:pathLst>
              <a:path w="97790" h="114935">
                <a:moveTo>
                  <a:pt x="0" y="0"/>
                </a:moveTo>
                <a:lnTo>
                  <a:pt x="97790" y="71120"/>
                </a:lnTo>
                <a:lnTo>
                  <a:pt x="37465" y="114935"/>
                </a:lnTo>
                <a:close/>
              </a:path>
            </a:pathLst>
          </a:custGeom>
          <a:solidFill>
            <a:srgbClr val="9AA1AB"/>
          </a:solidFill>
          <a:ln w="5080">
            <a:solidFill>
              <a:srgbClr val="9AA1AB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79" name="Kształt 259"/>
          <p:cNvSpPr/>
          <p:nvPr/>
        </p:nvSpPr>
        <p:spPr>
          <a:xfrm>
            <a:off x="10560685" y="5168900"/>
            <a:ext cx="74930" cy="114935"/>
          </a:xfrm>
          <a:custGeom>
            <a:avLst/>
            <a:gdLst/>
            <a:ahLst/>
            <a:cxnLst/>
            <a:rect l="0" t="0" r="r" b="b"/>
            <a:pathLst>
              <a:path w="74930" h="114935">
                <a:moveTo>
                  <a:pt x="37465" y="0"/>
                </a:moveTo>
                <a:lnTo>
                  <a:pt x="74930" y="114935"/>
                </a:lnTo>
                <a:lnTo>
                  <a:pt x="0" y="114935"/>
                </a:lnTo>
                <a:close/>
              </a:path>
            </a:pathLst>
          </a:custGeom>
          <a:solidFill>
            <a:srgbClr val="E6E9ED"/>
          </a:solidFill>
          <a:ln w="5080">
            <a:solidFill>
              <a:srgbClr val="E6E9ED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80" name="Kształt 260"/>
          <p:cNvSpPr/>
          <p:nvPr/>
        </p:nvSpPr>
        <p:spPr>
          <a:xfrm>
            <a:off x="10500360" y="5168900"/>
            <a:ext cx="97790" cy="114935"/>
          </a:xfrm>
          <a:custGeom>
            <a:avLst/>
            <a:gdLst/>
            <a:ahLst/>
            <a:cxnLst/>
            <a:rect l="0" t="0" r="r" b="b"/>
            <a:pathLst>
              <a:path w="97790" h="114935">
                <a:moveTo>
                  <a:pt x="97790" y="0"/>
                </a:moveTo>
                <a:lnTo>
                  <a:pt x="60325" y="114935"/>
                </a:lnTo>
                <a:lnTo>
                  <a:pt x="0" y="71120"/>
                </a:lnTo>
                <a:close/>
              </a:path>
            </a:pathLst>
          </a:custGeom>
          <a:solidFill>
            <a:srgbClr val="9AA1AB"/>
          </a:solidFill>
          <a:ln w="5080">
            <a:solidFill>
              <a:srgbClr val="9AA1AB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81" name="Kształt 261"/>
          <p:cNvSpPr/>
          <p:nvPr/>
        </p:nvSpPr>
        <p:spPr>
          <a:xfrm>
            <a:off x="10477500" y="5168900"/>
            <a:ext cx="120650" cy="71120"/>
          </a:xfrm>
          <a:custGeom>
            <a:avLst/>
            <a:gdLst/>
            <a:ahLst/>
            <a:cxnLst/>
            <a:rect l="0" t="0" r="r" b="b"/>
            <a:pathLst>
              <a:path w="120650" h="71120">
                <a:moveTo>
                  <a:pt x="120650" y="0"/>
                </a:moveTo>
                <a:lnTo>
                  <a:pt x="22860" y="71120"/>
                </a:lnTo>
                <a:lnTo>
                  <a:pt x="0" y="0"/>
                </a:lnTo>
                <a:close/>
              </a:path>
            </a:pathLst>
          </a:custGeom>
          <a:solidFill>
            <a:srgbClr val="E6E9ED"/>
          </a:solidFill>
          <a:ln w="5080">
            <a:solidFill>
              <a:srgbClr val="E6E9ED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82" name="Kształt 262"/>
          <p:cNvSpPr/>
          <p:nvPr/>
        </p:nvSpPr>
        <p:spPr>
          <a:xfrm>
            <a:off x="10477500" y="5097780"/>
            <a:ext cx="120650" cy="71120"/>
          </a:xfrm>
          <a:custGeom>
            <a:avLst/>
            <a:gdLst/>
            <a:ahLst/>
            <a:cxnLst/>
            <a:rect l="0" t="0" r="r" b="b"/>
            <a:pathLst>
              <a:path w="120650" h="71120">
                <a:moveTo>
                  <a:pt x="120650" y="71120"/>
                </a:moveTo>
                <a:lnTo>
                  <a:pt x="0" y="71120"/>
                </a:lnTo>
                <a:lnTo>
                  <a:pt x="22860" y="0"/>
                </a:lnTo>
                <a:close/>
              </a:path>
            </a:pathLst>
          </a:custGeom>
          <a:solidFill>
            <a:srgbClr val="9AA1AB"/>
          </a:solidFill>
          <a:ln w="5080">
            <a:solidFill>
              <a:srgbClr val="9AA1AB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83" name="Kształt 263"/>
          <p:cNvSpPr/>
          <p:nvPr/>
        </p:nvSpPr>
        <p:spPr>
          <a:xfrm>
            <a:off x="10500360" y="5053965"/>
            <a:ext cx="97790" cy="114935"/>
          </a:xfrm>
          <a:custGeom>
            <a:avLst/>
            <a:gdLst/>
            <a:ahLst/>
            <a:cxnLst/>
            <a:rect l="0" t="0" r="r" b="b"/>
            <a:pathLst>
              <a:path w="97790" h="114935">
                <a:moveTo>
                  <a:pt x="97790" y="114935"/>
                </a:moveTo>
                <a:lnTo>
                  <a:pt x="0" y="43815"/>
                </a:lnTo>
                <a:lnTo>
                  <a:pt x="60325" y="0"/>
                </a:lnTo>
                <a:close/>
              </a:path>
            </a:pathLst>
          </a:custGeom>
          <a:solidFill>
            <a:srgbClr val="E6E9ED"/>
          </a:solidFill>
          <a:ln w="5080">
            <a:solidFill>
              <a:srgbClr val="E6E9ED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84" name="Kształt 264"/>
          <p:cNvSpPr/>
          <p:nvPr/>
        </p:nvSpPr>
        <p:spPr>
          <a:xfrm>
            <a:off x="10560685" y="5053965"/>
            <a:ext cx="74930" cy="114935"/>
          </a:xfrm>
          <a:custGeom>
            <a:avLst/>
            <a:gdLst/>
            <a:ahLst/>
            <a:cxnLst/>
            <a:rect l="0" t="0" r="r" b="b"/>
            <a:pathLst>
              <a:path w="74930" h="114935">
                <a:moveTo>
                  <a:pt x="37465" y="114935"/>
                </a:moveTo>
                <a:lnTo>
                  <a:pt x="0" y="0"/>
                </a:lnTo>
                <a:lnTo>
                  <a:pt x="74930" y="0"/>
                </a:lnTo>
                <a:close/>
              </a:path>
            </a:pathLst>
          </a:custGeom>
          <a:solidFill>
            <a:srgbClr val="9AA1AB"/>
          </a:solidFill>
          <a:ln w="5080">
            <a:solidFill>
              <a:srgbClr val="9AA1AB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85" name="Kształt 265"/>
          <p:cNvSpPr/>
          <p:nvPr/>
        </p:nvSpPr>
        <p:spPr>
          <a:xfrm>
            <a:off x="10598150" y="5053965"/>
            <a:ext cx="97790" cy="114935"/>
          </a:xfrm>
          <a:custGeom>
            <a:avLst/>
            <a:gdLst/>
            <a:ahLst/>
            <a:cxnLst/>
            <a:rect l="0" t="0" r="r" b="b"/>
            <a:pathLst>
              <a:path w="97790" h="114935">
                <a:moveTo>
                  <a:pt x="0" y="114935"/>
                </a:moveTo>
                <a:lnTo>
                  <a:pt x="37465" y="0"/>
                </a:lnTo>
                <a:lnTo>
                  <a:pt x="97790" y="43815"/>
                </a:lnTo>
                <a:close/>
              </a:path>
            </a:pathLst>
          </a:custGeom>
          <a:solidFill>
            <a:srgbClr val="E6E9ED"/>
          </a:solidFill>
          <a:ln w="5080">
            <a:solidFill>
              <a:srgbClr val="E6E9ED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86" name="Kształt 266"/>
          <p:cNvSpPr/>
          <p:nvPr/>
        </p:nvSpPr>
        <p:spPr>
          <a:xfrm>
            <a:off x="10598150" y="5097780"/>
            <a:ext cx="120650" cy="71120"/>
          </a:xfrm>
          <a:custGeom>
            <a:avLst/>
            <a:gdLst/>
            <a:ahLst/>
            <a:cxnLst/>
            <a:rect l="0" t="0" r="r" b="b"/>
            <a:pathLst>
              <a:path w="120650" h="71120">
                <a:moveTo>
                  <a:pt x="0" y="71120"/>
                </a:moveTo>
                <a:lnTo>
                  <a:pt x="97790" y="0"/>
                </a:lnTo>
                <a:lnTo>
                  <a:pt x="120650" y="71120"/>
                </a:lnTo>
                <a:close/>
              </a:path>
            </a:pathLst>
          </a:custGeom>
          <a:solidFill>
            <a:srgbClr val="9AA1AB"/>
          </a:solidFill>
          <a:ln w="5080">
            <a:solidFill>
              <a:srgbClr val="9AA1AB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87" name="Kształt 267"/>
          <p:cNvSpPr/>
          <p:nvPr/>
        </p:nvSpPr>
        <p:spPr>
          <a:xfrm>
            <a:off x="10560050" y="5130800"/>
            <a:ext cx="76200" cy="76200"/>
          </a:xfrm>
          <a:custGeom>
            <a:avLst/>
            <a:gdLst/>
            <a:ahLst/>
            <a:cxnLst/>
            <a:rect l="0" t="0" r="r" b="b"/>
            <a:pathLst>
              <a:path w="76200" h="76200">
                <a:moveTo>
                  <a:pt x="76200" y="38100"/>
                </a:moveTo>
                <a:lnTo>
                  <a:pt x="64770" y="64770"/>
                </a:lnTo>
                <a:lnTo>
                  <a:pt x="38100" y="76200"/>
                </a:lnTo>
                <a:lnTo>
                  <a:pt x="11430" y="64770"/>
                </a:lnTo>
                <a:lnTo>
                  <a:pt x="0" y="38100"/>
                </a:lnTo>
                <a:lnTo>
                  <a:pt x="11430" y="11430"/>
                </a:lnTo>
                <a:lnTo>
                  <a:pt x="38100" y="0"/>
                </a:lnTo>
                <a:lnTo>
                  <a:pt x="64770" y="11430"/>
                </a:lnTo>
                <a:close/>
              </a:path>
            </a:pathLst>
          </a:custGeom>
          <a:solidFill>
            <a:srgbClr val="C9CCD2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88" name="Kształt 268"/>
          <p:cNvSpPr/>
          <p:nvPr/>
        </p:nvSpPr>
        <p:spPr>
          <a:xfrm>
            <a:off x="10582275" y="5153025"/>
            <a:ext cx="31750" cy="31750"/>
          </a:xfrm>
          <a:custGeom>
            <a:avLst/>
            <a:gdLst/>
            <a:ahLst/>
            <a:cxnLst/>
            <a:rect l="0" t="0" r="r" b="b"/>
            <a:pathLst>
              <a:path w="31750" h="31750">
                <a:moveTo>
                  <a:pt x="31750" y="15875"/>
                </a:moveTo>
                <a:lnTo>
                  <a:pt x="31750" y="18415"/>
                </a:lnTo>
                <a:lnTo>
                  <a:pt x="30480" y="21590"/>
                </a:lnTo>
                <a:lnTo>
                  <a:pt x="29845" y="24130"/>
                </a:lnTo>
                <a:lnTo>
                  <a:pt x="27940" y="26035"/>
                </a:lnTo>
                <a:lnTo>
                  <a:pt x="26035" y="27940"/>
                </a:lnTo>
                <a:lnTo>
                  <a:pt x="24130" y="29845"/>
                </a:lnTo>
                <a:lnTo>
                  <a:pt x="21590" y="30480"/>
                </a:lnTo>
                <a:lnTo>
                  <a:pt x="18415" y="31750"/>
                </a:lnTo>
                <a:lnTo>
                  <a:pt x="15875" y="31750"/>
                </a:lnTo>
                <a:lnTo>
                  <a:pt x="13335" y="31750"/>
                </a:lnTo>
                <a:lnTo>
                  <a:pt x="10160" y="30480"/>
                </a:lnTo>
                <a:lnTo>
                  <a:pt x="8255" y="29845"/>
                </a:lnTo>
                <a:lnTo>
                  <a:pt x="5715" y="27940"/>
                </a:lnTo>
                <a:lnTo>
                  <a:pt x="3810" y="26035"/>
                </a:lnTo>
                <a:lnTo>
                  <a:pt x="1905" y="24130"/>
                </a:lnTo>
                <a:lnTo>
                  <a:pt x="1270" y="21590"/>
                </a:lnTo>
                <a:lnTo>
                  <a:pt x="0" y="18415"/>
                </a:lnTo>
                <a:lnTo>
                  <a:pt x="0" y="15875"/>
                </a:lnTo>
                <a:lnTo>
                  <a:pt x="0" y="13335"/>
                </a:lnTo>
                <a:lnTo>
                  <a:pt x="1270" y="10160"/>
                </a:lnTo>
                <a:lnTo>
                  <a:pt x="1905" y="8255"/>
                </a:lnTo>
                <a:lnTo>
                  <a:pt x="3810" y="5715"/>
                </a:lnTo>
                <a:lnTo>
                  <a:pt x="5715" y="3810"/>
                </a:lnTo>
                <a:lnTo>
                  <a:pt x="8255" y="1905"/>
                </a:lnTo>
                <a:lnTo>
                  <a:pt x="10160" y="1270"/>
                </a:lnTo>
                <a:lnTo>
                  <a:pt x="13335" y="0"/>
                </a:lnTo>
                <a:lnTo>
                  <a:pt x="15875" y="0"/>
                </a:lnTo>
                <a:lnTo>
                  <a:pt x="18415" y="0"/>
                </a:lnTo>
                <a:lnTo>
                  <a:pt x="21590" y="1270"/>
                </a:lnTo>
                <a:lnTo>
                  <a:pt x="24130" y="1905"/>
                </a:lnTo>
                <a:lnTo>
                  <a:pt x="26035" y="3810"/>
                </a:lnTo>
                <a:lnTo>
                  <a:pt x="27940" y="5715"/>
                </a:lnTo>
                <a:lnTo>
                  <a:pt x="29845" y="8255"/>
                </a:lnTo>
                <a:lnTo>
                  <a:pt x="30480" y="10160"/>
                </a:lnTo>
                <a:lnTo>
                  <a:pt x="31750" y="13335"/>
                </a:lnTo>
                <a:close/>
              </a:path>
            </a:pathLst>
          </a:custGeom>
          <a:solidFill>
            <a:srgbClr val="7A7A7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pic>
        <p:nvPicPr>
          <p:cNvPr id="289" name="!!Serce w rogu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6449" y="330349"/>
            <a:ext cx="431800" cy="355600"/>
          </a:xfrm>
          <a:prstGeom prst="rect">
            <a:avLst/>
          </a:prstGeom>
        </p:spPr>
      </p:pic>
      <p:sp>
        <p:nvSpPr>
          <p:cNvPr id="290" name="!!Zegar – napis · 1"/>
          <p:cNvSpPr txBox="1"/>
          <p:nvPr/>
        </p:nvSpPr>
        <p:spPr>
          <a:xfrm>
            <a:off x="9093369" y="393700"/>
            <a:ext cx="1028580" cy="137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900" kern="100" cap="all" spc="108" dirty="0">
                <a:solidFill>
                  <a:srgbClr val="777777"/>
                </a:solidFill>
                <a:latin typeface="Lato Black"/>
                <a:cs typeface="Lato Black"/>
              </a:rPr>
              <a:t>Goście</a:t>
            </a:r>
            <a:endParaRPr lang="pl-PL" sz="900" kern="100" cap="all" spc="108" dirty="0">
              <a:solidFill>
                <a:srgbClr val="777777"/>
              </a:solidFill>
              <a:latin typeface="Lato Black"/>
              <a:cs typeface="Lato Black"/>
            </a:endParaRPr>
          </a:p>
        </p:txBody>
      </p:sp>
      <p:sp>
        <p:nvSpPr>
          <p:cNvPr id="291" name="!!Zegar – napis · 2"/>
          <p:cNvSpPr txBox="1"/>
          <p:nvPr/>
        </p:nvSpPr>
        <p:spPr>
          <a:xfrm>
            <a:off x="9093369" y="530860"/>
            <a:ext cx="1028580" cy="137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900" kern="100" cap="all" spc="108" dirty="0">
                <a:solidFill>
                  <a:srgbClr val="777777"/>
                </a:solidFill>
                <a:latin typeface="Lato Black"/>
                <a:cs typeface="Lato Black"/>
              </a:rPr>
              <a:t>w drodze</a:t>
            </a:r>
            <a:endParaRPr lang="pl-PL" sz="900" kern="100" cap="all" spc="108" dirty="0">
              <a:solidFill>
                <a:srgbClr val="777777"/>
              </a:solidFill>
              <a:latin typeface="Lato Black"/>
              <a:cs typeface="Lato Black"/>
            </a:endParaRPr>
          </a:p>
        </p:txBody>
      </p:sp>
      <p:sp>
        <p:nvSpPr>
          <p:cNvPr id="292" name="!!Zegar – tarcza"/>
          <p:cNvSpPr/>
          <p:nvPr/>
        </p:nvSpPr>
        <p:spPr>
          <a:xfrm>
            <a:off x="10251439" y="281940"/>
            <a:ext cx="502920" cy="502920"/>
          </a:xfrm>
          <a:prstGeom prst="ellipse">
            <a:avLst/>
          </a:prstGeom>
          <a:solidFill>
            <a:srgbClr val="FFFFFF"/>
          </a:solidFill>
          <a:ln w="23283">
            <a:solidFill>
              <a:srgbClr val="151515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93" name="!!Zegar – wycinek 1"/>
          <p:cNvSpPr/>
          <p:nvPr/>
        </p:nvSpPr>
        <p:spPr>
          <a:xfrm>
            <a:off x="10502899" y="314537"/>
            <a:ext cx="67522" cy="218863"/>
          </a:xfrm>
          <a:custGeom>
            <a:avLst/>
            <a:gdLst/>
            <a:ahLst/>
            <a:cxnLst/>
            <a:rect l="0" t="0" r="r" b="b"/>
            <a:pathLst>
              <a:path w="67522" h="218863">
                <a:moveTo>
                  <a:pt x="0" y="218863"/>
                </a:moveTo>
                <a:lnTo>
                  <a:pt x="0" y="0"/>
                </a:lnTo>
                <a:lnTo>
                  <a:pt x="17230" y="466"/>
                </a:lnTo>
                <a:lnTo>
                  <a:pt x="34459" y="2794"/>
                </a:lnTo>
                <a:lnTo>
                  <a:pt x="51223" y="6054"/>
                </a:lnTo>
                <a:lnTo>
                  <a:pt x="67522" y="10710"/>
                </a:lnTo>
                <a:close/>
              </a:path>
            </a:pathLst>
          </a:custGeom>
          <a:solidFill>
            <a:srgbClr val="EE312F"/>
          </a:solidFill>
          <a:ln w="3725">
            <a:solidFill>
              <a:srgbClr val="EE312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94" name="!!Zegar – wycinek 2"/>
          <p:cNvSpPr/>
          <p:nvPr/>
        </p:nvSpPr>
        <p:spPr>
          <a:xfrm>
            <a:off x="10502899" y="325247"/>
            <a:ext cx="128524" cy="208153"/>
          </a:xfrm>
          <a:custGeom>
            <a:avLst/>
            <a:gdLst/>
            <a:ahLst/>
            <a:cxnLst/>
            <a:rect l="0" t="0" r="r" b="b"/>
            <a:pathLst>
              <a:path w="128524" h="208153">
                <a:moveTo>
                  <a:pt x="0" y="208153"/>
                </a:moveTo>
                <a:lnTo>
                  <a:pt x="67522" y="0"/>
                </a:lnTo>
                <a:lnTo>
                  <a:pt x="83820" y="6054"/>
                </a:lnTo>
                <a:lnTo>
                  <a:pt x="99187" y="13039"/>
                </a:lnTo>
                <a:lnTo>
                  <a:pt x="114554" y="21421"/>
                </a:lnTo>
                <a:lnTo>
                  <a:pt x="128524" y="31200"/>
                </a:lnTo>
                <a:close/>
              </a:path>
            </a:pathLst>
          </a:custGeom>
          <a:solidFill>
            <a:srgbClr val="EE312F"/>
          </a:solidFill>
          <a:ln w="3725">
            <a:solidFill>
              <a:srgbClr val="EE312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95" name="!!Zegar – wycinek 3"/>
          <p:cNvSpPr/>
          <p:nvPr/>
        </p:nvSpPr>
        <p:spPr>
          <a:xfrm>
            <a:off x="10502899" y="356447"/>
            <a:ext cx="176953" cy="176953"/>
          </a:xfrm>
          <a:custGeom>
            <a:avLst/>
            <a:gdLst/>
            <a:ahLst/>
            <a:cxnLst/>
            <a:rect l="0" t="0" r="r" b="b"/>
            <a:pathLst>
              <a:path w="176953" h="176953">
                <a:moveTo>
                  <a:pt x="0" y="176953"/>
                </a:moveTo>
                <a:lnTo>
                  <a:pt x="128524" y="0"/>
                </a:lnTo>
                <a:lnTo>
                  <a:pt x="142028" y="10710"/>
                </a:lnTo>
                <a:lnTo>
                  <a:pt x="154601" y="22352"/>
                </a:lnTo>
                <a:lnTo>
                  <a:pt x="166243" y="34925"/>
                </a:lnTo>
                <a:lnTo>
                  <a:pt x="176953" y="48429"/>
                </a:lnTo>
                <a:close/>
              </a:path>
            </a:pathLst>
          </a:custGeom>
          <a:solidFill>
            <a:srgbClr val="EE312F"/>
          </a:solidFill>
          <a:ln w="3725">
            <a:solidFill>
              <a:srgbClr val="EE312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96" name="!!Zegar – kreska 1"/>
          <p:cNvSpPr/>
          <p:nvPr/>
        </p:nvSpPr>
        <p:spPr>
          <a:xfrm>
            <a:off x="10491258" y="295910"/>
            <a:ext cx="23283" cy="46567"/>
          </a:xfrm>
          <a:custGeom>
            <a:avLst/>
            <a:gdLst/>
            <a:ahLst/>
            <a:cxnLst/>
            <a:rect l="0" t="0" r="r" b="b"/>
            <a:pathLst>
              <a:path w="23283" h="46567">
                <a:moveTo>
                  <a:pt x="0" y="46567"/>
                </a:moveTo>
                <a:lnTo>
                  <a:pt x="23283" y="46567"/>
                </a:lnTo>
                <a:lnTo>
                  <a:pt x="23283" y="0"/>
                </a:lnTo>
                <a:lnTo>
                  <a:pt x="0" y="0"/>
                </a:lnTo>
                <a:close/>
              </a:path>
            </a:pathLst>
          </a:custGeom>
          <a:solidFill>
            <a:srgbClr val="15151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97" name="!!Zegar – kreska 2"/>
          <p:cNvSpPr/>
          <p:nvPr/>
        </p:nvSpPr>
        <p:spPr>
          <a:xfrm>
            <a:off x="10693823" y="521758"/>
            <a:ext cx="46567" cy="23283"/>
          </a:xfrm>
          <a:custGeom>
            <a:avLst/>
            <a:gdLst/>
            <a:ahLst/>
            <a:cxnLst/>
            <a:rect l="0" t="0" r="r" b="b"/>
            <a:pathLst>
              <a:path w="46567" h="23283">
                <a:moveTo>
                  <a:pt x="0" y="0"/>
                </a:moveTo>
                <a:lnTo>
                  <a:pt x="0" y="23283"/>
                </a:lnTo>
                <a:lnTo>
                  <a:pt x="46567" y="23283"/>
                </a:lnTo>
                <a:lnTo>
                  <a:pt x="46567" y="0"/>
                </a:lnTo>
                <a:close/>
              </a:path>
            </a:pathLst>
          </a:custGeom>
          <a:solidFill>
            <a:srgbClr val="15151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98" name="!!Zegar – kreska 3"/>
          <p:cNvSpPr/>
          <p:nvPr/>
        </p:nvSpPr>
        <p:spPr>
          <a:xfrm>
            <a:off x="10491258" y="724323"/>
            <a:ext cx="23283" cy="46567"/>
          </a:xfrm>
          <a:custGeom>
            <a:avLst/>
            <a:gdLst/>
            <a:ahLst/>
            <a:cxnLst/>
            <a:rect l="0" t="0" r="r" b="b"/>
            <a:pathLst>
              <a:path w="23283" h="46567">
                <a:moveTo>
                  <a:pt x="23283" y="0"/>
                </a:moveTo>
                <a:lnTo>
                  <a:pt x="0" y="0"/>
                </a:lnTo>
                <a:lnTo>
                  <a:pt x="0" y="46567"/>
                </a:lnTo>
                <a:lnTo>
                  <a:pt x="23283" y="46567"/>
                </a:lnTo>
                <a:close/>
              </a:path>
            </a:pathLst>
          </a:custGeom>
          <a:solidFill>
            <a:srgbClr val="15151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99" name="!!Zegar – kreska 4"/>
          <p:cNvSpPr/>
          <p:nvPr/>
        </p:nvSpPr>
        <p:spPr>
          <a:xfrm>
            <a:off x="10265409" y="521758"/>
            <a:ext cx="46567" cy="23283"/>
          </a:xfrm>
          <a:custGeom>
            <a:avLst/>
            <a:gdLst/>
            <a:ahLst/>
            <a:cxnLst/>
            <a:rect l="0" t="0" r="r" b="b"/>
            <a:pathLst>
              <a:path w="46567" h="23283">
                <a:moveTo>
                  <a:pt x="46567" y="23283"/>
                </a:moveTo>
                <a:lnTo>
                  <a:pt x="46567" y="0"/>
                </a:lnTo>
                <a:lnTo>
                  <a:pt x="0" y="0"/>
                </a:lnTo>
                <a:lnTo>
                  <a:pt x="0" y="23283"/>
                </a:lnTo>
                <a:close/>
              </a:path>
            </a:pathLst>
          </a:custGeom>
          <a:solidFill>
            <a:srgbClr val="15151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00" name="!!Zegar – wskazówka"/>
          <p:cNvSpPr/>
          <p:nvPr/>
        </p:nvSpPr>
        <p:spPr>
          <a:xfrm>
            <a:off x="10472084" y="418264"/>
            <a:ext cx="185614" cy="142860"/>
          </a:xfrm>
          <a:custGeom>
            <a:avLst/>
            <a:gdLst/>
            <a:ahLst/>
            <a:cxnLst/>
            <a:rect l="0" t="0" r="r" b="b"/>
            <a:pathLst>
              <a:path w="185614" h="142860">
                <a:moveTo>
                  <a:pt x="0" y="120257"/>
                </a:moveTo>
                <a:lnTo>
                  <a:pt x="16423" y="142860"/>
                </a:lnTo>
                <a:lnTo>
                  <a:pt x="185614" y="11302"/>
                </a:lnTo>
                <a:lnTo>
                  <a:pt x="177403" y="0"/>
                </a:lnTo>
                <a:close/>
              </a:path>
            </a:pathLst>
          </a:custGeom>
          <a:solidFill>
            <a:srgbClr val="15151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01" name="!!Zegar – oś"/>
          <p:cNvSpPr/>
          <p:nvPr/>
        </p:nvSpPr>
        <p:spPr>
          <a:xfrm>
            <a:off x="10474959" y="505460"/>
            <a:ext cx="55880" cy="55880"/>
          </a:xfrm>
          <a:prstGeom prst="ellipse">
            <a:avLst/>
          </a:prstGeom>
          <a:solidFill>
            <a:srgbClr val="15151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02" name="!!Numer slajdu"/>
          <p:cNvSpPr txBox="1"/>
          <p:nvPr/>
        </p:nvSpPr>
        <p:spPr>
          <a:xfrm>
            <a:off x="10850587" y="6428437"/>
            <a:ext cx="773370" cy="1885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100" kern="100" spc="66" dirty="0">
                <a:solidFill>
                  <a:srgbClr val="777777"/>
                </a:solidFill>
                <a:latin typeface="Lato"/>
                <a:cs typeface="Lato"/>
              </a:rPr>
              <a:t>12 / 24</a:t>
            </a:r>
            <a:endParaRPr lang="pl-PL" sz="1100" kern="100" spc="66" dirty="0">
              <a:solidFill>
                <a:srgbClr val="777777"/>
              </a:solidFill>
              <a:latin typeface="Lato"/>
              <a:cs typeface="Lato"/>
            </a:endParaRPr>
          </a:p>
        </p:txBody>
      </p:sp>
      <p:sp>
        <p:nvSpPr>
          <p:cNvPr id="303" name="!!Postęp"/>
          <p:cNvSpPr/>
          <p:nvPr/>
        </p:nvSpPr>
        <p:spPr>
          <a:xfrm>
            <a:off x="0" y="6826250"/>
            <a:ext cx="6096000" cy="31750"/>
          </a:xfrm>
          <a:prstGeom prst="rect">
            <a:avLst/>
          </a:prstGeom>
          <a:solidFill>
            <a:srgbClr val="EE3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4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4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4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4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4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4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4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4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4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4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4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0" dur="4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" dur="4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6" dur="4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9" dur="4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2" dur="4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5" dur="4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8" dur="4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1" dur="4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4" dur="4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7" dur="4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0" dur="4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3" dur="4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6" dur="4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9" dur="4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2" dur="4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5" dur="4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8" dur="4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1" dur="4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4" dur="4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7" dur="4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0" dur="4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3" dur="4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6" dur="4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9" dur="4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2" dur="4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5" dur="4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8" dur="4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1" dur="4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4" dur="4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7" dur="4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0" dur="4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3" dur="4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6" dur="4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9" dur="4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2" dur="4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5" dur="4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8" dur="4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1" dur="4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4" dur="4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7" dur="4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0" dur="4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3" dur="4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6" dur="4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9" dur="4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2" dur="4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5" dur="4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8" dur="4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1" dur="4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4" dur="4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7" dur="4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0" dur="4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3" dur="4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6" dur="4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9" dur="4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2" dur="4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5" dur="4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8" dur="4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1" dur="4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4" dur="4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7" dur="4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0" dur="40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3" dur="400"/>
                                        <p:tgtEl>
                                          <p:spTgt spid="1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6" dur="4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9" dur="4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2" dur="4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5" dur="4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8" dur="4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1" dur="400"/>
                                        <p:tgtEl>
                                          <p:spTgt spid="1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4" dur="40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7" dur="400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0" dur="400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3" dur="400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6" dur="4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9" dur="4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2" dur="4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5" dur="400"/>
                                        <p:tgtEl>
                                          <p:spTgt spid="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8" dur="400"/>
                                        <p:tgtEl>
                                          <p:spTgt spid="1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1" dur="400"/>
                                        <p:tgtEl>
                                          <p:spTgt spid="1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4" dur="40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7" dur="400"/>
                                        <p:tgtEl>
                                          <p:spTgt spid="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0" dur="400"/>
                                        <p:tgtEl>
                                          <p:spTgt spid="1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3" dur="400"/>
                                        <p:tgtEl>
                                          <p:spTgt spid="1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6" dur="4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9" dur="400"/>
                                        <p:tgtEl>
                                          <p:spTgt spid="1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2" dur="400"/>
                                        <p:tgtEl>
                                          <p:spTgt spid="1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5" dur="40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8" dur="400"/>
                                        <p:tgtEl>
                                          <p:spTgt spid="1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1" dur="400"/>
                                        <p:tgtEl>
                                          <p:spTgt spid="1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4" dur="400"/>
                                        <p:tgtEl>
                                          <p:spTgt spid="1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7" dur="400"/>
                                        <p:tgtEl>
                                          <p:spTgt spid="1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0" dur="4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3" dur="4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6" dur="4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9" dur="400"/>
                                        <p:tgtEl>
                                          <p:spTgt spid="1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2" dur="400"/>
                                        <p:tgtEl>
                                          <p:spTgt spid="1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5" dur="400"/>
                                        <p:tgtEl>
                                          <p:spTgt spid="1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8" dur="400"/>
                                        <p:tgtEl>
                                          <p:spTgt spid="1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1" dur="400"/>
                                        <p:tgtEl>
                                          <p:spTgt spid="1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4" dur="4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7" dur="400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0" dur="400"/>
                                        <p:tgtEl>
                                          <p:spTgt spid="1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3" dur="400"/>
                                        <p:tgtEl>
                                          <p:spTgt spid="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6" dur="400"/>
                                        <p:tgtEl>
                                          <p:spTgt spid="1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9" dur="4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2" dur="4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5" dur="4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8" dur="4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1" dur="400"/>
                                        <p:tgtEl>
                                          <p:spTgt spid="1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4" dur="40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7" dur="400"/>
                                        <p:tgtEl>
                                          <p:spTgt spid="1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0" dur="4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3" dur="400"/>
                                        <p:tgtEl>
                                          <p:spTgt spid="1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6" dur="4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9" dur="400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2" dur="4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5" dur="4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8" dur="400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1" dur="400"/>
                                        <p:tgtEl>
                                          <p:spTgt spid="1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4" dur="40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7" dur="4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0" dur="4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3" dur="400"/>
                                        <p:tgtEl>
                                          <p:spTgt spid="1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6" dur="4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9" dur="4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2" dur="4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5" dur="400"/>
                                        <p:tgtEl>
                                          <p:spTgt spid="2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8" dur="400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1" dur="400"/>
                                        <p:tgtEl>
                                          <p:spTgt spid="2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4" dur="4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7" dur="400"/>
                                        <p:tgtEl>
                                          <p:spTgt spid="2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0" dur="400"/>
                                        <p:tgtEl>
                                          <p:spTgt spid="2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3" dur="400"/>
                                        <p:tgtEl>
                                          <p:spTgt spid="2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6" dur="400"/>
                                        <p:tgtEl>
                                          <p:spTgt spid="2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9" dur="40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2" dur="40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5" dur="400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8" dur="400"/>
                                        <p:tgtEl>
                                          <p:spTgt spid="2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1" dur="40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4" dur="40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7" dur="4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0" dur="400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3" dur="40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6" dur="4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9" dur="4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2" dur="40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5" dur="4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8" dur="4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1" dur="400"/>
                                        <p:tgtEl>
                                          <p:spTgt spid="2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4" dur="4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7" dur="4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0" dur="4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3" dur="4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6" dur="4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9" dur="4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2" dur="400"/>
                                        <p:tgtEl>
                                          <p:spTgt spid="2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5" dur="400"/>
                                        <p:tgtEl>
                                          <p:spTgt spid="2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8" dur="400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1" dur="400"/>
                                        <p:tgtEl>
                                          <p:spTgt spid="2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4" dur="400"/>
                                        <p:tgtEl>
                                          <p:spTgt spid="2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7" dur="400"/>
                                        <p:tgtEl>
                                          <p:spTgt spid="2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0" dur="400"/>
                                        <p:tgtEl>
                                          <p:spTgt spid="2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3" dur="400"/>
                                        <p:tgtEl>
                                          <p:spTgt spid="2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6" dur="400"/>
                                        <p:tgtEl>
                                          <p:spTgt spid="2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9" dur="400"/>
                                        <p:tgtEl>
                                          <p:spTgt spid="2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2" dur="400"/>
                                        <p:tgtEl>
                                          <p:spTgt spid="2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5" dur="400"/>
                                        <p:tgtEl>
                                          <p:spTgt spid="2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8" dur="4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1" dur="400"/>
                                        <p:tgtEl>
                                          <p:spTgt spid="2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4" dur="4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7" dur="400"/>
                                        <p:tgtEl>
                                          <p:spTgt spid="2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0" dur="400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3" dur="400"/>
                                        <p:tgtEl>
                                          <p:spTgt spid="2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6" dur="400"/>
                                        <p:tgtEl>
                                          <p:spTgt spid="2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9" dur="400"/>
                                        <p:tgtEl>
                                          <p:spTgt spid="2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2" dur="400"/>
                                        <p:tgtEl>
                                          <p:spTgt spid="2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5" dur="400"/>
                                        <p:tgtEl>
                                          <p:spTgt spid="2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8" dur="400"/>
                                        <p:tgtEl>
                                          <p:spTgt spid="2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1" dur="400"/>
                                        <p:tgtEl>
                                          <p:spTgt spid="2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4" dur="400"/>
                                        <p:tgtEl>
                                          <p:spTgt spid="2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7" dur="400"/>
                                        <p:tgtEl>
                                          <p:spTgt spid="2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0" dur="400"/>
                                        <p:tgtEl>
                                          <p:spTgt spid="2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3" dur="400"/>
                                        <p:tgtEl>
                                          <p:spTgt spid="2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6" dur="400"/>
                                        <p:tgtEl>
                                          <p:spTgt spid="2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9" dur="400"/>
                                        <p:tgtEl>
                                          <p:spTgt spid="2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2" dur="400"/>
                                        <p:tgtEl>
                                          <p:spTgt spid="2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5" dur="400"/>
                                        <p:tgtEl>
                                          <p:spTgt spid="2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8" dur="400"/>
                                        <p:tgtEl>
                                          <p:spTgt spid="2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1" dur="400"/>
                                        <p:tgtEl>
                                          <p:spTgt spid="2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4" dur="400"/>
                                        <p:tgtEl>
                                          <p:spTgt spid="2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7" dur="400"/>
                                        <p:tgtEl>
                                          <p:spTgt spid="2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0" dur="400"/>
                                        <p:tgtEl>
                                          <p:spTgt spid="2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3" dur="400"/>
                                        <p:tgtEl>
                                          <p:spTgt spid="2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6" dur="400"/>
                                        <p:tgtEl>
                                          <p:spTgt spid="2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9" dur="400"/>
                                        <p:tgtEl>
                                          <p:spTgt spid="2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2" dur="400"/>
                                        <p:tgtEl>
                                          <p:spTgt spid="2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5" dur="400"/>
                                        <p:tgtEl>
                                          <p:spTgt spid="2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8" dur="400"/>
                                        <p:tgtEl>
                                          <p:spTgt spid="2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1" dur="400"/>
                                        <p:tgtEl>
                                          <p:spTgt spid="2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4" dur="400"/>
                                        <p:tgtEl>
                                          <p:spTgt spid="2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7" dur="400"/>
                                        <p:tgtEl>
                                          <p:spTgt spid="2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0" dur="400"/>
                                        <p:tgtEl>
                                          <p:spTgt spid="2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3" dur="400"/>
                                        <p:tgtEl>
                                          <p:spTgt spid="2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6" dur="400"/>
                                        <p:tgtEl>
                                          <p:spTgt spid="2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9" dur="400"/>
                                        <p:tgtEl>
                                          <p:spTgt spid="2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2" dur="400"/>
                                        <p:tgtEl>
                                          <p:spTgt spid="2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5" dur="400"/>
                                        <p:tgtEl>
                                          <p:spTgt spid="2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8" dur="400"/>
                                        <p:tgtEl>
                                          <p:spTgt spid="2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1" dur="400"/>
                                        <p:tgtEl>
                                          <p:spTgt spid="2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4" dur="400"/>
                                        <p:tgtEl>
                                          <p:spTgt spid="2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7" dur="400"/>
                                        <p:tgtEl>
                                          <p:spTgt spid="2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0" dur="400"/>
                                        <p:tgtEl>
                                          <p:spTgt spid="2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1" fill="hold">
                      <p:stCondLst>
                        <p:cond delay="indefinite"/>
                      </p:stCondLst>
                      <p:childTnLst>
                        <p:par>
                          <p:cTn id="822" fill="hold">
                            <p:stCondLst>
                              <p:cond delay="0"/>
                            </p:stCondLst>
                            <p:childTnLst>
                              <p:par>
                                <p:cTn id="8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5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8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1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  <p:bldP spid="72" grpId="0" animBg="1"/>
      <p:bldP spid="73" grpId="0" animBg="1"/>
      <p:bldP spid="74" grpId="0" animBg="1"/>
      <p:bldP spid="75" grpId="0" animBg="1"/>
      <p:bldP spid="76" grpId="0" animBg="1"/>
      <p:bldP spid="77" grpId="0" animBg="1"/>
      <p:bldP spid="78" grpId="0" animBg="1"/>
      <p:bldP spid="79" grpId="0" animBg="1"/>
      <p:bldP spid="80" grpId="0" animBg="1"/>
      <p:bldP spid="81" grpId="0" animBg="1"/>
      <p:bldP spid="82" grpId="0" animBg="1"/>
      <p:bldP spid="83" grpId="0" animBg="1"/>
      <p:bldP spid="84" grpId="0" animBg="1"/>
      <p:bldP spid="85" grpId="0" animBg="1"/>
      <p:bldP spid="86" grpId="0" animBg="1"/>
      <p:bldP spid="87" grpId="0" animBg="1"/>
      <p:bldP spid="88" grpId="0" animBg="1"/>
      <p:bldP spid="89" grpId="0" animBg="1"/>
      <p:bldP spid="90" grpId="0" animBg="1"/>
      <p:bldP spid="91" grpId="0" animBg="1"/>
      <p:bldP spid="92" grpId="0" animBg="1"/>
      <p:bldP spid="93" grpId="0" animBg="1"/>
      <p:bldP spid="94" grpId="0" animBg="1"/>
      <p:bldP spid="95" grpId="0" animBg="1"/>
      <p:bldP spid="96" grpId="0" animBg="1"/>
      <p:bldP spid="97" grpId="0" animBg="1"/>
      <p:bldP spid="98" grpId="0" animBg="1"/>
      <p:bldP spid="99" grpId="0" animBg="1"/>
      <p:bldP spid="100" grpId="0" animBg="1"/>
      <p:bldP spid="101" grpId="0" animBg="1"/>
      <p:bldP spid="102" grpId="0" animBg="1"/>
      <p:bldP spid="103" grpId="0" animBg="1"/>
      <p:bldP spid="104" grpId="0" animBg="1"/>
      <p:bldP spid="105" grpId="0" animBg="1"/>
      <p:bldP spid="106" grpId="0" animBg="1"/>
      <p:bldP spid="107" grpId="0" animBg="1"/>
      <p:bldP spid="108" grpId="0" animBg="1"/>
      <p:bldP spid="109" grpId="0" animBg="1"/>
      <p:bldP spid="110" grpId="0" animBg="1"/>
      <p:bldP spid="111" grpId="0" animBg="1"/>
      <p:bldP spid="112" grpId="0" animBg="1"/>
      <p:bldP spid="113" grpId="0" animBg="1"/>
      <p:bldP spid="114" grpId="0" animBg="1"/>
      <p:bldP spid="115" grpId="0" animBg="1"/>
      <p:bldP spid="116" grpId="0" animBg="1"/>
      <p:bldP spid="117" grpId="0" animBg="1"/>
      <p:bldP spid="118" grpId="0" animBg="1"/>
      <p:bldP spid="119" grpId="0" animBg="1"/>
      <p:bldP spid="120" grpId="0" animBg="1"/>
      <p:bldP spid="121" grpId="0" animBg="1"/>
      <p:bldP spid="122" grpId="0" animBg="1"/>
      <p:bldP spid="123" grpId="0" animBg="1"/>
      <p:bldP spid="124" grpId="0" animBg="1"/>
      <p:bldP spid="125" grpId="0" animBg="1"/>
      <p:bldP spid="126" grpId="0" animBg="1"/>
      <p:bldP spid="127" grpId="0" animBg="1"/>
      <p:bldP spid="128" grpId="0" animBg="1"/>
      <p:bldP spid="129" grpId="0" animBg="1"/>
      <p:bldP spid="130" grpId="0" animBg="1"/>
      <p:bldP spid="131" grpId="0" animBg="1"/>
      <p:bldP spid="132" grpId="0" animBg="1"/>
      <p:bldP spid="133" grpId="0" animBg="1"/>
      <p:bldP spid="134" grpId="0" animBg="1"/>
      <p:bldP spid="135" grpId="0" animBg="1"/>
      <p:bldP spid="136" grpId="0" animBg="1"/>
      <p:bldP spid="137" grpId="0" animBg="1"/>
      <p:bldP spid="138" grpId="0" animBg="1"/>
      <p:bldP spid="139" grpId="0" animBg="1"/>
      <p:bldP spid="140" grpId="0" animBg="1"/>
      <p:bldP spid="141" grpId="0" animBg="1"/>
      <p:bldP spid="142" grpId="0" animBg="1"/>
      <p:bldP spid="143" grpId="0" animBg="1"/>
      <p:bldP spid="144" grpId="0" animBg="1"/>
      <p:bldP spid="145" grpId="0" animBg="1"/>
      <p:bldP spid="146" grpId="0" animBg="1"/>
      <p:bldP spid="147" grpId="0" animBg="1"/>
      <p:bldP spid="148" grpId="0" animBg="1"/>
      <p:bldP spid="149" grpId="0" animBg="1"/>
      <p:bldP spid="150" grpId="0" animBg="1"/>
      <p:bldP spid="151" grpId="0" animBg="1"/>
      <p:bldP spid="152" grpId="0" animBg="1"/>
      <p:bldP spid="153" grpId="0" animBg="1"/>
      <p:bldP spid="154" grpId="0" animBg="1"/>
      <p:bldP spid="155" grpId="0" animBg="1"/>
      <p:bldP spid="156" grpId="0" animBg="1"/>
      <p:bldP spid="157" grpId="0" animBg="1"/>
      <p:bldP spid="158" grpId="0" animBg="1"/>
      <p:bldP spid="159" grpId="0" animBg="1"/>
      <p:bldP spid="160" grpId="0" animBg="1"/>
      <p:bldP spid="161" grpId="0" animBg="1"/>
      <p:bldP spid="162" grpId="0" animBg="1"/>
      <p:bldP spid="163" grpId="0" animBg="1"/>
      <p:bldP spid="164" grpId="0" animBg="1"/>
      <p:bldP spid="165" grpId="0" animBg="1"/>
      <p:bldP spid="166" grpId="0" animBg="1"/>
      <p:bldP spid="167" grpId="0" animBg="1"/>
      <p:bldP spid="168" grpId="0" animBg="1"/>
      <p:bldP spid="169" grpId="0" animBg="1"/>
      <p:bldP spid="170" grpId="0" animBg="1"/>
      <p:bldP spid="171" grpId="0" animBg="1"/>
      <p:bldP spid="172" grpId="0" animBg="1"/>
      <p:bldP spid="173" grpId="0" animBg="1"/>
      <p:bldP spid="174" grpId="0" animBg="1"/>
      <p:bldP spid="175" grpId="0" animBg="1"/>
      <p:bldP spid="176" grpId="0" animBg="1"/>
      <p:bldP spid="177" grpId="0" animBg="1"/>
      <p:bldP spid="178" grpId="0" animBg="1"/>
      <p:bldP spid="179" grpId="0" animBg="1"/>
      <p:bldP spid="180" grpId="0" animBg="1"/>
      <p:bldP spid="181" grpId="0" animBg="1"/>
      <p:bldP spid="182" grpId="0" animBg="1"/>
      <p:bldP spid="183" grpId="0" animBg="1"/>
      <p:bldP spid="184" grpId="0" animBg="1"/>
      <p:bldP spid="185" grpId="0" animBg="1"/>
      <p:bldP spid="186" grpId="0" animBg="1"/>
      <p:bldP spid="187" grpId="0" animBg="1"/>
      <p:bldP spid="188" grpId="0" animBg="1"/>
      <p:bldP spid="189" grpId="0" animBg="1"/>
      <p:bldP spid="190" grpId="0" animBg="1"/>
      <p:bldP spid="191" grpId="0" animBg="1"/>
      <p:bldP spid="192" grpId="0" animBg="1"/>
      <p:bldP spid="193" grpId="0" animBg="1"/>
      <p:bldP spid="194" grpId="0" animBg="1"/>
      <p:bldP spid="195" grpId="0" animBg="1"/>
      <p:bldP spid="196" grpId="0" animBg="1"/>
      <p:bldP spid="197" grpId="0" animBg="1"/>
      <p:bldP spid="198" grpId="0" animBg="1"/>
      <p:bldP spid="199" grpId="0" animBg="1"/>
      <p:bldP spid="200" grpId="0" animBg="1"/>
      <p:bldP spid="201" grpId="0" animBg="1"/>
      <p:bldP spid="202" grpId="0" animBg="1"/>
      <p:bldP spid="203" grpId="0" animBg="1"/>
      <p:bldP spid="204" grpId="0" animBg="1"/>
      <p:bldP spid="205" grpId="0" animBg="1"/>
      <p:bldP spid="206" grpId="0" animBg="1"/>
      <p:bldP spid="207" grpId="0" animBg="1"/>
      <p:bldP spid="208" grpId="0" animBg="1"/>
      <p:bldP spid="209" grpId="0" animBg="1"/>
      <p:bldP spid="210" grpId="0" animBg="1"/>
      <p:bldP spid="211" grpId="0" animBg="1"/>
      <p:bldP spid="212" grpId="0" animBg="1"/>
      <p:bldP spid="213" grpId="0" animBg="1"/>
      <p:bldP spid="214" grpId="0" animBg="1"/>
      <p:bldP spid="215" grpId="0" animBg="1"/>
      <p:bldP spid="216" grpId="0" animBg="1"/>
      <p:bldP spid="217" grpId="0" animBg="1"/>
      <p:bldP spid="218" grpId="0" animBg="1"/>
      <p:bldP spid="219" grpId="0" animBg="1"/>
      <p:bldP spid="220" grpId="0" animBg="1"/>
      <p:bldP spid="221" grpId="0" animBg="1"/>
      <p:bldP spid="222" grpId="0" animBg="1"/>
      <p:bldP spid="223" grpId="0" animBg="1"/>
      <p:bldP spid="224" grpId="0" animBg="1"/>
      <p:bldP spid="225" grpId="0" animBg="1"/>
      <p:bldP spid="226" grpId="0" animBg="1"/>
      <p:bldP spid="227" grpId="0" animBg="1"/>
      <p:bldP spid="228" grpId="0" animBg="1"/>
      <p:bldP spid="229" grpId="0" animBg="1"/>
      <p:bldP spid="230" grpId="0" animBg="1"/>
      <p:bldP spid="231" grpId="0" animBg="1"/>
      <p:bldP spid="232" grpId="0" animBg="1"/>
      <p:bldP spid="233" grpId="0" animBg="1"/>
      <p:bldP spid="234" grpId="0" animBg="1"/>
      <p:bldP spid="235" grpId="0" animBg="1"/>
      <p:bldP spid="236" grpId="0" animBg="1"/>
      <p:bldP spid="237" grpId="0" animBg="1"/>
      <p:bldP spid="238" grpId="0" animBg="1"/>
      <p:bldP spid="239" grpId="0" animBg="1"/>
      <p:bldP spid="240" grpId="0" animBg="1"/>
      <p:bldP spid="241" grpId="0" animBg="1"/>
      <p:bldP spid="242" grpId="0" animBg="1"/>
      <p:bldP spid="243" grpId="0" animBg="1"/>
      <p:bldP spid="244" grpId="0" animBg="1"/>
      <p:bldP spid="245" grpId="0" animBg="1"/>
      <p:bldP spid="246" grpId="0" animBg="1"/>
      <p:bldP spid="247" grpId="0" animBg="1"/>
      <p:bldP spid="248" grpId="0" animBg="1"/>
      <p:bldP spid="249" grpId="0" animBg="1"/>
      <p:bldP spid="250" grpId="0" animBg="1"/>
      <p:bldP spid="251" grpId="0" animBg="1"/>
      <p:bldP spid="252" grpId="0" animBg="1"/>
      <p:bldP spid="253" grpId="0" animBg="1"/>
      <p:bldP spid="254" grpId="0" animBg="1"/>
      <p:bldP spid="255" grpId="0" animBg="1"/>
      <p:bldP spid="256" grpId="0" animBg="1"/>
      <p:bldP spid="257" grpId="0" animBg="1"/>
      <p:bldP spid="258" grpId="0" animBg="1"/>
      <p:bldP spid="259" grpId="0" animBg="1"/>
      <p:bldP spid="260" grpId="0" animBg="1"/>
      <p:bldP spid="261" grpId="0" animBg="1"/>
      <p:bldP spid="262" grpId="0" animBg="1"/>
      <p:bldP spid="263" grpId="0" animBg="1"/>
      <p:bldP spid="264" grpId="0" animBg="1"/>
      <p:bldP spid="265" grpId="0" animBg="1"/>
      <p:bldP spid="266" grpId="0" animBg="1"/>
      <p:bldP spid="267" grpId="0" animBg="1"/>
      <p:bldP spid="268" grpId="0" animBg="1"/>
      <p:bldP spid="269" grpId="0" animBg="1"/>
      <p:bldP spid="270" grpId="0" animBg="1"/>
      <p:bldP spid="271" grpId="0" animBg="1"/>
      <p:bldP spid="272" grpId="0" animBg="1"/>
      <p:bldP spid="273" grpId="0" animBg="1"/>
      <p:bldP spid="274" grpId="0" animBg="1"/>
      <p:bldP spid="275" grpId="0" animBg="1"/>
      <p:bldP spid="276" grpId="0" animBg="1"/>
      <p:bldP spid="277" grpId="0" animBg="1"/>
      <p:bldP spid="278" grpId="0" animBg="1"/>
      <p:bldP spid="279" grpId="0" animBg="1"/>
      <p:bldP spid="280" grpId="0" animBg="1"/>
      <p:bldP spid="281" grpId="0" animBg="1"/>
      <p:bldP spid="282" grpId="0" animBg="1"/>
      <p:bldP spid="283" grpId="0" animBg="1"/>
      <p:bldP spid="284" grpId="0" animBg="1"/>
      <p:bldP spid="285" grpId="0" animBg="1"/>
      <p:bldP spid="286" grpId="0" animBg="1"/>
      <p:bldP spid="287" grpId="0" animBg="1"/>
      <p:bldP spid="288" grpId="0" animBg="1"/>
      <p:bldP spid="19" grpId="0" animBg="1"/>
      <p:bldP spid="20" grpId="0" animBg="1"/>
      <p:bldP spid="2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 name="Potrzebuję czekolad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kst: Coś słodkiego dla gości. Teraz."/>
          <p:cNvSpPr txBox="1"/>
          <p:nvPr/>
        </p:nvSpPr>
        <p:spPr>
          <a:xfrm>
            <a:off x="825153" y="3062595"/>
            <a:ext cx="4769286" cy="37973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2300" kern="100" dirty="0">
                <a:solidFill>
                  <a:srgbClr val="151515"/>
                </a:solidFill>
                <a:latin typeface="Lato"/>
                <a:cs typeface="Lato"/>
              </a:rPr>
              <a:t>Coś słodkiego dla gości. Teraz.</a:t>
            </a:r>
            <a:endParaRPr lang="pl-PL" sz="2300" kern="100" dirty="0">
              <a:solidFill>
                <a:srgbClr val="151515"/>
              </a:solidFill>
              <a:latin typeface="Lato"/>
              <a:cs typeface="Lato"/>
            </a:endParaRPr>
          </a:p>
        </p:txBody>
      </p:sp>
      <p:sp>
        <p:nvSpPr>
          <p:cNvPr id="3" name="Kształt"/>
          <p:cNvSpPr/>
          <p:nvPr/>
        </p:nvSpPr>
        <p:spPr>
          <a:xfrm>
            <a:off x="10499573" y="4461664"/>
            <a:ext cx="567671" cy="578728"/>
          </a:xfrm>
          <a:custGeom>
            <a:avLst/>
            <a:gdLst/>
            <a:ahLst/>
            <a:cxnLst/>
            <a:rect l="0" t="0" r="r" b="b"/>
            <a:pathLst>
              <a:path w="567671" h="578728">
                <a:moveTo>
                  <a:pt x="63457" y="0"/>
                </a:moveTo>
                <a:lnTo>
                  <a:pt x="567671" y="61910"/>
                </a:lnTo>
                <a:lnTo>
                  <a:pt x="504213" y="578728"/>
                </a:lnTo>
                <a:lnTo>
                  <a:pt x="0" y="516819"/>
                </a:lnTo>
                <a:close/>
              </a:path>
            </a:pathLst>
          </a:custGeom>
          <a:solidFill>
            <a:srgbClr val="000000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" name="Kształt 2"/>
          <p:cNvSpPr/>
          <p:nvPr/>
        </p:nvSpPr>
        <p:spPr>
          <a:xfrm>
            <a:off x="10467948" y="4860392"/>
            <a:ext cx="511952" cy="124936"/>
          </a:xfrm>
          <a:custGeom>
            <a:avLst/>
            <a:gdLst/>
            <a:ahLst/>
            <a:cxnLst/>
            <a:rect l="0" t="0" r="r" b="b"/>
            <a:pathLst>
              <a:path w="511952" h="124936">
                <a:moveTo>
                  <a:pt x="7739" y="0"/>
                </a:moveTo>
                <a:lnTo>
                  <a:pt x="511952" y="61910"/>
                </a:lnTo>
                <a:lnTo>
                  <a:pt x="504213" y="124936"/>
                </a:lnTo>
                <a:lnTo>
                  <a:pt x="0" y="63027"/>
                </a:lnTo>
                <a:close/>
              </a:path>
            </a:pathLst>
          </a:custGeom>
          <a:solidFill>
            <a:srgbClr val="3D221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" name="Kształt 3"/>
          <p:cNvSpPr/>
          <p:nvPr/>
        </p:nvSpPr>
        <p:spPr>
          <a:xfrm>
            <a:off x="10534501" y="4381389"/>
            <a:ext cx="504213" cy="117198"/>
          </a:xfrm>
          <a:custGeom>
            <a:avLst/>
            <a:gdLst/>
            <a:ahLst/>
            <a:cxnLst/>
            <a:rect l="0" t="0" r="r" b="b"/>
            <a:pathLst>
              <a:path w="504213" h="117198">
                <a:moveTo>
                  <a:pt x="0" y="0"/>
                </a:moveTo>
                <a:lnTo>
                  <a:pt x="504213" y="61910"/>
                </a:lnTo>
                <a:lnTo>
                  <a:pt x="433448" y="117198"/>
                </a:lnTo>
                <a:lnTo>
                  <a:pt x="55288" y="70765"/>
                </a:lnTo>
                <a:close/>
              </a:path>
            </a:pathLst>
          </a:custGeom>
          <a:solidFill>
            <a:srgbClr val="855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" name="Kształt 4"/>
          <p:cNvSpPr/>
          <p:nvPr/>
        </p:nvSpPr>
        <p:spPr>
          <a:xfrm>
            <a:off x="10474139" y="4381389"/>
            <a:ext cx="115650" cy="491608"/>
          </a:xfrm>
          <a:custGeom>
            <a:avLst/>
            <a:gdLst/>
            <a:ahLst/>
            <a:cxnLst/>
            <a:rect l="0" t="0" r="r" b="b"/>
            <a:pathLst>
              <a:path w="115650" h="491608">
                <a:moveTo>
                  <a:pt x="60362" y="0"/>
                </a:moveTo>
                <a:lnTo>
                  <a:pt x="115650" y="70765"/>
                </a:lnTo>
                <a:lnTo>
                  <a:pt x="70765" y="436320"/>
                </a:lnTo>
                <a:lnTo>
                  <a:pt x="0" y="491608"/>
                </a:lnTo>
                <a:close/>
              </a:path>
            </a:pathLst>
          </a:custGeom>
          <a:solidFill>
            <a:srgbClr val="7A4A2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" name="Kształt 5"/>
          <p:cNvSpPr/>
          <p:nvPr/>
        </p:nvSpPr>
        <p:spPr>
          <a:xfrm>
            <a:off x="10923064" y="4443299"/>
            <a:ext cx="115650" cy="491608"/>
          </a:xfrm>
          <a:custGeom>
            <a:avLst/>
            <a:gdLst/>
            <a:ahLst/>
            <a:cxnLst/>
            <a:rect l="0" t="0" r="r" b="b"/>
            <a:pathLst>
              <a:path w="115650" h="491608">
                <a:moveTo>
                  <a:pt x="115650" y="0"/>
                </a:moveTo>
                <a:lnTo>
                  <a:pt x="55288" y="491608"/>
                </a:lnTo>
                <a:lnTo>
                  <a:pt x="0" y="420843"/>
                </a:lnTo>
                <a:lnTo>
                  <a:pt x="44884" y="55288"/>
                </a:lnTo>
                <a:close/>
              </a:path>
            </a:pathLst>
          </a:custGeom>
          <a:solidFill>
            <a:srgbClr val="5A332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" name="Kształt 6"/>
          <p:cNvSpPr/>
          <p:nvPr/>
        </p:nvSpPr>
        <p:spPr>
          <a:xfrm>
            <a:off x="10474139" y="4817709"/>
            <a:ext cx="504213" cy="117198"/>
          </a:xfrm>
          <a:custGeom>
            <a:avLst/>
            <a:gdLst/>
            <a:ahLst/>
            <a:cxnLst/>
            <a:rect l="0" t="0" r="r" b="b"/>
            <a:pathLst>
              <a:path w="504213" h="117198">
                <a:moveTo>
                  <a:pt x="0" y="55288"/>
                </a:moveTo>
                <a:lnTo>
                  <a:pt x="70765" y="0"/>
                </a:lnTo>
                <a:lnTo>
                  <a:pt x="448925" y="46432"/>
                </a:lnTo>
                <a:lnTo>
                  <a:pt x="504213" y="117198"/>
                </a:lnTo>
                <a:close/>
              </a:path>
            </a:pathLst>
          </a:custGeom>
          <a:solidFill>
            <a:srgbClr val="4A2A1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" name="Kształt 7"/>
          <p:cNvSpPr/>
          <p:nvPr/>
        </p:nvSpPr>
        <p:spPr>
          <a:xfrm>
            <a:off x="10544904" y="4452155"/>
            <a:ext cx="423045" cy="411987"/>
          </a:xfrm>
          <a:custGeom>
            <a:avLst/>
            <a:gdLst/>
            <a:ahLst/>
            <a:cxnLst/>
            <a:rect l="0" t="0" r="r" b="b"/>
            <a:pathLst>
              <a:path w="423045" h="411987">
                <a:moveTo>
                  <a:pt x="44884" y="0"/>
                </a:moveTo>
                <a:lnTo>
                  <a:pt x="423045" y="46432"/>
                </a:lnTo>
                <a:lnTo>
                  <a:pt x="378160" y="411987"/>
                </a:lnTo>
                <a:lnTo>
                  <a:pt x="0" y="365555"/>
                </a:lnTo>
                <a:close/>
              </a:path>
            </a:pathLst>
          </a:custGeom>
          <a:solidFill>
            <a:srgbClr val="6D402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" name="Kształt 8"/>
          <p:cNvSpPr/>
          <p:nvPr/>
        </p:nvSpPr>
        <p:spPr>
          <a:xfrm>
            <a:off x="9740739" y="4619251"/>
            <a:ext cx="625457" cy="634438"/>
          </a:xfrm>
          <a:custGeom>
            <a:avLst/>
            <a:gdLst/>
            <a:ahLst/>
            <a:cxnLst/>
            <a:rect l="0" t="0" r="r" b="b"/>
            <a:pathLst>
              <a:path w="625457" h="634438">
                <a:moveTo>
                  <a:pt x="0" y="131480"/>
                </a:moveTo>
                <a:lnTo>
                  <a:pt x="490690" y="0"/>
                </a:lnTo>
                <a:lnTo>
                  <a:pt x="625457" y="502958"/>
                </a:lnTo>
                <a:lnTo>
                  <a:pt x="134767" y="634438"/>
                </a:lnTo>
                <a:close/>
              </a:path>
            </a:pathLst>
          </a:custGeom>
          <a:solidFill>
            <a:srgbClr val="000000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1" name="Kształt 9"/>
          <p:cNvSpPr/>
          <p:nvPr/>
        </p:nvSpPr>
        <p:spPr>
          <a:xfrm>
            <a:off x="9809121" y="5021664"/>
            <a:ext cx="507125" cy="192816"/>
          </a:xfrm>
          <a:custGeom>
            <a:avLst/>
            <a:gdLst/>
            <a:ahLst/>
            <a:cxnLst/>
            <a:rect l="0" t="0" r="r" b="b"/>
            <a:pathLst>
              <a:path w="507125" h="192816">
                <a:moveTo>
                  <a:pt x="0" y="131480"/>
                </a:moveTo>
                <a:lnTo>
                  <a:pt x="490690" y="0"/>
                </a:lnTo>
                <a:lnTo>
                  <a:pt x="507125" y="61336"/>
                </a:lnTo>
                <a:lnTo>
                  <a:pt x="16435" y="192816"/>
                </a:lnTo>
                <a:close/>
              </a:path>
            </a:pathLst>
          </a:custGeom>
          <a:solidFill>
            <a:srgbClr val="3D221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2" name="Kształt 10"/>
          <p:cNvSpPr/>
          <p:nvPr/>
        </p:nvSpPr>
        <p:spPr>
          <a:xfrm>
            <a:off x="9684215" y="4555508"/>
            <a:ext cx="490690" cy="176381"/>
          </a:xfrm>
          <a:custGeom>
            <a:avLst/>
            <a:gdLst/>
            <a:ahLst/>
            <a:cxnLst/>
            <a:rect l="0" t="0" r="r" b="b"/>
            <a:pathLst>
              <a:path w="490690" h="176381">
                <a:moveTo>
                  <a:pt x="0" y="131480"/>
                </a:moveTo>
                <a:lnTo>
                  <a:pt x="490690" y="0"/>
                </a:lnTo>
                <a:lnTo>
                  <a:pt x="445789" y="77771"/>
                </a:lnTo>
                <a:lnTo>
                  <a:pt x="77771" y="176381"/>
                </a:lnTo>
                <a:close/>
              </a:path>
            </a:pathLst>
          </a:custGeom>
          <a:solidFill>
            <a:srgbClr val="855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3" name="Kształt 11"/>
          <p:cNvSpPr/>
          <p:nvPr/>
        </p:nvSpPr>
        <p:spPr>
          <a:xfrm>
            <a:off x="9684215" y="4686988"/>
            <a:ext cx="173094" cy="478423"/>
          </a:xfrm>
          <a:custGeom>
            <a:avLst/>
            <a:gdLst/>
            <a:ahLst/>
            <a:cxnLst/>
            <a:rect l="0" t="0" r="r" b="b"/>
            <a:pathLst>
              <a:path w="173094" h="478423">
                <a:moveTo>
                  <a:pt x="0" y="0"/>
                </a:moveTo>
                <a:lnTo>
                  <a:pt x="77771" y="44901"/>
                </a:lnTo>
                <a:lnTo>
                  <a:pt x="173094" y="400652"/>
                </a:lnTo>
                <a:lnTo>
                  <a:pt x="128193" y="478423"/>
                </a:lnTo>
                <a:close/>
              </a:path>
            </a:pathLst>
          </a:custGeom>
          <a:solidFill>
            <a:srgbClr val="7A4A2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4" name="Kształt 12"/>
          <p:cNvSpPr/>
          <p:nvPr/>
        </p:nvSpPr>
        <p:spPr>
          <a:xfrm>
            <a:off x="10130004" y="4555508"/>
            <a:ext cx="173094" cy="478423"/>
          </a:xfrm>
          <a:custGeom>
            <a:avLst/>
            <a:gdLst/>
            <a:ahLst/>
            <a:cxnLst/>
            <a:rect l="0" t="0" r="r" b="b"/>
            <a:pathLst>
              <a:path w="173094" h="478423">
                <a:moveTo>
                  <a:pt x="44901" y="0"/>
                </a:moveTo>
                <a:lnTo>
                  <a:pt x="173094" y="478423"/>
                </a:lnTo>
                <a:lnTo>
                  <a:pt x="95323" y="433522"/>
                </a:lnTo>
                <a:lnTo>
                  <a:pt x="0" y="77771"/>
                </a:lnTo>
                <a:close/>
              </a:path>
            </a:pathLst>
          </a:custGeom>
          <a:solidFill>
            <a:srgbClr val="5A332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5" name="Kształt 13"/>
          <p:cNvSpPr/>
          <p:nvPr/>
        </p:nvSpPr>
        <p:spPr>
          <a:xfrm>
            <a:off x="9812408" y="4989030"/>
            <a:ext cx="490690" cy="176381"/>
          </a:xfrm>
          <a:custGeom>
            <a:avLst/>
            <a:gdLst/>
            <a:ahLst/>
            <a:cxnLst/>
            <a:rect l="0" t="0" r="r" b="b"/>
            <a:pathLst>
              <a:path w="490690" h="176381">
                <a:moveTo>
                  <a:pt x="0" y="176381"/>
                </a:moveTo>
                <a:lnTo>
                  <a:pt x="44901" y="98610"/>
                </a:lnTo>
                <a:lnTo>
                  <a:pt x="412919" y="0"/>
                </a:lnTo>
                <a:lnTo>
                  <a:pt x="490690" y="44901"/>
                </a:lnTo>
                <a:close/>
              </a:path>
            </a:pathLst>
          </a:custGeom>
          <a:solidFill>
            <a:srgbClr val="4A2A1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6" name="Kształt 14"/>
          <p:cNvSpPr/>
          <p:nvPr/>
        </p:nvSpPr>
        <p:spPr>
          <a:xfrm>
            <a:off x="9761986" y="4633279"/>
            <a:ext cx="463341" cy="454361"/>
          </a:xfrm>
          <a:custGeom>
            <a:avLst/>
            <a:gdLst/>
            <a:ahLst/>
            <a:cxnLst/>
            <a:rect l="0" t="0" r="r" b="b"/>
            <a:pathLst>
              <a:path w="463341" h="454361">
                <a:moveTo>
                  <a:pt x="0" y="98610"/>
                </a:moveTo>
                <a:lnTo>
                  <a:pt x="368018" y="0"/>
                </a:lnTo>
                <a:lnTo>
                  <a:pt x="463341" y="355750"/>
                </a:lnTo>
                <a:lnTo>
                  <a:pt x="95323" y="454361"/>
                </a:lnTo>
                <a:close/>
              </a:path>
            </a:pathLst>
          </a:custGeom>
          <a:solidFill>
            <a:srgbClr val="6D402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7" name="Kształt 15"/>
          <p:cNvSpPr/>
          <p:nvPr/>
        </p:nvSpPr>
        <p:spPr>
          <a:xfrm>
            <a:off x="9178007" y="4156711"/>
            <a:ext cx="2101772" cy="332557"/>
          </a:xfrm>
          <a:custGeom>
            <a:avLst/>
            <a:gdLst/>
            <a:ahLst/>
            <a:cxnLst/>
            <a:rect l="0" t="0" r="r" b="b"/>
            <a:pathLst>
              <a:path w="2101772" h="332557">
                <a:moveTo>
                  <a:pt x="0" y="256925"/>
                </a:moveTo>
                <a:lnTo>
                  <a:pt x="2092486" y="0"/>
                </a:lnTo>
                <a:lnTo>
                  <a:pt x="2101772" y="75632"/>
                </a:lnTo>
                <a:lnTo>
                  <a:pt x="9286" y="332557"/>
                </a:lnTo>
                <a:close/>
              </a:path>
            </a:pathLst>
          </a:custGeom>
          <a:solidFill>
            <a:srgbClr val="3D221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8" name="Kształt 16"/>
          <p:cNvSpPr/>
          <p:nvPr/>
        </p:nvSpPr>
        <p:spPr>
          <a:xfrm>
            <a:off x="8989183" y="2683091"/>
            <a:ext cx="2282858" cy="1743150"/>
          </a:xfrm>
          <a:custGeom>
            <a:avLst/>
            <a:gdLst/>
            <a:ahLst/>
            <a:cxnLst/>
            <a:rect l="0" t="0" r="r" b="b"/>
            <a:pathLst>
              <a:path w="2282858" h="1743150">
                <a:moveTo>
                  <a:pt x="0" y="192694"/>
                </a:moveTo>
                <a:lnTo>
                  <a:pt x="1569364" y="0"/>
                </a:lnTo>
                <a:lnTo>
                  <a:pt x="1632822" y="516819"/>
                </a:lnTo>
                <a:lnTo>
                  <a:pt x="2155943" y="452588"/>
                </a:lnTo>
                <a:lnTo>
                  <a:pt x="2282858" y="1486225"/>
                </a:lnTo>
                <a:lnTo>
                  <a:pt x="190372" y="1743150"/>
                </a:lnTo>
                <a:close/>
              </a:path>
            </a:pathLst>
          </a:custGeom>
          <a:solidFill>
            <a:srgbClr val="331C1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9" name="Kształt 17"/>
          <p:cNvSpPr/>
          <p:nvPr/>
        </p:nvSpPr>
        <p:spPr>
          <a:xfrm>
            <a:off x="9003336" y="2825707"/>
            <a:ext cx="497911" cy="116424"/>
          </a:xfrm>
          <a:custGeom>
            <a:avLst/>
            <a:gdLst/>
            <a:ahLst/>
            <a:cxnLst/>
            <a:rect l="0" t="0" r="r" b="b"/>
            <a:pathLst>
              <a:path w="497911" h="116424">
                <a:moveTo>
                  <a:pt x="0" y="61136"/>
                </a:moveTo>
                <a:lnTo>
                  <a:pt x="497911" y="0"/>
                </a:lnTo>
                <a:lnTo>
                  <a:pt x="442623" y="70765"/>
                </a:lnTo>
                <a:lnTo>
                  <a:pt x="70765" y="116424"/>
                </a:lnTo>
                <a:close/>
              </a:path>
            </a:pathLst>
          </a:custGeom>
          <a:solidFill>
            <a:srgbClr val="855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0" name="Kształt 18"/>
          <p:cNvSpPr/>
          <p:nvPr/>
        </p:nvSpPr>
        <p:spPr>
          <a:xfrm>
            <a:off x="9003336" y="2886843"/>
            <a:ext cx="115650" cy="491608"/>
          </a:xfrm>
          <a:custGeom>
            <a:avLst/>
            <a:gdLst/>
            <a:ahLst/>
            <a:cxnLst/>
            <a:rect l="0" t="0" r="r" b="b"/>
            <a:pathLst>
              <a:path w="115650" h="491608">
                <a:moveTo>
                  <a:pt x="0" y="0"/>
                </a:moveTo>
                <a:lnTo>
                  <a:pt x="70765" y="55288"/>
                </a:lnTo>
                <a:lnTo>
                  <a:pt x="115650" y="420843"/>
                </a:lnTo>
                <a:lnTo>
                  <a:pt x="60362" y="491608"/>
                </a:lnTo>
                <a:close/>
              </a:path>
            </a:pathLst>
          </a:custGeom>
          <a:solidFill>
            <a:srgbClr val="7A4A2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1" name="Kształt 19"/>
          <p:cNvSpPr/>
          <p:nvPr/>
        </p:nvSpPr>
        <p:spPr>
          <a:xfrm>
            <a:off x="9445959" y="2825707"/>
            <a:ext cx="115650" cy="491608"/>
          </a:xfrm>
          <a:custGeom>
            <a:avLst/>
            <a:gdLst/>
            <a:ahLst/>
            <a:cxnLst/>
            <a:rect l="0" t="0" r="r" b="b"/>
            <a:pathLst>
              <a:path w="115650" h="491608">
                <a:moveTo>
                  <a:pt x="55288" y="0"/>
                </a:moveTo>
                <a:lnTo>
                  <a:pt x="115650" y="491608"/>
                </a:lnTo>
                <a:lnTo>
                  <a:pt x="44884" y="436320"/>
                </a:lnTo>
                <a:lnTo>
                  <a:pt x="0" y="70765"/>
                </a:lnTo>
                <a:close/>
              </a:path>
            </a:pathLst>
          </a:custGeom>
          <a:solidFill>
            <a:srgbClr val="5A332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2" name="Kształt 20"/>
          <p:cNvSpPr/>
          <p:nvPr/>
        </p:nvSpPr>
        <p:spPr>
          <a:xfrm>
            <a:off x="9063698" y="3262027"/>
            <a:ext cx="497911" cy="116424"/>
          </a:xfrm>
          <a:custGeom>
            <a:avLst/>
            <a:gdLst/>
            <a:ahLst/>
            <a:cxnLst/>
            <a:rect l="0" t="0" r="r" b="b"/>
            <a:pathLst>
              <a:path w="497911" h="116424">
                <a:moveTo>
                  <a:pt x="0" y="116424"/>
                </a:moveTo>
                <a:lnTo>
                  <a:pt x="55288" y="45658"/>
                </a:lnTo>
                <a:lnTo>
                  <a:pt x="427145" y="0"/>
                </a:lnTo>
                <a:lnTo>
                  <a:pt x="497911" y="55288"/>
                </a:lnTo>
                <a:close/>
              </a:path>
            </a:pathLst>
          </a:custGeom>
          <a:solidFill>
            <a:srgbClr val="4A2A1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3" name="Kształt 21"/>
          <p:cNvSpPr/>
          <p:nvPr/>
        </p:nvSpPr>
        <p:spPr>
          <a:xfrm>
            <a:off x="9074101" y="2896472"/>
            <a:ext cx="416742" cy="411213"/>
          </a:xfrm>
          <a:custGeom>
            <a:avLst/>
            <a:gdLst/>
            <a:ahLst/>
            <a:cxnLst/>
            <a:rect l="0" t="0" r="r" b="b"/>
            <a:pathLst>
              <a:path w="416742" h="411213">
                <a:moveTo>
                  <a:pt x="0" y="45658"/>
                </a:moveTo>
                <a:lnTo>
                  <a:pt x="371857" y="0"/>
                </a:lnTo>
                <a:lnTo>
                  <a:pt x="416742" y="365555"/>
                </a:lnTo>
                <a:lnTo>
                  <a:pt x="44884" y="411213"/>
                </a:lnTo>
                <a:close/>
              </a:path>
            </a:pathLst>
          </a:custGeom>
          <a:solidFill>
            <a:srgbClr val="6D402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4" name="Kształt 22"/>
          <p:cNvSpPr/>
          <p:nvPr/>
        </p:nvSpPr>
        <p:spPr>
          <a:xfrm>
            <a:off x="9066793" y="3342526"/>
            <a:ext cx="497911" cy="116424"/>
          </a:xfrm>
          <a:custGeom>
            <a:avLst/>
            <a:gdLst/>
            <a:ahLst/>
            <a:cxnLst/>
            <a:rect l="0" t="0" r="r" b="b"/>
            <a:pathLst>
              <a:path w="497911" h="116424">
                <a:moveTo>
                  <a:pt x="0" y="61136"/>
                </a:moveTo>
                <a:lnTo>
                  <a:pt x="497911" y="0"/>
                </a:lnTo>
                <a:lnTo>
                  <a:pt x="442623" y="70765"/>
                </a:lnTo>
                <a:lnTo>
                  <a:pt x="70765" y="116424"/>
                </a:lnTo>
                <a:close/>
              </a:path>
            </a:pathLst>
          </a:custGeom>
          <a:solidFill>
            <a:srgbClr val="855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5" name="Kształt 23"/>
          <p:cNvSpPr/>
          <p:nvPr/>
        </p:nvSpPr>
        <p:spPr>
          <a:xfrm>
            <a:off x="9066793" y="3403661"/>
            <a:ext cx="115650" cy="491608"/>
          </a:xfrm>
          <a:custGeom>
            <a:avLst/>
            <a:gdLst/>
            <a:ahLst/>
            <a:cxnLst/>
            <a:rect l="0" t="0" r="r" b="b"/>
            <a:pathLst>
              <a:path w="115650" h="491608">
                <a:moveTo>
                  <a:pt x="0" y="0"/>
                </a:moveTo>
                <a:lnTo>
                  <a:pt x="70765" y="55288"/>
                </a:lnTo>
                <a:lnTo>
                  <a:pt x="115650" y="420843"/>
                </a:lnTo>
                <a:lnTo>
                  <a:pt x="60362" y="491608"/>
                </a:lnTo>
                <a:close/>
              </a:path>
            </a:pathLst>
          </a:custGeom>
          <a:solidFill>
            <a:srgbClr val="7A4A2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6" name="Kształt 24"/>
          <p:cNvSpPr/>
          <p:nvPr/>
        </p:nvSpPr>
        <p:spPr>
          <a:xfrm>
            <a:off x="9509416" y="3342526"/>
            <a:ext cx="115650" cy="491608"/>
          </a:xfrm>
          <a:custGeom>
            <a:avLst/>
            <a:gdLst/>
            <a:ahLst/>
            <a:cxnLst/>
            <a:rect l="0" t="0" r="r" b="b"/>
            <a:pathLst>
              <a:path w="115650" h="491608">
                <a:moveTo>
                  <a:pt x="55288" y="0"/>
                </a:moveTo>
                <a:lnTo>
                  <a:pt x="115650" y="491608"/>
                </a:lnTo>
                <a:lnTo>
                  <a:pt x="44884" y="436320"/>
                </a:lnTo>
                <a:lnTo>
                  <a:pt x="0" y="70765"/>
                </a:lnTo>
                <a:close/>
              </a:path>
            </a:pathLst>
          </a:custGeom>
          <a:solidFill>
            <a:srgbClr val="5A332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7" name="Kształt 25"/>
          <p:cNvSpPr/>
          <p:nvPr/>
        </p:nvSpPr>
        <p:spPr>
          <a:xfrm>
            <a:off x="9127155" y="3778846"/>
            <a:ext cx="497911" cy="116424"/>
          </a:xfrm>
          <a:custGeom>
            <a:avLst/>
            <a:gdLst/>
            <a:ahLst/>
            <a:cxnLst/>
            <a:rect l="0" t="0" r="r" b="b"/>
            <a:pathLst>
              <a:path w="497911" h="116424">
                <a:moveTo>
                  <a:pt x="0" y="116424"/>
                </a:moveTo>
                <a:lnTo>
                  <a:pt x="55288" y="45658"/>
                </a:lnTo>
                <a:lnTo>
                  <a:pt x="427145" y="0"/>
                </a:lnTo>
                <a:lnTo>
                  <a:pt x="497911" y="55288"/>
                </a:lnTo>
                <a:close/>
              </a:path>
            </a:pathLst>
          </a:custGeom>
          <a:solidFill>
            <a:srgbClr val="4A2A1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8" name="Kształt 26"/>
          <p:cNvSpPr/>
          <p:nvPr/>
        </p:nvSpPr>
        <p:spPr>
          <a:xfrm>
            <a:off x="9137559" y="3413291"/>
            <a:ext cx="416742" cy="411213"/>
          </a:xfrm>
          <a:custGeom>
            <a:avLst/>
            <a:gdLst/>
            <a:ahLst/>
            <a:cxnLst/>
            <a:rect l="0" t="0" r="r" b="b"/>
            <a:pathLst>
              <a:path w="416742" h="411213">
                <a:moveTo>
                  <a:pt x="0" y="45658"/>
                </a:moveTo>
                <a:lnTo>
                  <a:pt x="371857" y="0"/>
                </a:lnTo>
                <a:lnTo>
                  <a:pt x="416742" y="365555"/>
                </a:lnTo>
                <a:lnTo>
                  <a:pt x="44884" y="411213"/>
                </a:lnTo>
                <a:close/>
              </a:path>
            </a:pathLst>
          </a:custGeom>
          <a:solidFill>
            <a:srgbClr val="6D402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9" name="Kształt 27"/>
          <p:cNvSpPr/>
          <p:nvPr/>
        </p:nvSpPr>
        <p:spPr>
          <a:xfrm>
            <a:off x="9130251" y="3859344"/>
            <a:ext cx="497911" cy="116424"/>
          </a:xfrm>
          <a:custGeom>
            <a:avLst/>
            <a:gdLst/>
            <a:ahLst/>
            <a:cxnLst/>
            <a:rect l="0" t="0" r="r" b="b"/>
            <a:pathLst>
              <a:path w="497911" h="116424">
                <a:moveTo>
                  <a:pt x="0" y="61136"/>
                </a:moveTo>
                <a:lnTo>
                  <a:pt x="497911" y="0"/>
                </a:lnTo>
                <a:lnTo>
                  <a:pt x="442623" y="70765"/>
                </a:lnTo>
                <a:lnTo>
                  <a:pt x="70765" y="116424"/>
                </a:lnTo>
                <a:close/>
              </a:path>
            </a:pathLst>
          </a:custGeom>
          <a:solidFill>
            <a:srgbClr val="855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0" name="Kształt 28"/>
          <p:cNvSpPr/>
          <p:nvPr/>
        </p:nvSpPr>
        <p:spPr>
          <a:xfrm>
            <a:off x="9130251" y="3920480"/>
            <a:ext cx="115650" cy="491608"/>
          </a:xfrm>
          <a:custGeom>
            <a:avLst/>
            <a:gdLst/>
            <a:ahLst/>
            <a:cxnLst/>
            <a:rect l="0" t="0" r="r" b="b"/>
            <a:pathLst>
              <a:path w="115650" h="491608">
                <a:moveTo>
                  <a:pt x="0" y="0"/>
                </a:moveTo>
                <a:lnTo>
                  <a:pt x="70765" y="55288"/>
                </a:lnTo>
                <a:lnTo>
                  <a:pt x="115650" y="420843"/>
                </a:lnTo>
                <a:lnTo>
                  <a:pt x="60362" y="491608"/>
                </a:lnTo>
                <a:close/>
              </a:path>
            </a:pathLst>
          </a:custGeom>
          <a:solidFill>
            <a:srgbClr val="7A4A2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1" name="Kształt 29"/>
          <p:cNvSpPr/>
          <p:nvPr/>
        </p:nvSpPr>
        <p:spPr>
          <a:xfrm>
            <a:off x="9572874" y="3859344"/>
            <a:ext cx="115650" cy="491608"/>
          </a:xfrm>
          <a:custGeom>
            <a:avLst/>
            <a:gdLst/>
            <a:ahLst/>
            <a:cxnLst/>
            <a:rect l="0" t="0" r="r" b="b"/>
            <a:pathLst>
              <a:path w="115650" h="491608">
                <a:moveTo>
                  <a:pt x="55288" y="0"/>
                </a:moveTo>
                <a:lnTo>
                  <a:pt x="115650" y="491608"/>
                </a:lnTo>
                <a:lnTo>
                  <a:pt x="44884" y="436320"/>
                </a:lnTo>
                <a:lnTo>
                  <a:pt x="0" y="70765"/>
                </a:lnTo>
                <a:close/>
              </a:path>
            </a:pathLst>
          </a:custGeom>
          <a:solidFill>
            <a:srgbClr val="5A332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2" name="Kształt 30"/>
          <p:cNvSpPr/>
          <p:nvPr/>
        </p:nvSpPr>
        <p:spPr>
          <a:xfrm>
            <a:off x="9190613" y="4295665"/>
            <a:ext cx="497911" cy="116424"/>
          </a:xfrm>
          <a:custGeom>
            <a:avLst/>
            <a:gdLst/>
            <a:ahLst/>
            <a:cxnLst/>
            <a:rect l="0" t="0" r="r" b="b"/>
            <a:pathLst>
              <a:path w="497911" h="116424">
                <a:moveTo>
                  <a:pt x="0" y="116424"/>
                </a:moveTo>
                <a:lnTo>
                  <a:pt x="55288" y="45658"/>
                </a:lnTo>
                <a:lnTo>
                  <a:pt x="427145" y="0"/>
                </a:lnTo>
                <a:lnTo>
                  <a:pt x="497911" y="55288"/>
                </a:lnTo>
                <a:close/>
              </a:path>
            </a:pathLst>
          </a:custGeom>
          <a:solidFill>
            <a:srgbClr val="4A2A1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3" name="Kształt 31"/>
          <p:cNvSpPr/>
          <p:nvPr/>
        </p:nvSpPr>
        <p:spPr>
          <a:xfrm>
            <a:off x="9201016" y="3930110"/>
            <a:ext cx="416742" cy="411213"/>
          </a:xfrm>
          <a:custGeom>
            <a:avLst/>
            <a:gdLst/>
            <a:ahLst/>
            <a:cxnLst/>
            <a:rect l="0" t="0" r="r" b="b"/>
            <a:pathLst>
              <a:path w="416742" h="411213">
                <a:moveTo>
                  <a:pt x="0" y="45658"/>
                </a:moveTo>
                <a:lnTo>
                  <a:pt x="371857" y="0"/>
                </a:lnTo>
                <a:lnTo>
                  <a:pt x="416742" y="365555"/>
                </a:lnTo>
                <a:lnTo>
                  <a:pt x="44884" y="411213"/>
                </a:lnTo>
                <a:close/>
              </a:path>
            </a:pathLst>
          </a:custGeom>
          <a:solidFill>
            <a:srgbClr val="6D402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4" name="Kształt 32"/>
          <p:cNvSpPr/>
          <p:nvPr/>
        </p:nvSpPr>
        <p:spPr>
          <a:xfrm>
            <a:off x="9526458" y="2761476"/>
            <a:ext cx="497911" cy="116424"/>
          </a:xfrm>
          <a:custGeom>
            <a:avLst/>
            <a:gdLst/>
            <a:ahLst/>
            <a:cxnLst/>
            <a:rect l="0" t="0" r="r" b="b"/>
            <a:pathLst>
              <a:path w="497911" h="116424">
                <a:moveTo>
                  <a:pt x="0" y="61136"/>
                </a:moveTo>
                <a:lnTo>
                  <a:pt x="497911" y="0"/>
                </a:lnTo>
                <a:lnTo>
                  <a:pt x="442623" y="70765"/>
                </a:lnTo>
                <a:lnTo>
                  <a:pt x="70765" y="116424"/>
                </a:lnTo>
                <a:close/>
              </a:path>
            </a:pathLst>
          </a:custGeom>
          <a:solidFill>
            <a:srgbClr val="855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5" name="Kształt 33"/>
          <p:cNvSpPr/>
          <p:nvPr/>
        </p:nvSpPr>
        <p:spPr>
          <a:xfrm>
            <a:off x="9526458" y="2822611"/>
            <a:ext cx="115650" cy="491608"/>
          </a:xfrm>
          <a:custGeom>
            <a:avLst/>
            <a:gdLst/>
            <a:ahLst/>
            <a:cxnLst/>
            <a:rect l="0" t="0" r="r" b="b"/>
            <a:pathLst>
              <a:path w="115650" h="491608">
                <a:moveTo>
                  <a:pt x="0" y="0"/>
                </a:moveTo>
                <a:lnTo>
                  <a:pt x="70765" y="55288"/>
                </a:lnTo>
                <a:lnTo>
                  <a:pt x="115650" y="420843"/>
                </a:lnTo>
                <a:lnTo>
                  <a:pt x="60362" y="491608"/>
                </a:lnTo>
                <a:close/>
              </a:path>
            </a:pathLst>
          </a:custGeom>
          <a:solidFill>
            <a:srgbClr val="7A4A2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6" name="Kształt 34"/>
          <p:cNvSpPr/>
          <p:nvPr/>
        </p:nvSpPr>
        <p:spPr>
          <a:xfrm>
            <a:off x="9969080" y="2761476"/>
            <a:ext cx="115650" cy="491608"/>
          </a:xfrm>
          <a:custGeom>
            <a:avLst/>
            <a:gdLst/>
            <a:ahLst/>
            <a:cxnLst/>
            <a:rect l="0" t="0" r="r" b="b"/>
            <a:pathLst>
              <a:path w="115650" h="491608">
                <a:moveTo>
                  <a:pt x="55288" y="0"/>
                </a:moveTo>
                <a:lnTo>
                  <a:pt x="115650" y="491608"/>
                </a:lnTo>
                <a:lnTo>
                  <a:pt x="44884" y="436320"/>
                </a:lnTo>
                <a:lnTo>
                  <a:pt x="0" y="70765"/>
                </a:lnTo>
                <a:close/>
              </a:path>
            </a:pathLst>
          </a:custGeom>
          <a:solidFill>
            <a:srgbClr val="5A332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7" name="Kształt 35"/>
          <p:cNvSpPr/>
          <p:nvPr/>
        </p:nvSpPr>
        <p:spPr>
          <a:xfrm>
            <a:off x="9586819" y="3197796"/>
            <a:ext cx="497911" cy="116424"/>
          </a:xfrm>
          <a:custGeom>
            <a:avLst/>
            <a:gdLst/>
            <a:ahLst/>
            <a:cxnLst/>
            <a:rect l="0" t="0" r="r" b="b"/>
            <a:pathLst>
              <a:path w="497911" h="116424">
                <a:moveTo>
                  <a:pt x="0" y="116424"/>
                </a:moveTo>
                <a:lnTo>
                  <a:pt x="55288" y="45658"/>
                </a:lnTo>
                <a:lnTo>
                  <a:pt x="427145" y="0"/>
                </a:lnTo>
                <a:lnTo>
                  <a:pt x="497911" y="55288"/>
                </a:lnTo>
                <a:close/>
              </a:path>
            </a:pathLst>
          </a:custGeom>
          <a:solidFill>
            <a:srgbClr val="4A2A1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8" name="Kształt 36"/>
          <p:cNvSpPr/>
          <p:nvPr/>
        </p:nvSpPr>
        <p:spPr>
          <a:xfrm>
            <a:off x="9597223" y="2832241"/>
            <a:ext cx="416742" cy="411213"/>
          </a:xfrm>
          <a:custGeom>
            <a:avLst/>
            <a:gdLst/>
            <a:ahLst/>
            <a:cxnLst/>
            <a:rect l="0" t="0" r="r" b="b"/>
            <a:pathLst>
              <a:path w="416742" h="411213">
                <a:moveTo>
                  <a:pt x="0" y="45658"/>
                </a:moveTo>
                <a:lnTo>
                  <a:pt x="371857" y="0"/>
                </a:lnTo>
                <a:lnTo>
                  <a:pt x="416742" y="365555"/>
                </a:lnTo>
                <a:lnTo>
                  <a:pt x="44884" y="411213"/>
                </a:lnTo>
                <a:close/>
              </a:path>
            </a:pathLst>
          </a:custGeom>
          <a:solidFill>
            <a:srgbClr val="6D402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9" name="Kształt 37"/>
          <p:cNvSpPr/>
          <p:nvPr/>
        </p:nvSpPr>
        <p:spPr>
          <a:xfrm>
            <a:off x="9589915" y="3278294"/>
            <a:ext cx="497911" cy="116424"/>
          </a:xfrm>
          <a:custGeom>
            <a:avLst/>
            <a:gdLst/>
            <a:ahLst/>
            <a:cxnLst/>
            <a:rect l="0" t="0" r="r" b="b"/>
            <a:pathLst>
              <a:path w="497911" h="116424">
                <a:moveTo>
                  <a:pt x="0" y="61136"/>
                </a:moveTo>
                <a:lnTo>
                  <a:pt x="497911" y="0"/>
                </a:lnTo>
                <a:lnTo>
                  <a:pt x="442623" y="70765"/>
                </a:lnTo>
                <a:lnTo>
                  <a:pt x="70765" y="116424"/>
                </a:lnTo>
                <a:close/>
              </a:path>
            </a:pathLst>
          </a:custGeom>
          <a:solidFill>
            <a:srgbClr val="855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0" name="Kształt 38"/>
          <p:cNvSpPr/>
          <p:nvPr/>
        </p:nvSpPr>
        <p:spPr>
          <a:xfrm>
            <a:off x="9589915" y="3339430"/>
            <a:ext cx="115650" cy="491608"/>
          </a:xfrm>
          <a:custGeom>
            <a:avLst/>
            <a:gdLst/>
            <a:ahLst/>
            <a:cxnLst/>
            <a:rect l="0" t="0" r="r" b="b"/>
            <a:pathLst>
              <a:path w="115650" h="491608">
                <a:moveTo>
                  <a:pt x="0" y="0"/>
                </a:moveTo>
                <a:lnTo>
                  <a:pt x="70765" y="55288"/>
                </a:lnTo>
                <a:lnTo>
                  <a:pt x="115650" y="420843"/>
                </a:lnTo>
                <a:lnTo>
                  <a:pt x="60362" y="491608"/>
                </a:lnTo>
                <a:close/>
              </a:path>
            </a:pathLst>
          </a:custGeom>
          <a:solidFill>
            <a:srgbClr val="7A4A2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1" name="Kształt 39"/>
          <p:cNvSpPr/>
          <p:nvPr/>
        </p:nvSpPr>
        <p:spPr>
          <a:xfrm>
            <a:off x="10032538" y="3278294"/>
            <a:ext cx="115650" cy="491608"/>
          </a:xfrm>
          <a:custGeom>
            <a:avLst/>
            <a:gdLst/>
            <a:ahLst/>
            <a:cxnLst/>
            <a:rect l="0" t="0" r="r" b="b"/>
            <a:pathLst>
              <a:path w="115650" h="491608">
                <a:moveTo>
                  <a:pt x="55288" y="0"/>
                </a:moveTo>
                <a:lnTo>
                  <a:pt x="115650" y="491608"/>
                </a:lnTo>
                <a:lnTo>
                  <a:pt x="44884" y="436320"/>
                </a:lnTo>
                <a:lnTo>
                  <a:pt x="0" y="70765"/>
                </a:lnTo>
                <a:close/>
              </a:path>
            </a:pathLst>
          </a:custGeom>
          <a:solidFill>
            <a:srgbClr val="5A332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2" name="Kształt 40"/>
          <p:cNvSpPr/>
          <p:nvPr/>
        </p:nvSpPr>
        <p:spPr>
          <a:xfrm>
            <a:off x="9650277" y="3714615"/>
            <a:ext cx="497911" cy="116424"/>
          </a:xfrm>
          <a:custGeom>
            <a:avLst/>
            <a:gdLst/>
            <a:ahLst/>
            <a:cxnLst/>
            <a:rect l="0" t="0" r="r" b="b"/>
            <a:pathLst>
              <a:path w="497911" h="116424">
                <a:moveTo>
                  <a:pt x="0" y="116424"/>
                </a:moveTo>
                <a:lnTo>
                  <a:pt x="55288" y="45658"/>
                </a:lnTo>
                <a:lnTo>
                  <a:pt x="427145" y="0"/>
                </a:lnTo>
                <a:lnTo>
                  <a:pt x="497911" y="55288"/>
                </a:lnTo>
                <a:close/>
              </a:path>
            </a:pathLst>
          </a:custGeom>
          <a:solidFill>
            <a:srgbClr val="4A2A1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3" name="Kształt 41"/>
          <p:cNvSpPr/>
          <p:nvPr/>
        </p:nvSpPr>
        <p:spPr>
          <a:xfrm>
            <a:off x="9660680" y="3349060"/>
            <a:ext cx="416742" cy="411213"/>
          </a:xfrm>
          <a:custGeom>
            <a:avLst/>
            <a:gdLst/>
            <a:ahLst/>
            <a:cxnLst/>
            <a:rect l="0" t="0" r="r" b="b"/>
            <a:pathLst>
              <a:path w="416742" h="411213">
                <a:moveTo>
                  <a:pt x="0" y="45658"/>
                </a:moveTo>
                <a:lnTo>
                  <a:pt x="371857" y="0"/>
                </a:lnTo>
                <a:lnTo>
                  <a:pt x="416742" y="365555"/>
                </a:lnTo>
                <a:lnTo>
                  <a:pt x="44884" y="411213"/>
                </a:lnTo>
                <a:close/>
              </a:path>
            </a:pathLst>
          </a:custGeom>
          <a:solidFill>
            <a:srgbClr val="6D402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4" name="Kształt 42"/>
          <p:cNvSpPr/>
          <p:nvPr/>
        </p:nvSpPr>
        <p:spPr>
          <a:xfrm>
            <a:off x="9653372" y="3795113"/>
            <a:ext cx="497911" cy="116424"/>
          </a:xfrm>
          <a:custGeom>
            <a:avLst/>
            <a:gdLst/>
            <a:ahLst/>
            <a:cxnLst/>
            <a:rect l="0" t="0" r="r" b="b"/>
            <a:pathLst>
              <a:path w="497911" h="116424">
                <a:moveTo>
                  <a:pt x="0" y="61136"/>
                </a:moveTo>
                <a:lnTo>
                  <a:pt x="497911" y="0"/>
                </a:lnTo>
                <a:lnTo>
                  <a:pt x="442623" y="70765"/>
                </a:lnTo>
                <a:lnTo>
                  <a:pt x="70765" y="116424"/>
                </a:lnTo>
                <a:close/>
              </a:path>
            </a:pathLst>
          </a:custGeom>
          <a:solidFill>
            <a:srgbClr val="855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5" name="Kształt 43"/>
          <p:cNvSpPr/>
          <p:nvPr/>
        </p:nvSpPr>
        <p:spPr>
          <a:xfrm>
            <a:off x="9653372" y="3856249"/>
            <a:ext cx="115650" cy="491608"/>
          </a:xfrm>
          <a:custGeom>
            <a:avLst/>
            <a:gdLst/>
            <a:ahLst/>
            <a:cxnLst/>
            <a:rect l="0" t="0" r="r" b="b"/>
            <a:pathLst>
              <a:path w="115650" h="491608">
                <a:moveTo>
                  <a:pt x="0" y="0"/>
                </a:moveTo>
                <a:lnTo>
                  <a:pt x="70765" y="55288"/>
                </a:lnTo>
                <a:lnTo>
                  <a:pt x="115650" y="420843"/>
                </a:lnTo>
                <a:lnTo>
                  <a:pt x="60362" y="491608"/>
                </a:lnTo>
                <a:close/>
              </a:path>
            </a:pathLst>
          </a:custGeom>
          <a:solidFill>
            <a:srgbClr val="7A4A2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6" name="Kształt 44"/>
          <p:cNvSpPr/>
          <p:nvPr/>
        </p:nvSpPr>
        <p:spPr>
          <a:xfrm>
            <a:off x="10095995" y="3795113"/>
            <a:ext cx="115650" cy="491608"/>
          </a:xfrm>
          <a:custGeom>
            <a:avLst/>
            <a:gdLst/>
            <a:ahLst/>
            <a:cxnLst/>
            <a:rect l="0" t="0" r="r" b="b"/>
            <a:pathLst>
              <a:path w="115650" h="491608">
                <a:moveTo>
                  <a:pt x="55288" y="0"/>
                </a:moveTo>
                <a:lnTo>
                  <a:pt x="115650" y="491608"/>
                </a:lnTo>
                <a:lnTo>
                  <a:pt x="44884" y="436320"/>
                </a:lnTo>
                <a:lnTo>
                  <a:pt x="0" y="70765"/>
                </a:lnTo>
                <a:close/>
              </a:path>
            </a:pathLst>
          </a:custGeom>
          <a:solidFill>
            <a:srgbClr val="5A332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7" name="Kształt 45"/>
          <p:cNvSpPr/>
          <p:nvPr/>
        </p:nvSpPr>
        <p:spPr>
          <a:xfrm>
            <a:off x="9713734" y="4231433"/>
            <a:ext cx="497911" cy="116424"/>
          </a:xfrm>
          <a:custGeom>
            <a:avLst/>
            <a:gdLst/>
            <a:ahLst/>
            <a:cxnLst/>
            <a:rect l="0" t="0" r="r" b="b"/>
            <a:pathLst>
              <a:path w="497911" h="116424">
                <a:moveTo>
                  <a:pt x="0" y="116424"/>
                </a:moveTo>
                <a:lnTo>
                  <a:pt x="55288" y="45658"/>
                </a:lnTo>
                <a:lnTo>
                  <a:pt x="427145" y="0"/>
                </a:lnTo>
                <a:lnTo>
                  <a:pt x="497911" y="55288"/>
                </a:lnTo>
                <a:close/>
              </a:path>
            </a:pathLst>
          </a:custGeom>
          <a:solidFill>
            <a:srgbClr val="4A2A1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8" name="Kształt 46"/>
          <p:cNvSpPr/>
          <p:nvPr/>
        </p:nvSpPr>
        <p:spPr>
          <a:xfrm>
            <a:off x="9724138" y="3865879"/>
            <a:ext cx="416742" cy="411213"/>
          </a:xfrm>
          <a:custGeom>
            <a:avLst/>
            <a:gdLst/>
            <a:ahLst/>
            <a:cxnLst/>
            <a:rect l="0" t="0" r="r" b="b"/>
            <a:pathLst>
              <a:path w="416742" h="411213">
                <a:moveTo>
                  <a:pt x="0" y="45658"/>
                </a:moveTo>
                <a:lnTo>
                  <a:pt x="371857" y="0"/>
                </a:lnTo>
                <a:lnTo>
                  <a:pt x="416742" y="365555"/>
                </a:lnTo>
                <a:lnTo>
                  <a:pt x="44884" y="411213"/>
                </a:lnTo>
                <a:close/>
              </a:path>
            </a:pathLst>
          </a:custGeom>
          <a:solidFill>
            <a:srgbClr val="6D402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9" name="Kształt 47"/>
          <p:cNvSpPr/>
          <p:nvPr/>
        </p:nvSpPr>
        <p:spPr>
          <a:xfrm>
            <a:off x="10049579" y="2697244"/>
            <a:ext cx="497911" cy="116424"/>
          </a:xfrm>
          <a:custGeom>
            <a:avLst/>
            <a:gdLst/>
            <a:ahLst/>
            <a:cxnLst/>
            <a:rect l="0" t="0" r="r" b="b"/>
            <a:pathLst>
              <a:path w="497911" h="116424">
                <a:moveTo>
                  <a:pt x="0" y="61136"/>
                </a:moveTo>
                <a:lnTo>
                  <a:pt x="497911" y="0"/>
                </a:lnTo>
                <a:lnTo>
                  <a:pt x="442623" y="70765"/>
                </a:lnTo>
                <a:lnTo>
                  <a:pt x="70765" y="116424"/>
                </a:lnTo>
                <a:close/>
              </a:path>
            </a:pathLst>
          </a:custGeom>
          <a:solidFill>
            <a:srgbClr val="855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0" name="Kształt 48"/>
          <p:cNvSpPr/>
          <p:nvPr/>
        </p:nvSpPr>
        <p:spPr>
          <a:xfrm>
            <a:off x="10049579" y="2758380"/>
            <a:ext cx="115650" cy="491608"/>
          </a:xfrm>
          <a:custGeom>
            <a:avLst/>
            <a:gdLst/>
            <a:ahLst/>
            <a:cxnLst/>
            <a:rect l="0" t="0" r="r" b="b"/>
            <a:pathLst>
              <a:path w="115650" h="491608">
                <a:moveTo>
                  <a:pt x="0" y="0"/>
                </a:moveTo>
                <a:lnTo>
                  <a:pt x="70765" y="55288"/>
                </a:lnTo>
                <a:lnTo>
                  <a:pt x="115650" y="420843"/>
                </a:lnTo>
                <a:lnTo>
                  <a:pt x="60362" y="491608"/>
                </a:lnTo>
                <a:close/>
              </a:path>
            </a:pathLst>
          </a:custGeom>
          <a:solidFill>
            <a:srgbClr val="7A4A2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1" name="Kształt 49"/>
          <p:cNvSpPr/>
          <p:nvPr/>
        </p:nvSpPr>
        <p:spPr>
          <a:xfrm>
            <a:off x="10492202" y="2697244"/>
            <a:ext cx="115650" cy="491608"/>
          </a:xfrm>
          <a:custGeom>
            <a:avLst/>
            <a:gdLst/>
            <a:ahLst/>
            <a:cxnLst/>
            <a:rect l="0" t="0" r="r" b="b"/>
            <a:pathLst>
              <a:path w="115650" h="491608">
                <a:moveTo>
                  <a:pt x="55288" y="0"/>
                </a:moveTo>
                <a:lnTo>
                  <a:pt x="115650" y="491608"/>
                </a:lnTo>
                <a:lnTo>
                  <a:pt x="44884" y="436320"/>
                </a:lnTo>
                <a:lnTo>
                  <a:pt x="0" y="70765"/>
                </a:lnTo>
                <a:close/>
              </a:path>
            </a:pathLst>
          </a:custGeom>
          <a:solidFill>
            <a:srgbClr val="5A332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2" name="Kształt 50"/>
          <p:cNvSpPr/>
          <p:nvPr/>
        </p:nvSpPr>
        <p:spPr>
          <a:xfrm>
            <a:off x="10109941" y="3133565"/>
            <a:ext cx="497911" cy="116424"/>
          </a:xfrm>
          <a:custGeom>
            <a:avLst/>
            <a:gdLst/>
            <a:ahLst/>
            <a:cxnLst/>
            <a:rect l="0" t="0" r="r" b="b"/>
            <a:pathLst>
              <a:path w="497911" h="116424">
                <a:moveTo>
                  <a:pt x="0" y="116424"/>
                </a:moveTo>
                <a:lnTo>
                  <a:pt x="55288" y="45658"/>
                </a:lnTo>
                <a:lnTo>
                  <a:pt x="427145" y="0"/>
                </a:lnTo>
                <a:lnTo>
                  <a:pt x="497911" y="55288"/>
                </a:lnTo>
                <a:close/>
              </a:path>
            </a:pathLst>
          </a:custGeom>
          <a:solidFill>
            <a:srgbClr val="4A2A1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3" name="Kształt 51"/>
          <p:cNvSpPr/>
          <p:nvPr/>
        </p:nvSpPr>
        <p:spPr>
          <a:xfrm>
            <a:off x="10120344" y="2768010"/>
            <a:ext cx="416742" cy="411213"/>
          </a:xfrm>
          <a:custGeom>
            <a:avLst/>
            <a:gdLst/>
            <a:ahLst/>
            <a:cxnLst/>
            <a:rect l="0" t="0" r="r" b="b"/>
            <a:pathLst>
              <a:path w="416742" h="411213">
                <a:moveTo>
                  <a:pt x="0" y="45658"/>
                </a:moveTo>
                <a:lnTo>
                  <a:pt x="371857" y="0"/>
                </a:lnTo>
                <a:lnTo>
                  <a:pt x="416742" y="365555"/>
                </a:lnTo>
                <a:lnTo>
                  <a:pt x="44884" y="411213"/>
                </a:lnTo>
                <a:close/>
              </a:path>
            </a:pathLst>
          </a:custGeom>
          <a:solidFill>
            <a:srgbClr val="6D402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4" name="Kształt 52"/>
          <p:cNvSpPr/>
          <p:nvPr/>
        </p:nvSpPr>
        <p:spPr>
          <a:xfrm>
            <a:off x="10113036" y="3214063"/>
            <a:ext cx="497911" cy="116424"/>
          </a:xfrm>
          <a:custGeom>
            <a:avLst/>
            <a:gdLst/>
            <a:ahLst/>
            <a:cxnLst/>
            <a:rect l="0" t="0" r="r" b="b"/>
            <a:pathLst>
              <a:path w="497911" h="116424">
                <a:moveTo>
                  <a:pt x="0" y="61136"/>
                </a:moveTo>
                <a:lnTo>
                  <a:pt x="497911" y="0"/>
                </a:lnTo>
                <a:lnTo>
                  <a:pt x="442623" y="70765"/>
                </a:lnTo>
                <a:lnTo>
                  <a:pt x="70765" y="116424"/>
                </a:lnTo>
                <a:close/>
              </a:path>
            </a:pathLst>
          </a:custGeom>
          <a:solidFill>
            <a:srgbClr val="855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5" name="Kształt 53"/>
          <p:cNvSpPr/>
          <p:nvPr/>
        </p:nvSpPr>
        <p:spPr>
          <a:xfrm>
            <a:off x="10113036" y="3275199"/>
            <a:ext cx="115650" cy="491608"/>
          </a:xfrm>
          <a:custGeom>
            <a:avLst/>
            <a:gdLst/>
            <a:ahLst/>
            <a:cxnLst/>
            <a:rect l="0" t="0" r="r" b="b"/>
            <a:pathLst>
              <a:path w="115650" h="491608">
                <a:moveTo>
                  <a:pt x="0" y="0"/>
                </a:moveTo>
                <a:lnTo>
                  <a:pt x="70765" y="55288"/>
                </a:lnTo>
                <a:lnTo>
                  <a:pt x="115650" y="420843"/>
                </a:lnTo>
                <a:lnTo>
                  <a:pt x="60362" y="491608"/>
                </a:lnTo>
                <a:close/>
              </a:path>
            </a:pathLst>
          </a:custGeom>
          <a:solidFill>
            <a:srgbClr val="7A4A2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6" name="Kształt 54"/>
          <p:cNvSpPr/>
          <p:nvPr/>
        </p:nvSpPr>
        <p:spPr>
          <a:xfrm>
            <a:off x="10555659" y="3214063"/>
            <a:ext cx="115650" cy="491608"/>
          </a:xfrm>
          <a:custGeom>
            <a:avLst/>
            <a:gdLst/>
            <a:ahLst/>
            <a:cxnLst/>
            <a:rect l="0" t="0" r="r" b="b"/>
            <a:pathLst>
              <a:path w="115650" h="491608">
                <a:moveTo>
                  <a:pt x="55288" y="0"/>
                </a:moveTo>
                <a:lnTo>
                  <a:pt x="115650" y="491608"/>
                </a:lnTo>
                <a:lnTo>
                  <a:pt x="44884" y="436320"/>
                </a:lnTo>
                <a:lnTo>
                  <a:pt x="0" y="70765"/>
                </a:lnTo>
                <a:close/>
              </a:path>
            </a:pathLst>
          </a:custGeom>
          <a:solidFill>
            <a:srgbClr val="5A332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7" name="Kształt 55"/>
          <p:cNvSpPr/>
          <p:nvPr/>
        </p:nvSpPr>
        <p:spPr>
          <a:xfrm>
            <a:off x="10173398" y="3650383"/>
            <a:ext cx="497911" cy="116424"/>
          </a:xfrm>
          <a:custGeom>
            <a:avLst/>
            <a:gdLst/>
            <a:ahLst/>
            <a:cxnLst/>
            <a:rect l="0" t="0" r="r" b="b"/>
            <a:pathLst>
              <a:path w="497911" h="116424">
                <a:moveTo>
                  <a:pt x="0" y="116424"/>
                </a:moveTo>
                <a:lnTo>
                  <a:pt x="55288" y="45658"/>
                </a:lnTo>
                <a:lnTo>
                  <a:pt x="427145" y="0"/>
                </a:lnTo>
                <a:lnTo>
                  <a:pt x="497911" y="55288"/>
                </a:lnTo>
                <a:close/>
              </a:path>
            </a:pathLst>
          </a:custGeom>
          <a:solidFill>
            <a:srgbClr val="4A2A1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8" name="Kształt 56"/>
          <p:cNvSpPr/>
          <p:nvPr/>
        </p:nvSpPr>
        <p:spPr>
          <a:xfrm>
            <a:off x="10183802" y="3284829"/>
            <a:ext cx="416742" cy="411213"/>
          </a:xfrm>
          <a:custGeom>
            <a:avLst/>
            <a:gdLst/>
            <a:ahLst/>
            <a:cxnLst/>
            <a:rect l="0" t="0" r="r" b="b"/>
            <a:pathLst>
              <a:path w="416742" h="411213">
                <a:moveTo>
                  <a:pt x="0" y="45658"/>
                </a:moveTo>
                <a:lnTo>
                  <a:pt x="371857" y="0"/>
                </a:lnTo>
                <a:lnTo>
                  <a:pt x="416742" y="365555"/>
                </a:lnTo>
                <a:lnTo>
                  <a:pt x="44884" y="411213"/>
                </a:lnTo>
                <a:close/>
              </a:path>
            </a:pathLst>
          </a:custGeom>
          <a:solidFill>
            <a:srgbClr val="6D402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9" name="Kształt 57"/>
          <p:cNvSpPr/>
          <p:nvPr/>
        </p:nvSpPr>
        <p:spPr>
          <a:xfrm>
            <a:off x="10176494" y="3730882"/>
            <a:ext cx="497911" cy="116424"/>
          </a:xfrm>
          <a:custGeom>
            <a:avLst/>
            <a:gdLst/>
            <a:ahLst/>
            <a:cxnLst/>
            <a:rect l="0" t="0" r="r" b="b"/>
            <a:pathLst>
              <a:path w="497911" h="116424">
                <a:moveTo>
                  <a:pt x="0" y="61136"/>
                </a:moveTo>
                <a:lnTo>
                  <a:pt x="497911" y="0"/>
                </a:lnTo>
                <a:lnTo>
                  <a:pt x="442623" y="70765"/>
                </a:lnTo>
                <a:lnTo>
                  <a:pt x="70765" y="116424"/>
                </a:lnTo>
                <a:close/>
              </a:path>
            </a:pathLst>
          </a:custGeom>
          <a:solidFill>
            <a:srgbClr val="855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0" name="Kształt 58"/>
          <p:cNvSpPr/>
          <p:nvPr/>
        </p:nvSpPr>
        <p:spPr>
          <a:xfrm>
            <a:off x="10176494" y="3792018"/>
            <a:ext cx="115650" cy="491608"/>
          </a:xfrm>
          <a:custGeom>
            <a:avLst/>
            <a:gdLst/>
            <a:ahLst/>
            <a:cxnLst/>
            <a:rect l="0" t="0" r="r" b="b"/>
            <a:pathLst>
              <a:path w="115650" h="491608">
                <a:moveTo>
                  <a:pt x="0" y="0"/>
                </a:moveTo>
                <a:lnTo>
                  <a:pt x="70765" y="55288"/>
                </a:lnTo>
                <a:lnTo>
                  <a:pt x="115650" y="420843"/>
                </a:lnTo>
                <a:lnTo>
                  <a:pt x="60362" y="491608"/>
                </a:lnTo>
                <a:close/>
              </a:path>
            </a:pathLst>
          </a:custGeom>
          <a:solidFill>
            <a:srgbClr val="7A4A2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1" name="Kształt 59"/>
          <p:cNvSpPr/>
          <p:nvPr/>
        </p:nvSpPr>
        <p:spPr>
          <a:xfrm>
            <a:off x="10619116" y="3730882"/>
            <a:ext cx="115650" cy="491608"/>
          </a:xfrm>
          <a:custGeom>
            <a:avLst/>
            <a:gdLst/>
            <a:ahLst/>
            <a:cxnLst/>
            <a:rect l="0" t="0" r="r" b="b"/>
            <a:pathLst>
              <a:path w="115650" h="491608">
                <a:moveTo>
                  <a:pt x="55288" y="0"/>
                </a:moveTo>
                <a:lnTo>
                  <a:pt x="115650" y="491608"/>
                </a:lnTo>
                <a:lnTo>
                  <a:pt x="44884" y="436320"/>
                </a:lnTo>
                <a:lnTo>
                  <a:pt x="0" y="70765"/>
                </a:lnTo>
                <a:close/>
              </a:path>
            </a:pathLst>
          </a:custGeom>
          <a:solidFill>
            <a:srgbClr val="5A332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2" name="Kształt 60"/>
          <p:cNvSpPr/>
          <p:nvPr/>
        </p:nvSpPr>
        <p:spPr>
          <a:xfrm>
            <a:off x="10236856" y="4167202"/>
            <a:ext cx="497911" cy="116424"/>
          </a:xfrm>
          <a:custGeom>
            <a:avLst/>
            <a:gdLst/>
            <a:ahLst/>
            <a:cxnLst/>
            <a:rect l="0" t="0" r="r" b="b"/>
            <a:pathLst>
              <a:path w="497911" h="116424">
                <a:moveTo>
                  <a:pt x="0" y="116424"/>
                </a:moveTo>
                <a:lnTo>
                  <a:pt x="55288" y="45658"/>
                </a:lnTo>
                <a:lnTo>
                  <a:pt x="427145" y="0"/>
                </a:lnTo>
                <a:lnTo>
                  <a:pt x="497911" y="55288"/>
                </a:lnTo>
                <a:close/>
              </a:path>
            </a:pathLst>
          </a:custGeom>
          <a:solidFill>
            <a:srgbClr val="4A2A1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3" name="Kształt 61"/>
          <p:cNvSpPr/>
          <p:nvPr/>
        </p:nvSpPr>
        <p:spPr>
          <a:xfrm>
            <a:off x="10247259" y="3801647"/>
            <a:ext cx="416742" cy="411213"/>
          </a:xfrm>
          <a:custGeom>
            <a:avLst/>
            <a:gdLst/>
            <a:ahLst/>
            <a:cxnLst/>
            <a:rect l="0" t="0" r="r" b="b"/>
            <a:pathLst>
              <a:path w="416742" h="411213">
                <a:moveTo>
                  <a:pt x="0" y="45658"/>
                </a:moveTo>
                <a:lnTo>
                  <a:pt x="371857" y="0"/>
                </a:lnTo>
                <a:lnTo>
                  <a:pt x="416742" y="365555"/>
                </a:lnTo>
                <a:lnTo>
                  <a:pt x="44884" y="411213"/>
                </a:lnTo>
                <a:close/>
              </a:path>
            </a:pathLst>
          </a:custGeom>
          <a:solidFill>
            <a:srgbClr val="6D402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4" name="Kształt 62"/>
          <p:cNvSpPr/>
          <p:nvPr/>
        </p:nvSpPr>
        <p:spPr>
          <a:xfrm>
            <a:off x="10636158" y="3149832"/>
            <a:ext cx="497911" cy="116424"/>
          </a:xfrm>
          <a:custGeom>
            <a:avLst/>
            <a:gdLst/>
            <a:ahLst/>
            <a:cxnLst/>
            <a:rect l="0" t="0" r="r" b="b"/>
            <a:pathLst>
              <a:path w="497911" h="116424">
                <a:moveTo>
                  <a:pt x="0" y="61136"/>
                </a:moveTo>
                <a:lnTo>
                  <a:pt x="497911" y="0"/>
                </a:lnTo>
                <a:lnTo>
                  <a:pt x="442623" y="70765"/>
                </a:lnTo>
                <a:lnTo>
                  <a:pt x="70765" y="116424"/>
                </a:lnTo>
                <a:close/>
              </a:path>
            </a:pathLst>
          </a:custGeom>
          <a:solidFill>
            <a:srgbClr val="855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5" name="Kształt 63"/>
          <p:cNvSpPr/>
          <p:nvPr/>
        </p:nvSpPr>
        <p:spPr>
          <a:xfrm>
            <a:off x="10636158" y="3210968"/>
            <a:ext cx="115650" cy="491608"/>
          </a:xfrm>
          <a:custGeom>
            <a:avLst/>
            <a:gdLst/>
            <a:ahLst/>
            <a:cxnLst/>
            <a:rect l="0" t="0" r="r" b="b"/>
            <a:pathLst>
              <a:path w="115650" h="491608">
                <a:moveTo>
                  <a:pt x="0" y="0"/>
                </a:moveTo>
                <a:lnTo>
                  <a:pt x="70765" y="55288"/>
                </a:lnTo>
                <a:lnTo>
                  <a:pt x="115650" y="420843"/>
                </a:lnTo>
                <a:lnTo>
                  <a:pt x="60362" y="491608"/>
                </a:lnTo>
                <a:close/>
              </a:path>
            </a:pathLst>
          </a:custGeom>
          <a:solidFill>
            <a:srgbClr val="7A4A2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6" name="Kształt 64"/>
          <p:cNvSpPr/>
          <p:nvPr/>
        </p:nvSpPr>
        <p:spPr>
          <a:xfrm>
            <a:off x="11078781" y="3149832"/>
            <a:ext cx="115650" cy="491608"/>
          </a:xfrm>
          <a:custGeom>
            <a:avLst/>
            <a:gdLst/>
            <a:ahLst/>
            <a:cxnLst/>
            <a:rect l="0" t="0" r="r" b="b"/>
            <a:pathLst>
              <a:path w="115650" h="491608">
                <a:moveTo>
                  <a:pt x="55288" y="0"/>
                </a:moveTo>
                <a:lnTo>
                  <a:pt x="115650" y="491608"/>
                </a:lnTo>
                <a:lnTo>
                  <a:pt x="44884" y="436320"/>
                </a:lnTo>
                <a:lnTo>
                  <a:pt x="0" y="70765"/>
                </a:lnTo>
                <a:close/>
              </a:path>
            </a:pathLst>
          </a:custGeom>
          <a:solidFill>
            <a:srgbClr val="5A332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7" name="Kształt 65"/>
          <p:cNvSpPr/>
          <p:nvPr/>
        </p:nvSpPr>
        <p:spPr>
          <a:xfrm>
            <a:off x="10696520" y="3586152"/>
            <a:ext cx="497911" cy="116424"/>
          </a:xfrm>
          <a:custGeom>
            <a:avLst/>
            <a:gdLst/>
            <a:ahLst/>
            <a:cxnLst/>
            <a:rect l="0" t="0" r="r" b="b"/>
            <a:pathLst>
              <a:path w="497911" h="116424">
                <a:moveTo>
                  <a:pt x="0" y="116424"/>
                </a:moveTo>
                <a:lnTo>
                  <a:pt x="55288" y="45658"/>
                </a:lnTo>
                <a:lnTo>
                  <a:pt x="427145" y="0"/>
                </a:lnTo>
                <a:lnTo>
                  <a:pt x="497911" y="55288"/>
                </a:lnTo>
                <a:close/>
              </a:path>
            </a:pathLst>
          </a:custGeom>
          <a:solidFill>
            <a:srgbClr val="4A2A1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8" name="Kształt 66"/>
          <p:cNvSpPr/>
          <p:nvPr/>
        </p:nvSpPr>
        <p:spPr>
          <a:xfrm>
            <a:off x="10706923" y="3220597"/>
            <a:ext cx="416742" cy="411213"/>
          </a:xfrm>
          <a:custGeom>
            <a:avLst/>
            <a:gdLst/>
            <a:ahLst/>
            <a:cxnLst/>
            <a:rect l="0" t="0" r="r" b="b"/>
            <a:pathLst>
              <a:path w="416742" h="411213">
                <a:moveTo>
                  <a:pt x="0" y="45658"/>
                </a:moveTo>
                <a:lnTo>
                  <a:pt x="371857" y="0"/>
                </a:lnTo>
                <a:lnTo>
                  <a:pt x="416742" y="365555"/>
                </a:lnTo>
                <a:lnTo>
                  <a:pt x="44884" y="411213"/>
                </a:lnTo>
                <a:close/>
              </a:path>
            </a:pathLst>
          </a:custGeom>
          <a:solidFill>
            <a:srgbClr val="6D402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9" name="Kształt 67"/>
          <p:cNvSpPr/>
          <p:nvPr/>
        </p:nvSpPr>
        <p:spPr>
          <a:xfrm>
            <a:off x="10699615" y="3666651"/>
            <a:ext cx="497911" cy="116424"/>
          </a:xfrm>
          <a:custGeom>
            <a:avLst/>
            <a:gdLst/>
            <a:ahLst/>
            <a:cxnLst/>
            <a:rect l="0" t="0" r="r" b="b"/>
            <a:pathLst>
              <a:path w="497911" h="116424">
                <a:moveTo>
                  <a:pt x="0" y="61136"/>
                </a:moveTo>
                <a:lnTo>
                  <a:pt x="497911" y="0"/>
                </a:lnTo>
                <a:lnTo>
                  <a:pt x="442623" y="70765"/>
                </a:lnTo>
                <a:lnTo>
                  <a:pt x="70765" y="116424"/>
                </a:lnTo>
                <a:close/>
              </a:path>
            </a:pathLst>
          </a:custGeom>
          <a:solidFill>
            <a:srgbClr val="855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0" name="Kształt 68"/>
          <p:cNvSpPr/>
          <p:nvPr/>
        </p:nvSpPr>
        <p:spPr>
          <a:xfrm>
            <a:off x="10699615" y="3727787"/>
            <a:ext cx="115650" cy="491608"/>
          </a:xfrm>
          <a:custGeom>
            <a:avLst/>
            <a:gdLst/>
            <a:ahLst/>
            <a:cxnLst/>
            <a:rect l="0" t="0" r="r" b="b"/>
            <a:pathLst>
              <a:path w="115650" h="491608">
                <a:moveTo>
                  <a:pt x="0" y="0"/>
                </a:moveTo>
                <a:lnTo>
                  <a:pt x="70765" y="55288"/>
                </a:lnTo>
                <a:lnTo>
                  <a:pt x="115650" y="420843"/>
                </a:lnTo>
                <a:lnTo>
                  <a:pt x="60362" y="491608"/>
                </a:lnTo>
                <a:close/>
              </a:path>
            </a:pathLst>
          </a:custGeom>
          <a:solidFill>
            <a:srgbClr val="7A4A2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1" name="Kształt 69"/>
          <p:cNvSpPr/>
          <p:nvPr/>
        </p:nvSpPr>
        <p:spPr>
          <a:xfrm>
            <a:off x="11142238" y="3666651"/>
            <a:ext cx="115650" cy="491608"/>
          </a:xfrm>
          <a:custGeom>
            <a:avLst/>
            <a:gdLst/>
            <a:ahLst/>
            <a:cxnLst/>
            <a:rect l="0" t="0" r="r" b="b"/>
            <a:pathLst>
              <a:path w="115650" h="491608">
                <a:moveTo>
                  <a:pt x="55288" y="0"/>
                </a:moveTo>
                <a:lnTo>
                  <a:pt x="115650" y="491608"/>
                </a:lnTo>
                <a:lnTo>
                  <a:pt x="44884" y="436320"/>
                </a:lnTo>
                <a:lnTo>
                  <a:pt x="0" y="70765"/>
                </a:lnTo>
                <a:close/>
              </a:path>
            </a:pathLst>
          </a:custGeom>
          <a:solidFill>
            <a:srgbClr val="5A332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2" name="Kształt 70"/>
          <p:cNvSpPr/>
          <p:nvPr/>
        </p:nvSpPr>
        <p:spPr>
          <a:xfrm>
            <a:off x="10759977" y="4102971"/>
            <a:ext cx="497911" cy="116424"/>
          </a:xfrm>
          <a:custGeom>
            <a:avLst/>
            <a:gdLst/>
            <a:ahLst/>
            <a:cxnLst/>
            <a:rect l="0" t="0" r="r" b="b"/>
            <a:pathLst>
              <a:path w="497911" h="116424">
                <a:moveTo>
                  <a:pt x="0" y="116424"/>
                </a:moveTo>
                <a:lnTo>
                  <a:pt x="55288" y="45658"/>
                </a:lnTo>
                <a:lnTo>
                  <a:pt x="427145" y="0"/>
                </a:lnTo>
                <a:lnTo>
                  <a:pt x="497911" y="55288"/>
                </a:lnTo>
                <a:close/>
              </a:path>
            </a:pathLst>
          </a:custGeom>
          <a:solidFill>
            <a:srgbClr val="4A2A1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3" name="Kształt 71"/>
          <p:cNvSpPr/>
          <p:nvPr/>
        </p:nvSpPr>
        <p:spPr>
          <a:xfrm>
            <a:off x="10770381" y="3737416"/>
            <a:ext cx="416742" cy="411213"/>
          </a:xfrm>
          <a:custGeom>
            <a:avLst/>
            <a:gdLst/>
            <a:ahLst/>
            <a:cxnLst/>
            <a:rect l="0" t="0" r="r" b="b"/>
            <a:pathLst>
              <a:path w="416742" h="411213">
                <a:moveTo>
                  <a:pt x="0" y="45658"/>
                </a:moveTo>
                <a:lnTo>
                  <a:pt x="371857" y="0"/>
                </a:lnTo>
                <a:lnTo>
                  <a:pt x="416742" y="365555"/>
                </a:lnTo>
                <a:lnTo>
                  <a:pt x="44884" y="411213"/>
                </a:lnTo>
                <a:close/>
              </a:path>
            </a:pathLst>
          </a:custGeom>
          <a:solidFill>
            <a:srgbClr val="6D402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4" name="Kształt 72"/>
          <p:cNvSpPr/>
          <p:nvPr/>
        </p:nvSpPr>
        <p:spPr>
          <a:xfrm>
            <a:off x="9184677" y="2768097"/>
            <a:ext cx="515239" cy="1709012"/>
          </a:xfrm>
          <a:custGeom>
            <a:avLst/>
            <a:gdLst/>
            <a:ahLst/>
            <a:cxnLst/>
            <a:rect l="0" t="0" r="r" b="b"/>
            <a:pathLst>
              <a:path w="515239" h="1709012">
                <a:moveTo>
                  <a:pt x="0" y="32503"/>
                </a:moveTo>
                <a:lnTo>
                  <a:pt x="264712" y="0"/>
                </a:lnTo>
                <a:lnTo>
                  <a:pt x="217163" y="133792"/>
                </a:lnTo>
                <a:lnTo>
                  <a:pt x="371299" y="242820"/>
                </a:lnTo>
                <a:lnTo>
                  <a:pt x="287481" y="393861"/>
                </a:lnTo>
                <a:lnTo>
                  <a:pt x="419502" y="531195"/>
                </a:lnTo>
                <a:lnTo>
                  <a:pt x="335685" y="682236"/>
                </a:lnTo>
                <a:lnTo>
                  <a:pt x="467706" y="819570"/>
                </a:lnTo>
                <a:lnTo>
                  <a:pt x="385436" y="983216"/>
                </a:lnTo>
                <a:lnTo>
                  <a:pt x="492246" y="1123646"/>
                </a:lnTo>
                <a:lnTo>
                  <a:pt x="383218" y="1277782"/>
                </a:lnTo>
                <a:lnTo>
                  <a:pt x="515239" y="1415116"/>
                </a:lnTo>
                <a:lnTo>
                  <a:pt x="431421" y="1566157"/>
                </a:lnTo>
                <a:lnTo>
                  <a:pt x="508378" y="1671866"/>
                </a:lnTo>
                <a:lnTo>
                  <a:pt x="205850" y="1709012"/>
                </a:lnTo>
                <a:close/>
              </a:path>
            </a:pathLst>
          </a:custGeom>
          <a:solidFill>
            <a:srgbClr val="C9CCD2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5" name="Kształt 73"/>
          <p:cNvSpPr/>
          <p:nvPr/>
        </p:nvSpPr>
        <p:spPr>
          <a:xfrm>
            <a:off x="9186225" y="2789989"/>
            <a:ext cx="427001" cy="1674515"/>
          </a:xfrm>
          <a:custGeom>
            <a:avLst/>
            <a:gdLst/>
            <a:ahLst/>
            <a:cxnLst/>
            <a:rect l="0" t="0" r="r" b="b"/>
            <a:pathLst>
              <a:path w="427001" h="1674515">
                <a:moveTo>
                  <a:pt x="0" y="23216"/>
                </a:moveTo>
                <a:lnTo>
                  <a:pt x="189080" y="0"/>
                </a:lnTo>
                <a:lnTo>
                  <a:pt x="154136" y="132244"/>
                </a:lnTo>
                <a:lnTo>
                  <a:pt x="295667" y="242820"/>
                </a:lnTo>
                <a:lnTo>
                  <a:pt x="211849" y="393861"/>
                </a:lnTo>
                <a:lnTo>
                  <a:pt x="343870" y="531195"/>
                </a:lnTo>
                <a:lnTo>
                  <a:pt x="260053" y="682236"/>
                </a:lnTo>
                <a:lnTo>
                  <a:pt x="392074" y="819570"/>
                </a:lnTo>
                <a:lnTo>
                  <a:pt x="309804" y="983216"/>
                </a:lnTo>
                <a:lnTo>
                  <a:pt x="416614" y="1123646"/>
                </a:lnTo>
                <a:lnTo>
                  <a:pt x="307586" y="1277782"/>
                </a:lnTo>
                <a:lnTo>
                  <a:pt x="427001" y="1416664"/>
                </a:lnTo>
                <a:lnTo>
                  <a:pt x="354241" y="1553552"/>
                </a:lnTo>
                <a:lnTo>
                  <a:pt x="404439" y="1649751"/>
                </a:lnTo>
                <a:lnTo>
                  <a:pt x="202754" y="1674515"/>
                </a:lnTo>
                <a:close/>
              </a:path>
            </a:pathLst>
          </a:custGeom>
          <a:solidFill>
            <a:srgbClr val="E8EAE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6" name="Kształt 74"/>
          <p:cNvSpPr/>
          <p:nvPr/>
        </p:nvSpPr>
        <p:spPr>
          <a:xfrm>
            <a:off x="9335495" y="2986808"/>
            <a:ext cx="110129" cy="174927"/>
          </a:xfrm>
          <a:custGeom>
            <a:avLst/>
            <a:gdLst/>
            <a:ahLst/>
            <a:cxnLst/>
            <a:rect l="0" t="0" r="r" b="b"/>
            <a:pathLst>
              <a:path w="110129" h="174927">
                <a:moveTo>
                  <a:pt x="0" y="0"/>
                </a:moveTo>
                <a:lnTo>
                  <a:pt x="110129" y="63250"/>
                </a:lnTo>
                <a:lnTo>
                  <a:pt x="34274" y="174927"/>
                </a:lnTo>
                <a:close/>
              </a:path>
            </a:pathLst>
          </a:cu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7" name="Kształt 75"/>
          <p:cNvSpPr/>
          <p:nvPr/>
        </p:nvSpPr>
        <p:spPr>
          <a:xfrm>
            <a:off x="9385022" y="3390179"/>
            <a:ext cx="133792" cy="88461"/>
          </a:xfrm>
          <a:custGeom>
            <a:avLst/>
            <a:gdLst/>
            <a:ahLst/>
            <a:cxnLst/>
            <a:rect l="0" t="0" r="r" b="b"/>
            <a:pathLst>
              <a:path w="133792" h="88461">
                <a:moveTo>
                  <a:pt x="0" y="0"/>
                </a:moveTo>
                <a:lnTo>
                  <a:pt x="133792" y="47549"/>
                </a:lnTo>
                <a:lnTo>
                  <a:pt x="113225" y="88461"/>
                </a:lnTo>
                <a:lnTo>
                  <a:pt x="6191" y="50421"/>
                </a:lnTo>
                <a:close/>
              </a:path>
            </a:pathLst>
          </a:custGeom>
          <a:solidFill>
            <a:srgbClr val="D4D7DC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8" name="Kształt 76"/>
          <p:cNvSpPr/>
          <p:nvPr/>
        </p:nvSpPr>
        <p:spPr>
          <a:xfrm>
            <a:off x="9426811" y="3730523"/>
            <a:ext cx="122734" cy="223801"/>
          </a:xfrm>
          <a:custGeom>
            <a:avLst/>
            <a:gdLst/>
            <a:ahLst/>
            <a:cxnLst/>
            <a:rect l="0" t="0" r="r" b="b"/>
            <a:pathLst>
              <a:path w="122734" h="223801">
                <a:moveTo>
                  <a:pt x="0" y="0"/>
                </a:moveTo>
                <a:lnTo>
                  <a:pt x="122734" y="61702"/>
                </a:lnTo>
                <a:lnTo>
                  <a:pt x="53070" y="223801"/>
                </a:lnTo>
                <a:close/>
              </a:path>
            </a:pathLst>
          </a:cu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9" name="Kształt 77"/>
          <p:cNvSpPr/>
          <p:nvPr/>
        </p:nvSpPr>
        <p:spPr>
          <a:xfrm>
            <a:off x="9312279" y="2575922"/>
            <a:ext cx="261840" cy="221806"/>
          </a:xfrm>
          <a:custGeom>
            <a:avLst/>
            <a:gdLst/>
            <a:ahLst/>
            <a:cxnLst/>
            <a:rect l="0" t="0" r="r" b="b"/>
            <a:pathLst>
              <a:path w="261840" h="221806">
                <a:moveTo>
                  <a:pt x="0" y="221806"/>
                </a:moveTo>
                <a:lnTo>
                  <a:pt x="20791" y="78504"/>
                </a:lnTo>
                <a:lnTo>
                  <a:pt x="139106" y="0"/>
                </a:lnTo>
                <a:lnTo>
                  <a:pt x="261840" y="61702"/>
                </a:lnTo>
                <a:lnTo>
                  <a:pt x="170284" y="149716"/>
                </a:lnTo>
                <a:lnTo>
                  <a:pt x="215838" y="208100"/>
                </a:lnTo>
                <a:close/>
              </a:path>
            </a:pathLst>
          </a:custGeom>
          <a:solidFill>
            <a:srgbClr val="C9CCD2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0" name="Kształt 78"/>
          <p:cNvSpPr/>
          <p:nvPr/>
        </p:nvSpPr>
        <p:spPr>
          <a:xfrm>
            <a:off x="9335941" y="2627891"/>
            <a:ext cx="109028" cy="154136"/>
          </a:xfrm>
          <a:custGeom>
            <a:avLst/>
            <a:gdLst/>
            <a:ahLst/>
            <a:cxnLst/>
            <a:rect l="0" t="0" r="r" b="b"/>
            <a:pathLst>
              <a:path w="109028" h="154136">
                <a:moveTo>
                  <a:pt x="0" y="154136"/>
                </a:moveTo>
                <a:lnTo>
                  <a:pt x="25434" y="48650"/>
                </a:lnTo>
                <a:lnTo>
                  <a:pt x="109028" y="0"/>
                </a:lnTo>
                <a:lnTo>
                  <a:pt x="107257" y="89785"/>
                </a:lnTo>
                <a:close/>
              </a:path>
            </a:pathLst>
          </a:custGeom>
          <a:solidFill>
            <a:srgbClr val="E8EAE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1" name="Kształt 79"/>
          <p:cNvSpPr/>
          <p:nvPr/>
        </p:nvSpPr>
        <p:spPr>
          <a:xfrm rot="21180000">
            <a:off x="6932958" y="2917853"/>
            <a:ext cx="2489200" cy="1701800"/>
          </a:xfrm>
          <a:prstGeom prst="roundRect">
            <a:avLst>
              <a:gd name="adj" fmla="val 4478"/>
            </a:avLst>
          </a:prstGeom>
          <a:gradFill rotWithShape="1">
            <a:gsLst>
              <a:gs pos="0">
                <a:srgbClr val="2E2E2E"/>
              </a:gs>
              <a:gs pos="100000">
                <a:srgbClr val="141414"/>
              </a:gs>
            </a:gsLst>
            <a:lin ang="5400000" scaled="0"/>
          </a:gradFill>
          <a:ln>
            <a:noFill/>
          </a:ln>
          <a:effectLst>
            <a:outerShdw blurRad="254000" dist="165100" dir="5400000" algn="ctr" rotWithShape="0">
              <a:srgbClr val="000000">
                <a:alpha val="20000"/>
              </a:srgbClr>
            </a:outerShdw>
          </a:effectLst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2" name="Linia"/>
          <p:cNvSpPr/>
          <p:nvPr/>
        </p:nvSpPr>
        <p:spPr>
          <a:xfrm rot="21180000">
            <a:off x="6940721" y="3044768"/>
            <a:ext cx="406400" cy="1701800"/>
          </a:xfrm>
          <a:prstGeom prst="rect">
            <a:avLst/>
          </a:prstGeom>
          <a:solidFill>
            <a:srgbClr val="D6B15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3" name="Tekst: ?"/>
          <p:cNvSpPr txBox="1"/>
          <p:nvPr/>
        </p:nvSpPr>
        <p:spPr>
          <a:xfrm rot="21180000">
            <a:off x="7602282" y="3090276"/>
            <a:ext cx="776049" cy="1117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8800" kern="100" dirty="0">
                <a:solidFill>
                  <a:srgbClr val="FFFFFF"/>
                </a:solidFill>
                <a:latin typeface="Lato Black"/>
                <a:cs typeface="Lato Black"/>
              </a:rPr>
              <a:t>?</a:t>
            </a:r>
            <a:endParaRPr lang="pl-PL" sz="8800" kern="100" dirty="0">
              <a:solidFill>
                <a:srgbClr val="FFFFFF"/>
              </a:solidFill>
              <a:latin typeface="Lato Black"/>
              <a:cs typeface="Lato Black"/>
            </a:endParaRPr>
          </a:p>
        </p:txBody>
      </p:sp>
      <p:sp>
        <p:nvSpPr>
          <p:cNvPr id="84" name="Tekst: CZEKOLADA"/>
          <p:cNvSpPr txBox="1"/>
          <p:nvPr/>
        </p:nvSpPr>
        <p:spPr>
          <a:xfrm rot="21180000">
            <a:off x="7654181" y="4128446"/>
            <a:ext cx="2038767" cy="241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900" kern="100" spc="114" dirty="0">
                <a:solidFill>
                  <a:srgbClr val="FFFFFF"/>
                </a:solidFill>
                <a:latin typeface="Lato Black"/>
                <a:cs typeface="Lato Black"/>
              </a:rPr>
              <a:t>CZEKOLADA</a:t>
            </a:r>
            <a:endParaRPr lang="pl-PL" sz="1900" kern="100" spc="114" dirty="0">
              <a:solidFill>
                <a:srgbClr val="FFFFFF"/>
              </a:solidFill>
              <a:latin typeface="Lato Black"/>
              <a:cs typeface="Lato Black"/>
            </a:endParaRPr>
          </a:p>
        </p:txBody>
      </p:sp>
      <p:sp>
        <p:nvSpPr>
          <p:cNvPr id="85" name="Tekst: Produkt znam. Marki jeszcze nie wybrałam · 1"/>
          <p:cNvSpPr txBox="1"/>
          <p:nvPr/>
        </p:nvSpPr>
        <p:spPr>
          <a:xfrm>
            <a:off x="825351" y="4721225"/>
            <a:ext cx="4358283" cy="35718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2250" kern="100" dirty="0">
                <a:solidFill>
                  <a:srgbClr val="666666"/>
                </a:solidFill>
                <a:latin typeface="Lato"/>
                <a:cs typeface="Lato"/>
              </a:rPr>
              <a:t>Produkt znam.</a:t>
            </a:r>
            <a:endParaRPr lang="pl-PL" sz="2250" kern="100" dirty="0">
              <a:solidFill>
                <a:srgbClr val="666666"/>
              </a:solidFill>
              <a:latin typeface="Lato"/>
              <a:cs typeface="Lato"/>
            </a:endParaRPr>
          </a:p>
        </p:txBody>
      </p:sp>
      <p:sp>
        <p:nvSpPr>
          <p:cNvPr id="86" name="Tekst: Produkt znam. Marki jeszcze nie wybrałam · 2"/>
          <p:cNvSpPr txBox="1"/>
          <p:nvPr/>
        </p:nvSpPr>
        <p:spPr>
          <a:xfrm>
            <a:off x="825351" y="5078412"/>
            <a:ext cx="4358283" cy="35718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2250" kern="100" dirty="0">
                <a:solidFill>
                  <a:srgbClr val="EE312F"/>
                </a:solidFill>
                <a:latin typeface="Lato"/>
                <a:cs typeface="Lato"/>
              </a:rPr>
              <a:t>Marki jeszcze nie wybrałam.</a:t>
            </a:r>
            <a:endParaRPr lang="pl-PL" sz="2250" kern="100" dirty="0">
              <a:solidFill>
                <a:srgbClr val="EE312F"/>
              </a:solidFill>
              <a:latin typeface="Lato"/>
              <a:cs typeface="Lato"/>
            </a:endParaRPr>
          </a:p>
        </p:txBody>
      </p:sp>
      <p:sp>
        <p:nvSpPr>
          <p:cNvPr id="87" name="Tekst: Plan konsumentki"/>
          <p:cNvSpPr txBox="1"/>
          <p:nvPr/>
        </p:nvSpPr>
        <p:spPr>
          <a:xfrm>
            <a:off x="825674" y="1109662"/>
            <a:ext cx="2743200" cy="205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350" b="1" kern="100" cap="all" spc="189" dirty="0">
                <a:solidFill>
                  <a:srgbClr val="666666"/>
                </a:solidFill>
                <a:latin typeface="Lato"/>
                <a:cs typeface="Lato"/>
              </a:rPr>
              <a:t>Plan konsumentki</a:t>
            </a:r>
            <a:endParaRPr lang="pl-PL" sz="1350" b="1" kern="100" cap="all" spc="189" dirty="0">
              <a:solidFill>
                <a:srgbClr val="666666"/>
              </a:solidFill>
              <a:latin typeface="Lato"/>
              <a:cs typeface="Lato"/>
            </a:endParaRPr>
          </a:p>
        </p:txBody>
      </p:sp>
      <p:sp>
        <p:nvSpPr>
          <p:cNvPr id="88" name="Tekst: Potrzebuję czekolady. · 1"/>
          <p:cNvSpPr txBox="1"/>
          <p:nvPr/>
        </p:nvSpPr>
        <p:spPr>
          <a:xfrm>
            <a:off x="825674" y="1522053"/>
            <a:ext cx="3444657" cy="6431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4800" kern="100" spc="-168" dirty="0">
                <a:solidFill>
                  <a:srgbClr val="151515"/>
                </a:solidFill>
                <a:latin typeface="Lato Black"/>
                <a:cs typeface="Lato Black"/>
              </a:rPr>
              <a:t>Potrzebuję</a:t>
            </a:r>
            <a:endParaRPr lang="pl-PL" sz="4800" kern="100" spc="-168" dirty="0">
              <a:solidFill>
                <a:srgbClr val="151515"/>
              </a:solidFill>
              <a:latin typeface="Lato Black"/>
              <a:cs typeface="Lato Black"/>
            </a:endParaRPr>
          </a:p>
        </p:txBody>
      </p:sp>
      <p:sp>
        <p:nvSpPr>
          <p:cNvPr id="89" name="Tekst: Potrzebuję czekolady. · 2"/>
          <p:cNvSpPr txBox="1"/>
          <p:nvPr/>
        </p:nvSpPr>
        <p:spPr>
          <a:xfrm>
            <a:off x="825674" y="2165181"/>
            <a:ext cx="3444657" cy="6431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4800" kern="100" spc="-168" dirty="0">
                <a:solidFill>
                  <a:srgbClr val="151515"/>
                </a:solidFill>
                <a:latin typeface="Lato Black"/>
                <a:cs typeface="Lato Black"/>
              </a:rPr>
              <a:t>czekolady.</a:t>
            </a:r>
            <a:endParaRPr lang="pl-PL" sz="4800" kern="100" spc="-168" dirty="0">
              <a:solidFill>
                <a:srgbClr val="151515"/>
              </a:solidFill>
              <a:latin typeface="Lato Black"/>
              <a:cs typeface="Lato Black"/>
            </a:endParaRPr>
          </a:p>
        </p:txBody>
      </p:sp>
      <p:pic>
        <p:nvPicPr>
          <p:cNvPr id="90" name="!!Logo" descr="I love marketing &amp; technolog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363240"/>
            <a:ext cx="3048000" cy="273050"/>
          </a:xfrm>
          <a:prstGeom prst="rect">
            <a:avLst/>
          </a:prstGeom>
        </p:spPr>
      </p:pic>
      <p:pic>
        <p:nvPicPr>
          <p:cNvPr id="91" name="!!Serce w rogu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66449" y="330349"/>
            <a:ext cx="431800" cy="355600"/>
          </a:xfrm>
          <a:prstGeom prst="rect">
            <a:avLst/>
          </a:prstGeom>
        </p:spPr>
      </p:pic>
      <p:sp>
        <p:nvSpPr>
          <p:cNvPr id="92" name="!!Zegar – napis · 1"/>
          <p:cNvSpPr txBox="1"/>
          <p:nvPr/>
        </p:nvSpPr>
        <p:spPr>
          <a:xfrm>
            <a:off x="9093369" y="393700"/>
            <a:ext cx="1028580" cy="137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900" kern="100" cap="all" spc="108" dirty="0">
                <a:solidFill>
                  <a:srgbClr val="777777"/>
                </a:solidFill>
                <a:latin typeface="Lato Black"/>
                <a:cs typeface="Lato Black"/>
              </a:rPr>
              <a:t>Goście</a:t>
            </a:r>
            <a:endParaRPr lang="pl-PL" sz="900" kern="100" cap="all" spc="108" dirty="0">
              <a:solidFill>
                <a:srgbClr val="777777"/>
              </a:solidFill>
              <a:latin typeface="Lato Black"/>
              <a:cs typeface="Lato Black"/>
            </a:endParaRPr>
          </a:p>
        </p:txBody>
      </p:sp>
      <p:sp>
        <p:nvSpPr>
          <p:cNvPr id="93" name="!!Zegar – napis · 2"/>
          <p:cNvSpPr txBox="1"/>
          <p:nvPr/>
        </p:nvSpPr>
        <p:spPr>
          <a:xfrm>
            <a:off x="9093369" y="530860"/>
            <a:ext cx="1028580" cy="137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900" kern="100" cap="all" spc="108" dirty="0">
                <a:solidFill>
                  <a:srgbClr val="777777"/>
                </a:solidFill>
                <a:latin typeface="Lato Black"/>
                <a:cs typeface="Lato Black"/>
              </a:rPr>
              <a:t>w drodze</a:t>
            </a:r>
            <a:endParaRPr lang="pl-PL" sz="900" kern="100" cap="all" spc="108" dirty="0">
              <a:solidFill>
                <a:srgbClr val="777777"/>
              </a:solidFill>
              <a:latin typeface="Lato Black"/>
              <a:cs typeface="Lato Black"/>
            </a:endParaRPr>
          </a:p>
        </p:txBody>
      </p:sp>
      <p:sp>
        <p:nvSpPr>
          <p:cNvPr id="94" name="!!Zegar – tarcza"/>
          <p:cNvSpPr/>
          <p:nvPr/>
        </p:nvSpPr>
        <p:spPr>
          <a:xfrm>
            <a:off x="10251439" y="281940"/>
            <a:ext cx="502920" cy="502920"/>
          </a:xfrm>
          <a:prstGeom prst="ellipse">
            <a:avLst/>
          </a:prstGeom>
          <a:solidFill>
            <a:srgbClr val="FFFFFF"/>
          </a:solidFill>
          <a:ln w="23283">
            <a:solidFill>
              <a:srgbClr val="151515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5" name="!!Zegar – wycinek 1"/>
          <p:cNvSpPr/>
          <p:nvPr/>
        </p:nvSpPr>
        <p:spPr>
          <a:xfrm>
            <a:off x="10502899" y="314537"/>
            <a:ext cx="67522" cy="218863"/>
          </a:xfrm>
          <a:custGeom>
            <a:avLst/>
            <a:gdLst/>
            <a:ahLst/>
            <a:cxnLst/>
            <a:rect l="0" t="0" r="r" b="b"/>
            <a:pathLst>
              <a:path w="67522" h="218863">
                <a:moveTo>
                  <a:pt x="0" y="218863"/>
                </a:moveTo>
                <a:lnTo>
                  <a:pt x="0" y="0"/>
                </a:lnTo>
                <a:lnTo>
                  <a:pt x="17230" y="466"/>
                </a:lnTo>
                <a:lnTo>
                  <a:pt x="34459" y="2794"/>
                </a:lnTo>
                <a:lnTo>
                  <a:pt x="51223" y="6054"/>
                </a:lnTo>
                <a:lnTo>
                  <a:pt x="67522" y="10710"/>
                </a:lnTo>
                <a:close/>
              </a:path>
            </a:pathLst>
          </a:custGeom>
          <a:solidFill>
            <a:srgbClr val="EE312F"/>
          </a:solidFill>
          <a:ln w="3725">
            <a:solidFill>
              <a:srgbClr val="EE312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6" name="!!Zegar – wycinek 2"/>
          <p:cNvSpPr/>
          <p:nvPr/>
        </p:nvSpPr>
        <p:spPr>
          <a:xfrm>
            <a:off x="10502899" y="325247"/>
            <a:ext cx="128524" cy="208153"/>
          </a:xfrm>
          <a:custGeom>
            <a:avLst/>
            <a:gdLst/>
            <a:ahLst/>
            <a:cxnLst/>
            <a:rect l="0" t="0" r="r" b="b"/>
            <a:pathLst>
              <a:path w="128524" h="208153">
                <a:moveTo>
                  <a:pt x="0" y="208153"/>
                </a:moveTo>
                <a:lnTo>
                  <a:pt x="67522" y="0"/>
                </a:lnTo>
                <a:lnTo>
                  <a:pt x="83820" y="6054"/>
                </a:lnTo>
                <a:lnTo>
                  <a:pt x="99187" y="13039"/>
                </a:lnTo>
                <a:lnTo>
                  <a:pt x="114554" y="21421"/>
                </a:lnTo>
                <a:lnTo>
                  <a:pt x="128524" y="31200"/>
                </a:lnTo>
                <a:close/>
              </a:path>
            </a:pathLst>
          </a:custGeom>
          <a:solidFill>
            <a:srgbClr val="EE312F"/>
          </a:solidFill>
          <a:ln w="3725">
            <a:solidFill>
              <a:srgbClr val="EE312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7" name="!!Zegar – wycinek 3"/>
          <p:cNvSpPr/>
          <p:nvPr/>
        </p:nvSpPr>
        <p:spPr>
          <a:xfrm>
            <a:off x="10502899" y="356447"/>
            <a:ext cx="176953" cy="176953"/>
          </a:xfrm>
          <a:custGeom>
            <a:avLst/>
            <a:gdLst/>
            <a:ahLst/>
            <a:cxnLst/>
            <a:rect l="0" t="0" r="r" b="b"/>
            <a:pathLst>
              <a:path w="176953" h="176953">
                <a:moveTo>
                  <a:pt x="0" y="176953"/>
                </a:moveTo>
                <a:lnTo>
                  <a:pt x="128524" y="0"/>
                </a:lnTo>
                <a:lnTo>
                  <a:pt x="142028" y="10710"/>
                </a:lnTo>
                <a:lnTo>
                  <a:pt x="154601" y="22352"/>
                </a:lnTo>
                <a:lnTo>
                  <a:pt x="166243" y="34925"/>
                </a:lnTo>
                <a:lnTo>
                  <a:pt x="176953" y="48429"/>
                </a:lnTo>
                <a:close/>
              </a:path>
            </a:pathLst>
          </a:custGeom>
          <a:solidFill>
            <a:srgbClr val="EE312F"/>
          </a:solidFill>
          <a:ln w="3725">
            <a:solidFill>
              <a:srgbClr val="EE312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8" name="!!Zegar – wycinek 4"/>
          <p:cNvSpPr/>
          <p:nvPr/>
        </p:nvSpPr>
        <p:spPr>
          <a:xfrm>
            <a:off x="10502899" y="404876"/>
            <a:ext cx="208153" cy="128524"/>
          </a:xfrm>
          <a:custGeom>
            <a:avLst/>
            <a:gdLst/>
            <a:ahLst/>
            <a:cxnLst/>
            <a:rect l="0" t="0" r="r" b="b"/>
            <a:pathLst>
              <a:path w="208153" h="128524">
                <a:moveTo>
                  <a:pt x="0" y="128524"/>
                </a:moveTo>
                <a:lnTo>
                  <a:pt x="176953" y="0"/>
                </a:lnTo>
                <a:lnTo>
                  <a:pt x="186732" y="13970"/>
                </a:lnTo>
                <a:lnTo>
                  <a:pt x="195114" y="29337"/>
                </a:lnTo>
                <a:lnTo>
                  <a:pt x="202099" y="44704"/>
                </a:lnTo>
                <a:lnTo>
                  <a:pt x="208153" y="61002"/>
                </a:lnTo>
                <a:close/>
              </a:path>
            </a:pathLst>
          </a:custGeom>
          <a:solidFill>
            <a:srgbClr val="EE312F"/>
          </a:solidFill>
          <a:ln w="3725">
            <a:solidFill>
              <a:srgbClr val="EE312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9" name="!!Zegar – kreska 1"/>
          <p:cNvSpPr/>
          <p:nvPr/>
        </p:nvSpPr>
        <p:spPr>
          <a:xfrm>
            <a:off x="10491258" y="295910"/>
            <a:ext cx="23283" cy="46567"/>
          </a:xfrm>
          <a:custGeom>
            <a:avLst/>
            <a:gdLst/>
            <a:ahLst/>
            <a:cxnLst/>
            <a:rect l="0" t="0" r="r" b="b"/>
            <a:pathLst>
              <a:path w="23283" h="46567">
                <a:moveTo>
                  <a:pt x="0" y="46567"/>
                </a:moveTo>
                <a:lnTo>
                  <a:pt x="23283" y="46567"/>
                </a:lnTo>
                <a:lnTo>
                  <a:pt x="23283" y="0"/>
                </a:lnTo>
                <a:lnTo>
                  <a:pt x="0" y="0"/>
                </a:lnTo>
                <a:close/>
              </a:path>
            </a:pathLst>
          </a:custGeom>
          <a:solidFill>
            <a:srgbClr val="15151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0" name="!!Zegar – kreska 2"/>
          <p:cNvSpPr/>
          <p:nvPr/>
        </p:nvSpPr>
        <p:spPr>
          <a:xfrm>
            <a:off x="10693823" y="521758"/>
            <a:ext cx="46567" cy="23283"/>
          </a:xfrm>
          <a:custGeom>
            <a:avLst/>
            <a:gdLst/>
            <a:ahLst/>
            <a:cxnLst/>
            <a:rect l="0" t="0" r="r" b="b"/>
            <a:pathLst>
              <a:path w="46567" h="23283">
                <a:moveTo>
                  <a:pt x="0" y="0"/>
                </a:moveTo>
                <a:lnTo>
                  <a:pt x="0" y="23283"/>
                </a:lnTo>
                <a:lnTo>
                  <a:pt x="46567" y="23283"/>
                </a:lnTo>
                <a:lnTo>
                  <a:pt x="46567" y="0"/>
                </a:lnTo>
                <a:close/>
              </a:path>
            </a:pathLst>
          </a:custGeom>
          <a:solidFill>
            <a:srgbClr val="15151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1" name="!!Zegar – kreska 3"/>
          <p:cNvSpPr/>
          <p:nvPr/>
        </p:nvSpPr>
        <p:spPr>
          <a:xfrm>
            <a:off x="10491258" y="724323"/>
            <a:ext cx="23283" cy="46567"/>
          </a:xfrm>
          <a:custGeom>
            <a:avLst/>
            <a:gdLst/>
            <a:ahLst/>
            <a:cxnLst/>
            <a:rect l="0" t="0" r="r" b="b"/>
            <a:pathLst>
              <a:path w="23283" h="46567">
                <a:moveTo>
                  <a:pt x="23283" y="0"/>
                </a:moveTo>
                <a:lnTo>
                  <a:pt x="0" y="0"/>
                </a:lnTo>
                <a:lnTo>
                  <a:pt x="0" y="46567"/>
                </a:lnTo>
                <a:lnTo>
                  <a:pt x="23283" y="46567"/>
                </a:lnTo>
                <a:close/>
              </a:path>
            </a:pathLst>
          </a:custGeom>
          <a:solidFill>
            <a:srgbClr val="15151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2" name="!!Zegar – kreska 4"/>
          <p:cNvSpPr/>
          <p:nvPr/>
        </p:nvSpPr>
        <p:spPr>
          <a:xfrm>
            <a:off x="10265409" y="521758"/>
            <a:ext cx="46567" cy="23283"/>
          </a:xfrm>
          <a:custGeom>
            <a:avLst/>
            <a:gdLst/>
            <a:ahLst/>
            <a:cxnLst/>
            <a:rect l="0" t="0" r="r" b="b"/>
            <a:pathLst>
              <a:path w="46567" h="23283">
                <a:moveTo>
                  <a:pt x="46567" y="23283"/>
                </a:moveTo>
                <a:lnTo>
                  <a:pt x="46567" y="0"/>
                </a:lnTo>
                <a:lnTo>
                  <a:pt x="0" y="0"/>
                </a:lnTo>
                <a:lnTo>
                  <a:pt x="0" y="23283"/>
                </a:lnTo>
                <a:close/>
              </a:path>
            </a:pathLst>
          </a:custGeom>
          <a:solidFill>
            <a:srgbClr val="15151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3" name="!!Zegar – wskazówka"/>
          <p:cNvSpPr/>
          <p:nvPr/>
        </p:nvSpPr>
        <p:spPr>
          <a:xfrm>
            <a:off x="10472010" y="469197"/>
            <a:ext cx="210198" cy="86123"/>
          </a:xfrm>
          <a:custGeom>
            <a:avLst/>
            <a:gdLst/>
            <a:ahLst/>
            <a:cxnLst/>
            <a:rect l="0" t="0" r="r" b="b"/>
            <a:pathLst>
              <a:path w="210198" h="86123">
                <a:moveTo>
                  <a:pt x="0" y="59550"/>
                </a:moveTo>
                <a:lnTo>
                  <a:pt x="8634" y="86123"/>
                </a:lnTo>
                <a:lnTo>
                  <a:pt x="210198" y="13286"/>
                </a:lnTo>
                <a:lnTo>
                  <a:pt x="205881" y="0"/>
                </a:lnTo>
                <a:close/>
              </a:path>
            </a:pathLst>
          </a:custGeom>
          <a:solidFill>
            <a:srgbClr val="15151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4" name="!!Zegar – oś"/>
          <p:cNvSpPr/>
          <p:nvPr/>
        </p:nvSpPr>
        <p:spPr>
          <a:xfrm>
            <a:off x="10474959" y="505460"/>
            <a:ext cx="55880" cy="55880"/>
          </a:xfrm>
          <a:prstGeom prst="ellipse">
            <a:avLst/>
          </a:prstGeom>
          <a:solidFill>
            <a:srgbClr val="15151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5" name="!!Numer slajdu"/>
          <p:cNvSpPr txBox="1"/>
          <p:nvPr/>
        </p:nvSpPr>
        <p:spPr>
          <a:xfrm>
            <a:off x="10850587" y="6428437"/>
            <a:ext cx="773370" cy="1885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100" kern="100" spc="66" dirty="0">
                <a:solidFill>
                  <a:srgbClr val="666666"/>
                </a:solidFill>
                <a:latin typeface="Lato"/>
                <a:cs typeface="Lato"/>
              </a:rPr>
              <a:t>13 / 24</a:t>
            </a:r>
            <a:endParaRPr lang="pl-PL" sz="1100" kern="100" spc="66" dirty="0">
              <a:solidFill>
                <a:srgbClr val="666666"/>
              </a:solidFill>
              <a:latin typeface="Lato"/>
              <a:cs typeface="Lato"/>
            </a:endParaRPr>
          </a:p>
        </p:txBody>
      </p:sp>
      <p:sp>
        <p:nvSpPr>
          <p:cNvPr id="106" name="!!Postęp"/>
          <p:cNvSpPr/>
          <p:nvPr/>
        </p:nvSpPr>
        <p:spPr>
          <a:xfrm>
            <a:off x="0" y="6826250"/>
            <a:ext cx="6604000" cy="31750"/>
          </a:xfrm>
          <a:prstGeom prst="rect">
            <a:avLst/>
          </a:prstGeom>
          <a:solidFill>
            <a:srgbClr val="EE3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5" grpId="0" animBg="1"/>
      <p:bldP spid="86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 name="Produkt w głowie. Marka do wyboru.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ształt"/>
          <p:cNvSpPr/>
          <p:nvPr/>
        </p:nvSpPr>
        <p:spPr>
          <a:xfrm>
            <a:off x="2269331" y="3009106"/>
            <a:ext cx="1970087" cy="1970087"/>
          </a:xfrm>
          <a:prstGeom prst="ellipse">
            <a:avLst/>
          </a:prstGeom>
          <a:noFill/>
          <a:ln w="74216">
            <a:solidFill>
              <a:srgbClr val="E3E3E3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" name="Kształt 2"/>
          <p:cNvSpPr/>
          <p:nvPr/>
        </p:nvSpPr>
        <p:spPr>
          <a:xfrm rot="16200000">
            <a:off x="2269331" y="3009106"/>
            <a:ext cx="1970087" cy="1970087"/>
          </a:xfrm>
          <a:prstGeom prst="arc">
            <a:avLst>
              <a:gd name="adj1" fmla="val 0"/>
              <a:gd name="adj2" fmla="val 11880000"/>
            </a:avLst>
          </a:prstGeom>
          <a:noFill/>
          <a:ln w="74216" cap="rnd">
            <a:solidFill>
              <a:srgbClr val="EE312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" name="Tekst: 55 %"/>
          <p:cNvSpPr txBox="1"/>
          <p:nvPr/>
        </p:nvSpPr>
        <p:spPr>
          <a:xfrm>
            <a:off x="2370162" y="3616935"/>
            <a:ext cx="1768376" cy="939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7400" kern="100" spc="-518" dirty="0">
                <a:solidFill>
                  <a:srgbClr val="EE312F"/>
                </a:solidFill>
                <a:latin typeface="Lato Black"/>
                <a:cs typeface="Lato Black"/>
              </a:rPr>
              <a:t>55</a:t>
            </a:r>
            <a:r>
              <a:rPr lang="pl-PL" sz="3600" kern="100" spc="-72" dirty="0">
                <a:solidFill>
                  <a:srgbClr val="EE312F"/>
                </a:solidFill>
                <a:latin typeface="Lato Black"/>
                <a:cs typeface="Lato Black"/>
              </a:rPr>
              <a:t>%</a:t>
            </a:r>
            <a:endParaRPr lang="pl-PL" sz="3600" kern="100" spc="-72" dirty="0">
              <a:solidFill>
                <a:srgbClr val="EE312F"/>
              </a:solidFill>
              <a:latin typeface="Lato Black"/>
              <a:cs typeface="Lato Black"/>
            </a:endParaRPr>
          </a:p>
        </p:txBody>
      </p:sp>
      <p:sp>
        <p:nvSpPr>
          <p:cNvPr id="5" name="Tekst: Wybiera konkretny produkt/markę podczas  · 1"/>
          <p:cNvSpPr txBox="1"/>
          <p:nvPr/>
        </p:nvSpPr>
        <p:spPr>
          <a:xfrm>
            <a:off x="968375" y="5241290"/>
            <a:ext cx="4572000" cy="29368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850" kern="100" spc="-22" dirty="0">
                <a:solidFill>
                  <a:srgbClr val="151515"/>
                </a:solidFill>
                <a:latin typeface="Lato"/>
                <a:cs typeface="Lato"/>
              </a:rPr>
              <a:t>Wybiera konkretny produkt/markę</a:t>
            </a:r>
            <a:endParaRPr lang="pl-PL" sz="1850" kern="100" spc="-22" dirty="0">
              <a:solidFill>
                <a:srgbClr val="151515"/>
              </a:solidFill>
              <a:latin typeface="Lato"/>
              <a:cs typeface="Lato"/>
            </a:endParaRPr>
          </a:p>
        </p:txBody>
      </p:sp>
      <p:sp>
        <p:nvSpPr>
          <p:cNvPr id="6" name="Tekst: Wybiera konkretny produkt/markę podczas  · 2"/>
          <p:cNvSpPr txBox="1"/>
          <p:nvPr/>
        </p:nvSpPr>
        <p:spPr>
          <a:xfrm>
            <a:off x="968375" y="5534978"/>
            <a:ext cx="4572000" cy="29368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850" kern="100" spc="-22" dirty="0">
                <a:solidFill>
                  <a:srgbClr val="151515"/>
                </a:solidFill>
                <a:latin typeface="Lato"/>
                <a:cs typeface="Lato"/>
              </a:rPr>
              <a:t>podczas przeglądania aplikacji</a:t>
            </a:r>
            <a:endParaRPr lang="pl-PL" sz="1850" kern="100" spc="-22" dirty="0">
              <a:solidFill>
                <a:srgbClr val="151515"/>
              </a:solidFill>
              <a:latin typeface="Lato"/>
              <a:cs typeface="Lato"/>
            </a:endParaRPr>
          </a:p>
        </p:txBody>
      </p:sp>
      <p:sp>
        <p:nvSpPr>
          <p:cNvPr id="7" name="Tekst: Kategoria: czekolada"/>
          <p:cNvSpPr txBox="1"/>
          <p:nvPr/>
        </p:nvSpPr>
        <p:spPr>
          <a:xfrm>
            <a:off x="7931150" y="1821815"/>
            <a:ext cx="343535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350" b="1" kern="100" cap="all" spc="189" dirty="0">
                <a:solidFill>
                  <a:srgbClr val="666666"/>
                </a:solidFill>
                <a:latin typeface="Lato"/>
                <a:cs typeface="Lato"/>
              </a:rPr>
              <a:t>Kategoria: czekolada</a:t>
            </a:r>
            <a:endParaRPr lang="pl-PL" sz="1350" b="1" kern="100" cap="all" spc="189" dirty="0">
              <a:solidFill>
                <a:srgbClr val="666666"/>
              </a:solidFill>
              <a:latin typeface="Lato"/>
              <a:cs typeface="Lato"/>
            </a:endParaRPr>
          </a:p>
        </p:txBody>
      </p:sp>
      <p:sp>
        <p:nvSpPr>
          <p:cNvPr id="8" name="Tekst: czekolada"/>
          <p:cNvSpPr txBox="1"/>
          <p:nvPr/>
        </p:nvSpPr>
        <p:spPr>
          <a:xfrm>
            <a:off x="5937250" y="2268855"/>
            <a:ext cx="18415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700" b="1" kern="100" dirty="0">
                <a:solidFill>
                  <a:srgbClr val="151515"/>
                </a:solidFill>
                <a:latin typeface="Lato"/>
                <a:cs typeface="Lato"/>
              </a:rPr>
              <a:t>czekolada</a:t>
            </a:r>
            <a:endParaRPr lang="pl-PL" sz="1700" b="1" kern="100" dirty="0">
              <a:solidFill>
                <a:srgbClr val="151515"/>
              </a:solidFill>
              <a:latin typeface="Lato"/>
              <a:cs typeface="Lato"/>
            </a:endParaRPr>
          </a:p>
        </p:txBody>
      </p:sp>
      <p:sp>
        <p:nvSpPr>
          <p:cNvPr id="9" name="Linia"/>
          <p:cNvSpPr/>
          <p:nvPr/>
        </p:nvSpPr>
        <p:spPr>
          <a:xfrm>
            <a:off x="7931150" y="2178050"/>
            <a:ext cx="12700" cy="355600"/>
          </a:xfrm>
          <a:prstGeom prst="rect">
            <a:avLst/>
          </a:prstGeom>
          <a:solidFill>
            <a:srgbClr val="C9C9C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" name="Kształt 3"/>
          <p:cNvSpPr/>
          <p:nvPr/>
        </p:nvSpPr>
        <p:spPr>
          <a:xfrm>
            <a:off x="7943850" y="2228850"/>
            <a:ext cx="3422650" cy="254000"/>
          </a:xfrm>
          <a:prstGeom prst="roundRect">
            <a:avLst>
              <a:gd name="adj" fmla="val 12500"/>
            </a:avLst>
          </a:prstGeom>
          <a:solidFill>
            <a:srgbClr val="EE3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1" name="Tekst: marka"/>
          <p:cNvSpPr txBox="1"/>
          <p:nvPr/>
        </p:nvSpPr>
        <p:spPr>
          <a:xfrm>
            <a:off x="5937250" y="2624455"/>
            <a:ext cx="18415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700" kern="100" dirty="0">
                <a:solidFill>
                  <a:srgbClr val="666666"/>
                </a:solidFill>
                <a:latin typeface="Lato"/>
                <a:cs typeface="Lato"/>
              </a:rPr>
              <a:t>marka</a:t>
            </a:r>
            <a:endParaRPr lang="pl-PL" sz="1700" kern="100" dirty="0">
              <a:solidFill>
                <a:srgbClr val="666666"/>
              </a:solidFill>
              <a:latin typeface="Lato"/>
              <a:cs typeface="Lato"/>
            </a:endParaRPr>
          </a:p>
        </p:txBody>
      </p:sp>
      <p:sp>
        <p:nvSpPr>
          <p:cNvPr id="12" name="Linia 2"/>
          <p:cNvSpPr/>
          <p:nvPr/>
        </p:nvSpPr>
        <p:spPr>
          <a:xfrm>
            <a:off x="7931150" y="2533650"/>
            <a:ext cx="12700" cy="355600"/>
          </a:xfrm>
          <a:prstGeom prst="rect">
            <a:avLst/>
          </a:prstGeom>
          <a:solidFill>
            <a:srgbClr val="C9C9C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3" name="Kształt 4"/>
          <p:cNvSpPr/>
          <p:nvPr/>
        </p:nvSpPr>
        <p:spPr>
          <a:xfrm>
            <a:off x="7942882" y="2584450"/>
            <a:ext cx="1028700" cy="254000"/>
          </a:xfrm>
          <a:prstGeom prst="roundRect">
            <a:avLst>
              <a:gd name="adj" fmla="val 12500"/>
            </a:avLst>
          </a:prstGeom>
          <a:solidFill>
            <a:srgbClr val="25252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4" name="Tekst: marka 2"/>
          <p:cNvSpPr txBox="1"/>
          <p:nvPr/>
        </p:nvSpPr>
        <p:spPr>
          <a:xfrm>
            <a:off x="5937250" y="2980055"/>
            <a:ext cx="18415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700" kern="100" dirty="0">
                <a:solidFill>
                  <a:srgbClr val="666666"/>
                </a:solidFill>
                <a:latin typeface="Lato"/>
                <a:cs typeface="Lato"/>
              </a:rPr>
              <a:t>marka</a:t>
            </a:r>
            <a:endParaRPr lang="pl-PL" sz="1700" kern="100" dirty="0">
              <a:solidFill>
                <a:srgbClr val="666666"/>
              </a:solidFill>
              <a:latin typeface="Lato"/>
              <a:cs typeface="Lato"/>
            </a:endParaRPr>
          </a:p>
        </p:txBody>
      </p:sp>
      <p:sp>
        <p:nvSpPr>
          <p:cNvPr id="15" name="Linia 3"/>
          <p:cNvSpPr/>
          <p:nvPr/>
        </p:nvSpPr>
        <p:spPr>
          <a:xfrm>
            <a:off x="7931150" y="2889250"/>
            <a:ext cx="12700" cy="355600"/>
          </a:xfrm>
          <a:prstGeom prst="rect">
            <a:avLst/>
          </a:prstGeom>
          <a:solidFill>
            <a:srgbClr val="C9C9C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6" name="Kształt 5"/>
          <p:cNvSpPr/>
          <p:nvPr/>
        </p:nvSpPr>
        <p:spPr>
          <a:xfrm>
            <a:off x="7943577" y="2940050"/>
            <a:ext cx="958850" cy="254000"/>
          </a:xfrm>
          <a:prstGeom prst="roundRect">
            <a:avLst>
              <a:gd name="adj" fmla="val 12500"/>
            </a:avLst>
          </a:prstGeom>
          <a:solidFill>
            <a:srgbClr val="25252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7" name="Tekst: marka 3"/>
          <p:cNvSpPr txBox="1"/>
          <p:nvPr/>
        </p:nvSpPr>
        <p:spPr>
          <a:xfrm>
            <a:off x="5937250" y="3335655"/>
            <a:ext cx="18415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700" kern="100" dirty="0">
                <a:solidFill>
                  <a:srgbClr val="666666"/>
                </a:solidFill>
                <a:latin typeface="Lato"/>
                <a:cs typeface="Lato"/>
              </a:rPr>
              <a:t>marka</a:t>
            </a:r>
            <a:endParaRPr lang="pl-PL" sz="1700" kern="100" dirty="0">
              <a:solidFill>
                <a:srgbClr val="666666"/>
              </a:solidFill>
              <a:latin typeface="Lato"/>
              <a:cs typeface="Lato"/>
            </a:endParaRPr>
          </a:p>
        </p:txBody>
      </p:sp>
      <p:sp>
        <p:nvSpPr>
          <p:cNvPr id="18" name="Linia 4"/>
          <p:cNvSpPr/>
          <p:nvPr/>
        </p:nvSpPr>
        <p:spPr>
          <a:xfrm>
            <a:off x="7931150" y="3244850"/>
            <a:ext cx="12700" cy="355600"/>
          </a:xfrm>
          <a:prstGeom prst="rect">
            <a:avLst/>
          </a:prstGeom>
          <a:solidFill>
            <a:srgbClr val="C9C9C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9" name="Kształt 6"/>
          <p:cNvSpPr/>
          <p:nvPr/>
        </p:nvSpPr>
        <p:spPr>
          <a:xfrm>
            <a:off x="7943751" y="3295650"/>
            <a:ext cx="787400" cy="254000"/>
          </a:xfrm>
          <a:prstGeom prst="roundRect">
            <a:avLst>
              <a:gd name="adj" fmla="val 12500"/>
            </a:avLst>
          </a:prstGeom>
          <a:solidFill>
            <a:srgbClr val="25252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0" name="Tekst: czekolada gorzka"/>
          <p:cNvSpPr txBox="1"/>
          <p:nvPr/>
        </p:nvSpPr>
        <p:spPr>
          <a:xfrm>
            <a:off x="5698609" y="3691255"/>
            <a:ext cx="2080141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700" kern="100" dirty="0">
                <a:solidFill>
                  <a:srgbClr val="666666"/>
                </a:solidFill>
                <a:latin typeface="Lato"/>
                <a:cs typeface="Lato"/>
              </a:rPr>
              <a:t>czekolada gorzka</a:t>
            </a:r>
            <a:endParaRPr lang="pl-PL" sz="1700" kern="100" dirty="0">
              <a:solidFill>
                <a:srgbClr val="666666"/>
              </a:solidFill>
              <a:latin typeface="Lato"/>
              <a:cs typeface="Lato"/>
            </a:endParaRPr>
          </a:p>
        </p:txBody>
      </p:sp>
      <p:sp>
        <p:nvSpPr>
          <p:cNvPr id="21" name="Linia 5"/>
          <p:cNvSpPr/>
          <p:nvPr/>
        </p:nvSpPr>
        <p:spPr>
          <a:xfrm>
            <a:off x="7931150" y="3600450"/>
            <a:ext cx="12700" cy="355600"/>
          </a:xfrm>
          <a:prstGeom prst="rect">
            <a:avLst/>
          </a:prstGeom>
          <a:solidFill>
            <a:srgbClr val="C9C9C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2" name="Kształt 7"/>
          <p:cNvSpPr/>
          <p:nvPr/>
        </p:nvSpPr>
        <p:spPr>
          <a:xfrm>
            <a:off x="7943899" y="3651250"/>
            <a:ext cx="615950" cy="254000"/>
          </a:xfrm>
          <a:prstGeom prst="roundRect">
            <a:avLst>
              <a:gd name="adj" fmla="val 12500"/>
            </a:avLst>
          </a:prstGeom>
          <a:solidFill>
            <a:srgbClr val="EE3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3" name="Tekst: marka 4"/>
          <p:cNvSpPr txBox="1"/>
          <p:nvPr/>
        </p:nvSpPr>
        <p:spPr>
          <a:xfrm>
            <a:off x="5937250" y="4046855"/>
            <a:ext cx="18415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700" kern="100" dirty="0">
                <a:solidFill>
                  <a:srgbClr val="666666"/>
                </a:solidFill>
                <a:latin typeface="Lato"/>
                <a:cs typeface="Lato"/>
              </a:rPr>
              <a:t>marka</a:t>
            </a:r>
            <a:endParaRPr lang="pl-PL" sz="1700" kern="100" dirty="0">
              <a:solidFill>
                <a:srgbClr val="666666"/>
              </a:solidFill>
              <a:latin typeface="Lato"/>
              <a:cs typeface="Lato"/>
            </a:endParaRPr>
          </a:p>
        </p:txBody>
      </p:sp>
      <p:sp>
        <p:nvSpPr>
          <p:cNvPr id="24" name="Linia 6"/>
          <p:cNvSpPr/>
          <p:nvPr/>
        </p:nvSpPr>
        <p:spPr>
          <a:xfrm>
            <a:off x="7931150" y="3956050"/>
            <a:ext cx="12700" cy="355600"/>
          </a:xfrm>
          <a:prstGeom prst="rect">
            <a:avLst/>
          </a:prstGeom>
          <a:solidFill>
            <a:srgbClr val="C9C9C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5" name="Kształt 8"/>
          <p:cNvSpPr/>
          <p:nvPr/>
        </p:nvSpPr>
        <p:spPr>
          <a:xfrm>
            <a:off x="7944048" y="4006850"/>
            <a:ext cx="444500" cy="254000"/>
          </a:xfrm>
          <a:prstGeom prst="roundRect">
            <a:avLst>
              <a:gd name="adj" fmla="val 12500"/>
            </a:avLst>
          </a:prstGeom>
          <a:solidFill>
            <a:srgbClr val="25252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6" name="Tekst: czekolada mleczna"/>
          <p:cNvSpPr txBox="1"/>
          <p:nvPr/>
        </p:nvSpPr>
        <p:spPr>
          <a:xfrm>
            <a:off x="5524778" y="4402455"/>
            <a:ext cx="2253972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700" kern="100" dirty="0">
                <a:solidFill>
                  <a:srgbClr val="666666"/>
                </a:solidFill>
                <a:latin typeface="Lato"/>
                <a:cs typeface="Lato"/>
              </a:rPr>
              <a:t>czekolada mleczna</a:t>
            </a:r>
            <a:endParaRPr lang="pl-PL" sz="1700" kern="100" dirty="0">
              <a:solidFill>
                <a:srgbClr val="666666"/>
              </a:solidFill>
              <a:latin typeface="Lato"/>
              <a:cs typeface="Lato"/>
            </a:endParaRPr>
          </a:p>
        </p:txBody>
      </p:sp>
      <p:sp>
        <p:nvSpPr>
          <p:cNvPr id="27" name="Linia 7"/>
          <p:cNvSpPr/>
          <p:nvPr/>
        </p:nvSpPr>
        <p:spPr>
          <a:xfrm>
            <a:off x="7931150" y="4311650"/>
            <a:ext cx="12700" cy="355600"/>
          </a:xfrm>
          <a:prstGeom prst="rect">
            <a:avLst/>
          </a:prstGeom>
          <a:solidFill>
            <a:srgbClr val="C9C9C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8" name="Kształt 9"/>
          <p:cNvSpPr/>
          <p:nvPr/>
        </p:nvSpPr>
        <p:spPr>
          <a:xfrm>
            <a:off x="7942287" y="4362450"/>
            <a:ext cx="311150" cy="254000"/>
          </a:xfrm>
          <a:prstGeom prst="roundRect">
            <a:avLst>
              <a:gd name="adj" fmla="val 12500"/>
            </a:avLst>
          </a:prstGeom>
          <a:solidFill>
            <a:srgbClr val="EE3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9" name="Tekst: marka 5"/>
          <p:cNvSpPr txBox="1"/>
          <p:nvPr/>
        </p:nvSpPr>
        <p:spPr>
          <a:xfrm>
            <a:off x="5937250" y="4758055"/>
            <a:ext cx="18415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700" kern="100" dirty="0">
                <a:solidFill>
                  <a:srgbClr val="666666"/>
                </a:solidFill>
                <a:latin typeface="Lato"/>
                <a:cs typeface="Lato"/>
              </a:rPr>
              <a:t>marka</a:t>
            </a:r>
            <a:endParaRPr lang="pl-PL" sz="1700" kern="100" dirty="0">
              <a:solidFill>
                <a:srgbClr val="666666"/>
              </a:solidFill>
              <a:latin typeface="Lato"/>
              <a:cs typeface="Lato"/>
            </a:endParaRPr>
          </a:p>
        </p:txBody>
      </p:sp>
      <p:sp>
        <p:nvSpPr>
          <p:cNvPr id="30" name="Linia 8"/>
          <p:cNvSpPr/>
          <p:nvPr/>
        </p:nvSpPr>
        <p:spPr>
          <a:xfrm>
            <a:off x="7931150" y="4667250"/>
            <a:ext cx="12700" cy="355600"/>
          </a:xfrm>
          <a:prstGeom prst="rect">
            <a:avLst/>
          </a:prstGeom>
          <a:solidFill>
            <a:srgbClr val="C9C9C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1" name="Kształt 10"/>
          <p:cNvSpPr/>
          <p:nvPr/>
        </p:nvSpPr>
        <p:spPr>
          <a:xfrm>
            <a:off x="7945189" y="4718050"/>
            <a:ext cx="254000" cy="254000"/>
          </a:xfrm>
          <a:prstGeom prst="roundRect">
            <a:avLst>
              <a:gd name="adj" fmla="val 12500"/>
            </a:avLst>
          </a:prstGeom>
          <a:solidFill>
            <a:srgbClr val="25252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2" name="Tekst: biała czekolada"/>
          <p:cNvSpPr txBox="1"/>
          <p:nvPr/>
        </p:nvSpPr>
        <p:spPr>
          <a:xfrm>
            <a:off x="5905242" y="5113655"/>
            <a:ext cx="1873508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700" kern="100" dirty="0">
                <a:solidFill>
                  <a:srgbClr val="666666"/>
                </a:solidFill>
                <a:latin typeface="Lato"/>
                <a:cs typeface="Lato"/>
              </a:rPr>
              <a:t>biała czekolada</a:t>
            </a:r>
            <a:endParaRPr lang="pl-PL" sz="1700" kern="100" dirty="0">
              <a:solidFill>
                <a:srgbClr val="666666"/>
              </a:solidFill>
              <a:latin typeface="Lato"/>
              <a:cs typeface="Lato"/>
            </a:endParaRPr>
          </a:p>
        </p:txBody>
      </p:sp>
      <p:sp>
        <p:nvSpPr>
          <p:cNvPr id="33" name="Linia 9"/>
          <p:cNvSpPr/>
          <p:nvPr/>
        </p:nvSpPr>
        <p:spPr>
          <a:xfrm>
            <a:off x="7931150" y="5022850"/>
            <a:ext cx="12700" cy="355600"/>
          </a:xfrm>
          <a:prstGeom prst="rect">
            <a:avLst/>
          </a:prstGeom>
          <a:solidFill>
            <a:srgbClr val="C9C9C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4" name="Kształt 11"/>
          <p:cNvSpPr/>
          <p:nvPr/>
        </p:nvSpPr>
        <p:spPr>
          <a:xfrm>
            <a:off x="7942982" y="5073650"/>
            <a:ext cx="241300" cy="254000"/>
          </a:xfrm>
          <a:prstGeom prst="roundRect">
            <a:avLst>
              <a:gd name="adj" fmla="val 13158"/>
            </a:avLst>
          </a:prstGeom>
          <a:solidFill>
            <a:srgbClr val="EE3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5" name="Tekst: Fraza „czekolada” zdecydowanie dominując"/>
          <p:cNvSpPr txBox="1"/>
          <p:nvPr/>
        </p:nvSpPr>
        <p:spPr>
          <a:xfrm>
            <a:off x="5937250" y="5578143"/>
            <a:ext cx="5429250" cy="2393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450" kern="100" spc="-17" dirty="0">
                <a:solidFill>
                  <a:srgbClr val="777777"/>
                </a:solidFill>
                <a:latin typeface="Lato"/>
                <a:cs typeface="Lato"/>
              </a:rPr>
              <a:t>Fraza „czekolada” zdecydowanie dominująca</a:t>
            </a:r>
            <a:endParaRPr lang="pl-PL" sz="1450" kern="100" spc="-17" dirty="0">
              <a:solidFill>
                <a:srgbClr val="777777"/>
              </a:solidFill>
              <a:latin typeface="Lato"/>
              <a:cs typeface="Lato"/>
            </a:endParaRPr>
          </a:p>
        </p:txBody>
      </p:sp>
      <p:sp>
        <p:nvSpPr>
          <p:cNvPr id="36" name="Tekst: Produkt w głowie. Marka do wyboru. · 1"/>
          <p:cNvSpPr txBox="1"/>
          <p:nvPr/>
        </p:nvSpPr>
        <p:spPr>
          <a:xfrm>
            <a:off x="824557" y="1150578"/>
            <a:ext cx="5712738" cy="6431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4800" kern="100" spc="-168" dirty="0">
                <a:solidFill>
                  <a:srgbClr val="151515"/>
                </a:solidFill>
                <a:latin typeface="Lato Black"/>
                <a:cs typeface="Lato Black"/>
              </a:rPr>
              <a:t>Produkt w głowie.</a:t>
            </a:r>
            <a:endParaRPr lang="pl-PL" sz="4800" kern="100" spc="-168" dirty="0">
              <a:solidFill>
                <a:srgbClr val="151515"/>
              </a:solidFill>
              <a:latin typeface="Lato Black"/>
              <a:cs typeface="Lato Black"/>
            </a:endParaRPr>
          </a:p>
        </p:txBody>
      </p:sp>
      <p:sp>
        <p:nvSpPr>
          <p:cNvPr id="37" name="Tekst: Produkt w głowie. Marka do wyboru. · 2"/>
          <p:cNvSpPr txBox="1"/>
          <p:nvPr/>
        </p:nvSpPr>
        <p:spPr>
          <a:xfrm>
            <a:off x="824557" y="1793706"/>
            <a:ext cx="5712738" cy="6431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4800" kern="100" spc="-168" dirty="0">
                <a:solidFill>
                  <a:srgbClr val="151515"/>
                </a:solidFill>
                <a:latin typeface="Lato Black"/>
                <a:cs typeface="Lato Black"/>
              </a:rPr>
              <a:t>Marka do wyboru.</a:t>
            </a:r>
            <a:endParaRPr lang="pl-PL" sz="4800" kern="100" spc="-168" dirty="0">
              <a:solidFill>
                <a:srgbClr val="151515"/>
              </a:solidFill>
              <a:latin typeface="Lato Black"/>
              <a:cs typeface="Lato Black"/>
            </a:endParaRPr>
          </a:p>
        </p:txBody>
      </p:sp>
      <p:pic>
        <p:nvPicPr>
          <p:cNvPr id="38" name="!!Logo" descr="I love marketing &amp; technolog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363240"/>
            <a:ext cx="3048000" cy="273050"/>
          </a:xfrm>
          <a:prstGeom prst="rect">
            <a:avLst/>
          </a:prstGeom>
        </p:spPr>
      </p:pic>
      <p:pic>
        <p:nvPicPr>
          <p:cNvPr id="39" name="!!Serce w rogu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66449" y="330349"/>
            <a:ext cx="431800" cy="355600"/>
          </a:xfrm>
          <a:prstGeom prst="rect">
            <a:avLst/>
          </a:prstGeom>
        </p:spPr>
      </p:pic>
      <p:sp>
        <p:nvSpPr>
          <p:cNvPr id="40" name="!!Zegar – napis · 1"/>
          <p:cNvSpPr txBox="1"/>
          <p:nvPr/>
        </p:nvSpPr>
        <p:spPr>
          <a:xfrm>
            <a:off x="9093369" y="393700"/>
            <a:ext cx="1028580" cy="137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900" kern="100" cap="all" spc="108" dirty="0">
                <a:solidFill>
                  <a:srgbClr val="777777"/>
                </a:solidFill>
                <a:latin typeface="Lato Black"/>
                <a:cs typeface="Lato Black"/>
              </a:rPr>
              <a:t>Goście</a:t>
            </a:r>
            <a:endParaRPr lang="pl-PL" sz="900" kern="100" cap="all" spc="108" dirty="0">
              <a:solidFill>
                <a:srgbClr val="777777"/>
              </a:solidFill>
              <a:latin typeface="Lato Black"/>
              <a:cs typeface="Lato Black"/>
            </a:endParaRPr>
          </a:p>
        </p:txBody>
      </p:sp>
      <p:sp>
        <p:nvSpPr>
          <p:cNvPr id="41" name="!!Zegar – napis · 2"/>
          <p:cNvSpPr txBox="1"/>
          <p:nvPr/>
        </p:nvSpPr>
        <p:spPr>
          <a:xfrm>
            <a:off x="9093369" y="530860"/>
            <a:ext cx="1028580" cy="137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900" kern="100" cap="all" spc="108" dirty="0">
                <a:solidFill>
                  <a:srgbClr val="777777"/>
                </a:solidFill>
                <a:latin typeface="Lato Black"/>
                <a:cs typeface="Lato Black"/>
              </a:rPr>
              <a:t>w drodze</a:t>
            </a:r>
            <a:endParaRPr lang="pl-PL" sz="900" kern="100" cap="all" spc="108" dirty="0">
              <a:solidFill>
                <a:srgbClr val="777777"/>
              </a:solidFill>
              <a:latin typeface="Lato Black"/>
              <a:cs typeface="Lato Black"/>
            </a:endParaRPr>
          </a:p>
        </p:txBody>
      </p:sp>
      <p:sp>
        <p:nvSpPr>
          <p:cNvPr id="42" name="!!Zegar – tarcza"/>
          <p:cNvSpPr/>
          <p:nvPr/>
        </p:nvSpPr>
        <p:spPr>
          <a:xfrm>
            <a:off x="10251439" y="281940"/>
            <a:ext cx="502920" cy="502920"/>
          </a:xfrm>
          <a:prstGeom prst="ellipse">
            <a:avLst/>
          </a:prstGeom>
          <a:solidFill>
            <a:srgbClr val="FFFFFF"/>
          </a:solidFill>
          <a:ln w="23283">
            <a:solidFill>
              <a:srgbClr val="151515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3" name="!!Zegar – wycinek 1"/>
          <p:cNvSpPr/>
          <p:nvPr/>
        </p:nvSpPr>
        <p:spPr>
          <a:xfrm>
            <a:off x="10502899" y="314537"/>
            <a:ext cx="67522" cy="218863"/>
          </a:xfrm>
          <a:custGeom>
            <a:avLst/>
            <a:gdLst/>
            <a:ahLst/>
            <a:cxnLst/>
            <a:rect l="0" t="0" r="r" b="b"/>
            <a:pathLst>
              <a:path w="67522" h="218863">
                <a:moveTo>
                  <a:pt x="0" y="218863"/>
                </a:moveTo>
                <a:lnTo>
                  <a:pt x="0" y="0"/>
                </a:lnTo>
                <a:lnTo>
                  <a:pt x="17230" y="466"/>
                </a:lnTo>
                <a:lnTo>
                  <a:pt x="34459" y="2794"/>
                </a:lnTo>
                <a:lnTo>
                  <a:pt x="51223" y="6054"/>
                </a:lnTo>
                <a:lnTo>
                  <a:pt x="67522" y="10710"/>
                </a:lnTo>
                <a:close/>
              </a:path>
            </a:pathLst>
          </a:custGeom>
          <a:solidFill>
            <a:srgbClr val="EE312F"/>
          </a:solidFill>
          <a:ln w="3725">
            <a:solidFill>
              <a:srgbClr val="EE312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4" name="!!Zegar – wycinek 2"/>
          <p:cNvSpPr/>
          <p:nvPr/>
        </p:nvSpPr>
        <p:spPr>
          <a:xfrm>
            <a:off x="10502899" y="325247"/>
            <a:ext cx="128524" cy="208153"/>
          </a:xfrm>
          <a:custGeom>
            <a:avLst/>
            <a:gdLst/>
            <a:ahLst/>
            <a:cxnLst/>
            <a:rect l="0" t="0" r="r" b="b"/>
            <a:pathLst>
              <a:path w="128524" h="208153">
                <a:moveTo>
                  <a:pt x="0" y="208153"/>
                </a:moveTo>
                <a:lnTo>
                  <a:pt x="67522" y="0"/>
                </a:lnTo>
                <a:lnTo>
                  <a:pt x="83820" y="6054"/>
                </a:lnTo>
                <a:lnTo>
                  <a:pt x="99187" y="13039"/>
                </a:lnTo>
                <a:lnTo>
                  <a:pt x="114554" y="21421"/>
                </a:lnTo>
                <a:lnTo>
                  <a:pt x="128524" y="31200"/>
                </a:lnTo>
                <a:close/>
              </a:path>
            </a:pathLst>
          </a:custGeom>
          <a:solidFill>
            <a:srgbClr val="EE312F"/>
          </a:solidFill>
          <a:ln w="3725">
            <a:solidFill>
              <a:srgbClr val="EE312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5" name="!!Zegar – wycinek 3"/>
          <p:cNvSpPr/>
          <p:nvPr/>
        </p:nvSpPr>
        <p:spPr>
          <a:xfrm>
            <a:off x="10502899" y="356447"/>
            <a:ext cx="176953" cy="176953"/>
          </a:xfrm>
          <a:custGeom>
            <a:avLst/>
            <a:gdLst/>
            <a:ahLst/>
            <a:cxnLst/>
            <a:rect l="0" t="0" r="r" b="b"/>
            <a:pathLst>
              <a:path w="176953" h="176953">
                <a:moveTo>
                  <a:pt x="0" y="176953"/>
                </a:moveTo>
                <a:lnTo>
                  <a:pt x="128524" y="0"/>
                </a:lnTo>
                <a:lnTo>
                  <a:pt x="142028" y="10710"/>
                </a:lnTo>
                <a:lnTo>
                  <a:pt x="154601" y="22352"/>
                </a:lnTo>
                <a:lnTo>
                  <a:pt x="166243" y="34925"/>
                </a:lnTo>
                <a:lnTo>
                  <a:pt x="176953" y="48429"/>
                </a:lnTo>
                <a:close/>
              </a:path>
            </a:pathLst>
          </a:custGeom>
          <a:solidFill>
            <a:srgbClr val="EE312F"/>
          </a:solidFill>
          <a:ln w="3725">
            <a:solidFill>
              <a:srgbClr val="EE312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6" name="!!Zegar – wycinek 4"/>
          <p:cNvSpPr/>
          <p:nvPr/>
        </p:nvSpPr>
        <p:spPr>
          <a:xfrm>
            <a:off x="10502899" y="404876"/>
            <a:ext cx="208153" cy="128524"/>
          </a:xfrm>
          <a:custGeom>
            <a:avLst/>
            <a:gdLst/>
            <a:ahLst/>
            <a:cxnLst/>
            <a:rect l="0" t="0" r="r" b="b"/>
            <a:pathLst>
              <a:path w="208153" h="128524">
                <a:moveTo>
                  <a:pt x="0" y="128524"/>
                </a:moveTo>
                <a:lnTo>
                  <a:pt x="176953" y="0"/>
                </a:lnTo>
                <a:lnTo>
                  <a:pt x="186732" y="13970"/>
                </a:lnTo>
                <a:lnTo>
                  <a:pt x="195114" y="29337"/>
                </a:lnTo>
                <a:lnTo>
                  <a:pt x="202099" y="44704"/>
                </a:lnTo>
                <a:lnTo>
                  <a:pt x="208153" y="61002"/>
                </a:lnTo>
                <a:close/>
              </a:path>
            </a:pathLst>
          </a:custGeom>
          <a:solidFill>
            <a:srgbClr val="EE312F"/>
          </a:solidFill>
          <a:ln w="3725">
            <a:solidFill>
              <a:srgbClr val="EE312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7" name="!!Zegar – wycinek 5"/>
          <p:cNvSpPr/>
          <p:nvPr/>
        </p:nvSpPr>
        <p:spPr>
          <a:xfrm>
            <a:off x="10502899" y="465878"/>
            <a:ext cx="218863" cy="67522"/>
          </a:xfrm>
          <a:custGeom>
            <a:avLst/>
            <a:gdLst/>
            <a:ahLst/>
            <a:cxnLst/>
            <a:rect l="0" t="0" r="r" b="b"/>
            <a:pathLst>
              <a:path w="218863" h="67522">
                <a:moveTo>
                  <a:pt x="0" y="67522"/>
                </a:moveTo>
                <a:lnTo>
                  <a:pt x="208153" y="0"/>
                </a:lnTo>
                <a:lnTo>
                  <a:pt x="212810" y="16298"/>
                </a:lnTo>
                <a:lnTo>
                  <a:pt x="216069" y="33062"/>
                </a:lnTo>
                <a:lnTo>
                  <a:pt x="218398" y="50292"/>
                </a:lnTo>
                <a:lnTo>
                  <a:pt x="218863" y="67522"/>
                </a:lnTo>
                <a:close/>
              </a:path>
            </a:pathLst>
          </a:custGeom>
          <a:solidFill>
            <a:srgbClr val="EE312F"/>
          </a:solidFill>
          <a:ln w="3725">
            <a:solidFill>
              <a:srgbClr val="EE312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8" name="!!Zegar – kreska 1"/>
          <p:cNvSpPr/>
          <p:nvPr/>
        </p:nvSpPr>
        <p:spPr>
          <a:xfrm>
            <a:off x="10491258" y="295910"/>
            <a:ext cx="23283" cy="46567"/>
          </a:xfrm>
          <a:custGeom>
            <a:avLst/>
            <a:gdLst/>
            <a:ahLst/>
            <a:cxnLst/>
            <a:rect l="0" t="0" r="r" b="b"/>
            <a:pathLst>
              <a:path w="23283" h="46567">
                <a:moveTo>
                  <a:pt x="0" y="46567"/>
                </a:moveTo>
                <a:lnTo>
                  <a:pt x="23283" y="46567"/>
                </a:lnTo>
                <a:lnTo>
                  <a:pt x="23283" y="0"/>
                </a:lnTo>
                <a:lnTo>
                  <a:pt x="0" y="0"/>
                </a:lnTo>
                <a:close/>
              </a:path>
            </a:pathLst>
          </a:custGeom>
          <a:solidFill>
            <a:srgbClr val="15151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9" name="!!Zegar – kreska 2"/>
          <p:cNvSpPr/>
          <p:nvPr/>
        </p:nvSpPr>
        <p:spPr>
          <a:xfrm>
            <a:off x="10693823" y="521758"/>
            <a:ext cx="46567" cy="23283"/>
          </a:xfrm>
          <a:custGeom>
            <a:avLst/>
            <a:gdLst/>
            <a:ahLst/>
            <a:cxnLst/>
            <a:rect l="0" t="0" r="r" b="b"/>
            <a:pathLst>
              <a:path w="46567" h="23283">
                <a:moveTo>
                  <a:pt x="0" y="0"/>
                </a:moveTo>
                <a:lnTo>
                  <a:pt x="0" y="23283"/>
                </a:lnTo>
                <a:lnTo>
                  <a:pt x="46567" y="23283"/>
                </a:lnTo>
                <a:lnTo>
                  <a:pt x="46567" y="0"/>
                </a:lnTo>
                <a:close/>
              </a:path>
            </a:pathLst>
          </a:custGeom>
          <a:solidFill>
            <a:srgbClr val="15151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0" name="!!Zegar – kreska 3"/>
          <p:cNvSpPr/>
          <p:nvPr/>
        </p:nvSpPr>
        <p:spPr>
          <a:xfrm>
            <a:off x="10491258" y="724323"/>
            <a:ext cx="23283" cy="46567"/>
          </a:xfrm>
          <a:custGeom>
            <a:avLst/>
            <a:gdLst/>
            <a:ahLst/>
            <a:cxnLst/>
            <a:rect l="0" t="0" r="r" b="b"/>
            <a:pathLst>
              <a:path w="23283" h="46567">
                <a:moveTo>
                  <a:pt x="23283" y="0"/>
                </a:moveTo>
                <a:lnTo>
                  <a:pt x="0" y="0"/>
                </a:lnTo>
                <a:lnTo>
                  <a:pt x="0" y="46567"/>
                </a:lnTo>
                <a:lnTo>
                  <a:pt x="23283" y="46567"/>
                </a:lnTo>
                <a:close/>
              </a:path>
            </a:pathLst>
          </a:custGeom>
          <a:solidFill>
            <a:srgbClr val="15151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1" name="!!Zegar – kreska 4"/>
          <p:cNvSpPr/>
          <p:nvPr/>
        </p:nvSpPr>
        <p:spPr>
          <a:xfrm>
            <a:off x="10265409" y="521758"/>
            <a:ext cx="46567" cy="23283"/>
          </a:xfrm>
          <a:custGeom>
            <a:avLst/>
            <a:gdLst/>
            <a:ahLst/>
            <a:cxnLst/>
            <a:rect l="0" t="0" r="r" b="b"/>
            <a:pathLst>
              <a:path w="46567" h="23283">
                <a:moveTo>
                  <a:pt x="46567" y="23283"/>
                </a:moveTo>
                <a:lnTo>
                  <a:pt x="46567" y="0"/>
                </a:lnTo>
                <a:lnTo>
                  <a:pt x="0" y="0"/>
                </a:lnTo>
                <a:lnTo>
                  <a:pt x="0" y="23283"/>
                </a:lnTo>
                <a:close/>
              </a:path>
            </a:pathLst>
          </a:custGeom>
          <a:solidFill>
            <a:srgbClr val="15151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2" name="!!Zegar – wskazówka"/>
          <p:cNvSpPr/>
          <p:nvPr/>
        </p:nvSpPr>
        <p:spPr>
          <a:xfrm>
            <a:off x="10474959" y="519430"/>
            <a:ext cx="214207" cy="27940"/>
          </a:xfrm>
          <a:custGeom>
            <a:avLst/>
            <a:gdLst/>
            <a:ahLst/>
            <a:cxnLst/>
            <a:rect l="0" t="0" r="r" b="b"/>
            <a:pathLst>
              <a:path w="214207" h="27940">
                <a:moveTo>
                  <a:pt x="0" y="0"/>
                </a:moveTo>
                <a:lnTo>
                  <a:pt x="0" y="27940"/>
                </a:lnTo>
                <a:lnTo>
                  <a:pt x="214207" y="20955"/>
                </a:lnTo>
                <a:lnTo>
                  <a:pt x="214207" y="6985"/>
                </a:lnTo>
                <a:close/>
              </a:path>
            </a:pathLst>
          </a:custGeom>
          <a:solidFill>
            <a:srgbClr val="15151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3" name="!!Zegar – oś"/>
          <p:cNvSpPr/>
          <p:nvPr/>
        </p:nvSpPr>
        <p:spPr>
          <a:xfrm>
            <a:off x="10474959" y="505460"/>
            <a:ext cx="55880" cy="55880"/>
          </a:xfrm>
          <a:prstGeom prst="ellipse">
            <a:avLst/>
          </a:prstGeom>
          <a:solidFill>
            <a:srgbClr val="15151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4" name="!!Źródło"/>
          <p:cNvSpPr txBox="1"/>
          <p:nvPr/>
        </p:nvSpPr>
        <p:spPr>
          <a:xfrm>
            <a:off x="826120" y="6428437"/>
            <a:ext cx="3468588" cy="1885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100" kern="100" dirty="0">
                <a:solidFill>
                  <a:srgbClr val="666666"/>
                </a:solidFill>
                <a:latin typeface="Lato"/>
                <a:cs typeface="Lato"/>
              </a:rPr>
              <a:t>Źródło: Badanie Inquiry - Homo Urgens 2026</a:t>
            </a:r>
            <a:endParaRPr lang="pl-PL" sz="1100" kern="100" dirty="0">
              <a:solidFill>
                <a:srgbClr val="666666"/>
              </a:solidFill>
              <a:latin typeface="Lato"/>
              <a:cs typeface="Lato"/>
            </a:endParaRPr>
          </a:p>
        </p:txBody>
      </p:sp>
      <p:sp>
        <p:nvSpPr>
          <p:cNvPr id="55" name="!!Numer slajdu"/>
          <p:cNvSpPr txBox="1"/>
          <p:nvPr/>
        </p:nvSpPr>
        <p:spPr>
          <a:xfrm>
            <a:off x="10850587" y="6428437"/>
            <a:ext cx="773370" cy="1885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100" kern="100" spc="66" dirty="0">
                <a:solidFill>
                  <a:srgbClr val="666666"/>
                </a:solidFill>
                <a:latin typeface="Lato"/>
                <a:cs typeface="Lato"/>
              </a:rPr>
              <a:t>14 / 24</a:t>
            </a:r>
            <a:endParaRPr lang="pl-PL" sz="1100" kern="100" spc="66" dirty="0">
              <a:solidFill>
                <a:srgbClr val="666666"/>
              </a:solidFill>
              <a:latin typeface="Lato"/>
              <a:cs typeface="Lato"/>
            </a:endParaRPr>
          </a:p>
        </p:txBody>
      </p:sp>
      <p:sp>
        <p:nvSpPr>
          <p:cNvPr id="56" name="!!Postęp"/>
          <p:cNvSpPr/>
          <p:nvPr/>
        </p:nvSpPr>
        <p:spPr>
          <a:xfrm>
            <a:off x="0" y="6826250"/>
            <a:ext cx="7112000" cy="31750"/>
          </a:xfrm>
          <a:prstGeom prst="rect">
            <a:avLst/>
          </a:prstGeom>
          <a:solidFill>
            <a:srgbClr val="EE3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 name="Nie wiem, od czego zaczą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kst: Nie mam listy zakupów. Mam gości w drodz · 1"/>
          <p:cNvSpPr txBox="1"/>
          <p:nvPr/>
        </p:nvSpPr>
        <p:spPr>
          <a:xfrm>
            <a:off x="825649" y="3252450"/>
            <a:ext cx="3772257" cy="37973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2300" kern="100" dirty="0">
                <a:solidFill>
                  <a:srgbClr val="151515"/>
                </a:solidFill>
                <a:latin typeface="Lato"/>
                <a:cs typeface="Lato"/>
              </a:rPr>
              <a:t>Nie mam listy zakupów.</a:t>
            </a:r>
            <a:endParaRPr lang="pl-PL" sz="2300" kern="100" dirty="0">
              <a:solidFill>
                <a:srgbClr val="151515"/>
              </a:solidFill>
              <a:latin typeface="Lato"/>
              <a:cs typeface="Lato"/>
            </a:endParaRPr>
          </a:p>
        </p:txBody>
      </p:sp>
      <p:sp>
        <p:nvSpPr>
          <p:cNvPr id="3" name="Tekst: Nie mam listy zakupów. Mam gości w drodz · 2"/>
          <p:cNvSpPr txBox="1"/>
          <p:nvPr/>
        </p:nvSpPr>
        <p:spPr>
          <a:xfrm>
            <a:off x="825649" y="3632180"/>
            <a:ext cx="3772257" cy="37973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2300" kern="100" dirty="0">
                <a:solidFill>
                  <a:srgbClr val="151515"/>
                </a:solidFill>
                <a:latin typeface="Lato"/>
                <a:cs typeface="Lato"/>
              </a:rPr>
              <a:t>Mam gości w drodze.</a:t>
            </a:r>
            <a:endParaRPr lang="pl-PL" sz="2300" kern="100" dirty="0">
              <a:solidFill>
                <a:srgbClr val="151515"/>
              </a:solidFill>
              <a:latin typeface="Lato"/>
              <a:cs typeface="Lato"/>
            </a:endParaRPr>
          </a:p>
        </p:txBody>
      </p:sp>
      <p:sp>
        <p:nvSpPr>
          <p:cNvPr id="4" name="Tekst: Banner prowadzi prosto do produktów na s · 1"/>
          <p:cNvSpPr txBox="1"/>
          <p:nvPr/>
        </p:nvSpPr>
        <p:spPr>
          <a:xfrm>
            <a:off x="824384" y="4723130"/>
            <a:ext cx="4310241" cy="3492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2200" b="1" kern="100" dirty="0">
                <a:solidFill>
                  <a:srgbClr val="EE312F"/>
                </a:solidFill>
                <a:latin typeface="Lato"/>
                <a:cs typeface="Lato"/>
              </a:rPr>
              <a:t>Banner prowadzi prosto</a:t>
            </a:r>
            <a:endParaRPr lang="pl-PL" sz="2200" b="1" kern="100" dirty="0">
              <a:solidFill>
                <a:srgbClr val="EE312F"/>
              </a:solidFill>
              <a:latin typeface="Lato"/>
              <a:cs typeface="Lato"/>
            </a:endParaRPr>
          </a:p>
        </p:txBody>
      </p:sp>
      <p:sp>
        <p:nvSpPr>
          <p:cNvPr id="5" name="Tekst: Banner prowadzi prosto do produktów na s · 2"/>
          <p:cNvSpPr txBox="1"/>
          <p:nvPr/>
        </p:nvSpPr>
        <p:spPr>
          <a:xfrm>
            <a:off x="824384" y="5072380"/>
            <a:ext cx="4310241" cy="3492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2200" b="1" kern="100" dirty="0">
                <a:solidFill>
                  <a:srgbClr val="EE312F"/>
                </a:solidFill>
                <a:latin typeface="Lato"/>
                <a:cs typeface="Lato"/>
              </a:rPr>
              <a:t>do produktów na spotkanie.</a:t>
            </a:r>
            <a:endParaRPr lang="pl-PL" sz="2200" b="1" kern="100" dirty="0">
              <a:solidFill>
                <a:srgbClr val="EE312F"/>
              </a:solidFill>
              <a:latin typeface="Lato"/>
              <a:cs typeface="Lato"/>
            </a:endParaRPr>
          </a:p>
        </p:txBody>
      </p:sp>
      <p:sp>
        <p:nvSpPr>
          <p:cNvPr id="6" name="Tekst: · Otwieram aplikację"/>
          <p:cNvSpPr txBox="1"/>
          <p:nvPr/>
        </p:nvSpPr>
        <p:spPr>
          <a:xfrm>
            <a:off x="825971" y="1268412"/>
            <a:ext cx="468630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200" b="1" kern="100" cap="all" spc="96" dirty="0">
                <a:solidFill>
                  <a:srgbClr val="666666"/>
                </a:solidFill>
                <a:latin typeface="Lato"/>
                <a:cs typeface="Lato"/>
              </a:rPr>
              <a:t>· Otwieram aplikację</a:t>
            </a:r>
            <a:endParaRPr lang="pl-PL" sz="1200" b="1" kern="100" cap="all" spc="96" dirty="0">
              <a:solidFill>
                <a:srgbClr val="666666"/>
              </a:solidFill>
              <a:latin typeface="Lato"/>
              <a:cs typeface="Lato"/>
            </a:endParaRPr>
          </a:p>
        </p:txBody>
      </p:sp>
      <p:sp>
        <p:nvSpPr>
          <p:cNvPr id="7" name="Tekst: „Nie wiem, od czego zacząć.” · 1"/>
          <p:cNvSpPr txBox="1"/>
          <p:nvPr/>
        </p:nvSpPr>
        <p:spPr>
          <a:xfrm>
            <a:off x="825971" y="1651593"/>
            <a:ext cx="5777091" cy="5923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4400" kern="100" spc="-154" dirty="0">
                <a:solidFill>
                  <a:srgbClr val="151515"/>
                </a:solidFill>
                <a:latin typeface="Lato Black"/>
                <a:cs typeface="Lato Black"/>
              </a:rPr>
              <a:t>„Nie wiem, od czego</a:t>
            </a:r>
            <a:endParaRPr lang="pl-PL" sz="4400" kern="100" spc="-154" dirty="0">
              <a:solidFill>
                <a:srgbClr val="151515"/>
              </a:solidFill>
              <a:latin typeface="Lato Black"/>
              <a:cs typeface="Lato Black"/>
            </a:endParaRPr>
          </a:p>
        </p:txBody>
      </p:sp>
      <p:sp>
        <p:nvSpPr>
          <p:cNvPr id="8" name="Tekst: „Nie wiem, od czego zacząć.” · 2"/>
          <p:cNvSpPr txBox="1"/>
          <p:nvPr/>
        </p:nvSpPr>
        <p:spPr>
          <a:xfrm>
            <a:off x="825971" y="2243921"/>
            <a:ext cx="5777091" cy="5923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4400" kern="100" spc="-154" dirty="0">
                <a:solidFill>
                  <a:srgbClr val="151515"/>
                </a:solidFill>
                <a:latin typeface="Lato Black"/>
                <a:cs typeface="Lato Black"/>
              </a:rPr>
              <a:t>zacząć.”</a:t>
            </a:r>
            <a:endParaRPr lang="pl-PL" sz="4400" kern="100" spc="-154" dirty="0">
              <a:solidFill>
                <a:srgbClr val="151515"/>
              </a:solidFill>
              <a:latin typeface="Lato Black"/>
              <a:cs typeface="Lato Black"/>
            </a:endParaRPr>
          </a:p>
        </p:txBody>
      </p:sp>
      <p:sp>
        <p:nvSpPr>
          <p:cNvPr id="9" name="!!Telefon"/>
          <p:cNvSpPr/>
          <p:nvPr/>
        </p:nvSpPr>
        <p:spPr>
          <a:xfrm>
            <a:off x="7391399" y="1198562"/>
            <a:ext cx="4076700" cy="4946650"/>
          </a:xfrm>
          <a:prstGeom prst="round2SameRect">
            <a:avLst>
              <a:gd name="adj1" fmla="val 9657"/>
              <a:gd name="adj2" fmla="val 0"/>
            </a:avLst>
          </a:prstGeom>
          <a:gradFill rotWithShape="1">
            <a:gsLst>
              <a:gs pos="0">
                <a:srgbClr val="2B2C30"/>
              </a:gs>
              <a:gs pos="18000">
                <a:srgbClr val="5B5D63"/>
              </a:gs>
              <a:gs pos="40000">
                <a:srgbClr val="2E2F33"/>
              </a:gs>
              <a:gs pos="70000">
                <a:srgbClr val="1F2023"/>
              </a:gs>
              <a:gs pos="100000">
                <a:srgbClr val="4A4C51"/>
              </a:gs>
            </a:gsLst>
            <a:lin ang="600000" scaled="0"/>
          </a:gradFill>
          <a:ln>
            <a:noFill/>
          </a:ln>
          <a:effectLst>
            <a:outerShdw blurRad="444500" dist="215900" dir="5400000" algn="ctr" rotWithShape="0">
              <a:srgbClr val="000000">
                <a:alpha val="25000"/>
              </a:srgbClr>
            </a:outerShdw>
          </a:effectLst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" name="!!Telefon before"/>
          <p:cNvSpPr/>
          <p:nvPr/>
        </p:nvSpPr>
        <p:spPr>
          <a:xfrm>
            <a:off x="7410449" y="1217612"/>
            <a:ext cx="4038600" cy="4924425"/>
          </a:xfrm>
          <a:prstGeom prst="round2SameRect">
            <a:avLst>
              <a:gd name="adj1" fmla="val 9277"/>
              <a:gd name="adj2" fmla="val 0"/>
            </a:avLst>
          </a:prstGeom>
          <a:solidFill>
            <a:srgbClr val="0B0B0C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1" name="!!Telefon – przycisk akcji"/>
          <p:cNvSpPr/>
          <p:nvPr/>
        </p:nvSpPr>
        <p:spPr>
          <a:xfrm>
            <a:off x="7359650" y="2012950"/>
            <a:ext cx="31750" cy="2159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B40"/>
              </a:gs>
              <a:gs pos="50000">
                <a:srgbClr val="6A6C72"/>
              </a:gs>
              <a:gs pos="100000">
                <a:srgbClr val="3A3B40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2" name="!!Telefon – głośniej"/>
          <p:cNvSpPr/>
          <p:nvPr/>
        </p:nvSpPr>
        <p:spPr>
          <a:xfrm>
            <a:off x="7359650" y="2406650"/>
            <a:ext cx="31750" cy="3937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B40"/>
              </a:gs>
              <a:gs pos="50000">
                <a:srgbClr val="6A6C72"/>
              </a:gs>
              <a:gs pos="100000">
                <a:srgbClr val="3A3B40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3" name="!!Telefon – ciszej"/>
          <p:cNvSpPr/>
          <p:nvPr/>
        </p:nvSpPr>
        <p:spPr>
          <a:xfrm>
            <a:off x="7359650" y="2889250"/>
            <a:ext cx="31750" cy="3937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B40"/>
              </a:gs>
              <a:gs pos="50000">
                <a:srgbClr val="6A6C72"/>
              </a:gs>
              <a:gs pos="100000">
                <a:srgbClr val="3A3B40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4" name="!!Telefon – zasilanie"/>
          <p:cNvSpPr/>
          <p:nvPr/>
        </p:nvSpPr>
        <p:spPr>
          <a:xfrm>
            <a:off x="11468100" y="2559050"/>
            <a:ext cx="31750" cy="6096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B40"/>
              </a:gs>
              <a:gs pos="50000">
                <a:srgbClr val="6A6C72"/>
              </a:gs>
              <a:gs pos="100000">
                <a:srgbClr val="3A3B40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5" name="!!Telefon after"/>
          <p:cNvSpPr/>
          <p:nvPr/>
        </p:nvSpPr>
        <p:spPr>
          <a:xfrm>
            <a:off x="6883399" y="4999037"/>
            <a:ext cx="5092700" cy="1841500"/>
          </a:xfrm>
          <a:prstGeom prst="rect">
            <a:avLst/>
          </a:prstGeom>
          <a:gradFill rotWithShape="1">
            <a:gsLst>
              <a:gs pos="0">
                <a:srgbClr val="FFFFFF">
                  <a:alpha val="0"/>
                </a:srgbClr>
              </a:gs>
              <a:gs pos="52000">
                <a:srgbClr val="FFFFFF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6" name="!!Telefon – ekran"/>
          <p:cNvSpPr/>
          <p:nvPr/>
        </p:nvSpPr>
        <p:spPr>
          <a:xfrm>
            <a:off x="7492999" y="1300163"/>
            <a:ext cx="3873500" cy="4845050"/>
          </a:xfrm>
          <a:prstGeom prst="round2SameRect">
            <a:avLst>
              <a:gd name="adj1" fmla="val 7541"/>
              <a:gd name="adj2" fmla="val 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7" name="!!Telefon – wyspa"/>
          <p:cNvSpPr/>
          <p:nvPr/>
        </p:nvSpPr>
        <p:spPr>
          <a:xfrm>
            <a:off x="9093199" y="1320800"/>
            <a:ext cx="673100" cy="190500"/>
          </a:xfrm>
          <a:prstGeom prst="roundRect">
            <a:avLst>
              <a:gd name="adj" fmla="val 50000"/>
            </a:avLst>
          </a:prstGeom>
          <a:solidFill>
            <a:srgbClr val="05050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8" name="!!Telefon – wyspa after"/>
          <p:cNvSpPr/>
          <p:nvPr/>
        </p:nvSpPr>
        <p:spPr>
          <a:xfrm>
            <a:off x="9610724" y="1374775"/>
            <a:ext cx="82550" cy="82550"/>
          </a:xfrm>
          <a:prstGeom prst="ellipse">
            <a:avLst/>
          </a:prstGeom>
          <a:solidFill>
            <a:srgbClr val="26304F"/>
          </a:solidFill>
          <a:ln w="19050">
            <a:solidFill>
              <a:srgbClr val="15161B"/>
            </a:solidFill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9" name="!!Telefon – nagłówek"/>
          <p:cNvSpPr/>
          <p:nvPr/>
        </p:nvSpPr>
        <p:spPr>
          <a:xfrm>
            <a:off x="7492999" y="1530350"/>
            <a:ext cx="3873500" cy="406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0" name="Telefon – nagłówek (wariant)"/>
          <p:cNvSpPr/>
          <p:nvPr/>
        </p:nvSpPr>
        <p:spPr>
          <a:xfrm>
            <a:off x="7492999" y="1924050"/>
            <a:ext cx="3873500" cy="12700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1" name="!!Telefon – aplikacja (tekst)"/>
          <p:cNvSpPr txBox="1"/>
          <p:nvPr/>
        </p:nvSpPr>
        <p:spPr>
          <a:xfrm>
            <a:off x="7697291" y="1628775"/>
            <a:ext cx="242577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300" kern="100" spc="-13" dirty="0">
                <a:solidFill>
                  <a:srgbClr val="151515"/>
                </a:solidFill>
                <a:latin typeface="Lato Black"/>
                <a:cs typeface="Lato Black"/>
              </a:rPr>
              <a:t>Aplikacja szybkich dostaw</a:t>
            </a:r>
            <a:endParaRPr lang="pl-PL" sz="1300" kern="100" spc="-13" dirty="0">
              <a:solidFill>
                <a:srgbClr val="151515"/>
              </a:solidFill>
              <a:latin typeface="Lato Black"/>
              <a:cs typeface="Lato Black"/>
            </a:endParaRPr>
          </a:p>
        </p:txBody>
      </p:sp>
      <p:sp>
        <p:nvSpPr>
          <p:cNvPr id="22" name="!!Telefon – koszyk (tekst)"/>
          <p:cNvSpPr txBox="1"/>
          <p:nvPr/>
        </p:nvSpPr>
        <p:spPr>
          <a:xfrm>
            <a:off x="10998348" y="1603375"/>
            <a:ext cx="35016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500" kern="100" dirty="0">
                <a:solidFill>
                  <a:srgbClr val="151515"/>
                </a:solidFill>
                <a:latin typeface="Segoe UI Symbol"/>
                <a:cs typeface="Segoe UI Symbol"/>
              </a:rPr>
              <a:t>▣</a:t>
            </a:r>
            <a:endParaRPr lang="pl-PL" sz="1500" kern="100" dirty="0">
              <a:solidFill>
                <a:srgbClr val="151515"/>
              </a:solidFill>
              <a:latin typeface="Segoe UI Symbol"/>
              <a:cs typeface="Segoe UI Symbol"/>
            </a:endParaRPr>
          </a:p>
        </p:txBody>
      </p:sp>
      <p:sp>
        <p:nvSpPr>
          <p:cNvPr id="23" name="!!Telefon – kontekst (tekst)"/>
          <p:cNvSpPr txBox="1"/>
          <p:nvPr/>
        </p:nvSpPr>
        <p:spPr>
          <a:xfrm>
            <a:off x="7696199" y="2089150"/>
            <a:ext cx="3467100" cy="1600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050" kern="100" dirty="0">
                <a:solidFill>
                  <a:srgbClr val="777777"/>
                </a:solidFill>
                <a:latin typeface="Lato"/>
                <a:cs typeface="Lato"/>
              </a:rPr>
              <a:t>Dzień dobry!</a:t>
            </a:r>
            <a:endParaRPr lang="pl-PL" sz="1050" kern="100" dirty="0">
              <a:solidFill>
                <a:srgbClr val="777777"/>
              </a:solidFill>
              <a:latin typeface="Lato"/>
              <a:cs typeface="Lato"/>
            </a:endParaRPr>
          </a:p>
        </p:txBody>
      </p:sp>
      <p:sp>
        <p:nvSpPr>
          <p:cNvPr id="24" name="!!Telefon – tytuł (tekst)"/>
          <p:cNvSpPr txBox="1"/>
          <p:nvPr/>
        </p:nvSpPr>
        <p:spPr>
          <a:xfrm>
            <a:off x="7696199" y="2297112"/>
            <a:ext cx="3467100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700" kern="100" spc="-42" dirty="0">
                <a:solidFill>
                  <a:srgbClr val="1C1C1C"/>
                </a:solidFill>
                <a:latin typeface="Lato Black"/>
                <a:cs typeface="Lato Black"/>
              </a:rPr>
              <a:t>Czego dziś potrzebujesz?</a:t>
            </a:r>
            <a:endParaRPr lang="pl-PL" sz="1700" kern="100" spc="-42" dirty="0">
              <a:solidFill>
                <a:srgbClr val="1C1C1C"/>
              </a:solidFill>
              <a:latin typeface="Lato Black"/>
              <a:cs typeface="Lato Black"/>
            </a:endParaRPr>
          </a:p>
        </p:txBody>
      </p:sp>
      <p:sp>
        <p:nvSpPr>
          <p:cNvPr id="25" name="!!Telefon – wyszukiwarka"/>
          <p:cNvSpPr/>
          <p:nvPr/>
        </p:nvSpPr>
        <p:spPr>
          <a:xfrm>
            <a:off x="7696199" y="2670175"/>
            <a:ext cx="3467100" cy="342900"/>
          </a:xfrm>
          <a:prstGeom prst="roundRect">
            <a:avLst>
              <a:gd name="adj" fmla="val 18519"/>
            </a:avLst>
          </a:prstGeom>
          <a:solidFill>
            <a:srgbClr val="F3F3F3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6" name="Tekst: ⌕"/>
          <p:cNvSpPr txBox="1"/>
          <p:nvPr/>
        </p:nvSpPr>
        <p:spPr>
          <a:xfrm>
            <a:off x="7810772" y="2841625"/>
            <a:ext cx="335935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2000" kern="100" dirty="0">
                <a:solidFill>
                  <a:srgbClr val="777777"/>
                </a:solidFill>
                <a:latin typeface="Segoe UI Symbol"/>
                <a:cs typeface="Segoe UI Symbol"/>
              </a:rPr>
              <a:t>⌕</a:t>
            </a:r>
            <a:endParaRPr lang="pl-PL" sz="2000" kern="100" dirty="0">
              <a:solidFill>
                <a:srgbClr val="777777"/>
              </a:solidFill>
              <a:latin typeface="Segoe UI Symbol"/>
              <a:cs typeface="Segoe UI Symbol"/>
            </a:endParaRPr>
          </a:p>
        </p:txBody>
      </p:sp>
      <p:sp>
        <p:nvSpPr>
          <p:cNvPr id="27" name="Tekst: Szukaj produktów"/>
          <p:cNvSpPr txBox="1"/>
          <p:nvPr/>
        </p:nvSpPr>
        <p:spPr>
          <a:xfrm>
            <a:off x="8066137" y="2759075"/>
            <a:ext cx="1465660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100" kern="100" dirty="0">
                <a:solidFill>
                  <a:srgbClr val="777777"/>
                </a:solidFill>
                <a:latin typeface="Lato"/>
                <a:cs typeface="Lato"/>
              </a:rPr>
              <a:t>Szukaj produktów</a:t>
            </a:r>
            <a:endParaRPr lang="pl-PL" sz="1100" kern="100" dirty="0">
              <a:solidFill>
                <a:srgbClr val="777777"/>
              </a:solidFill>
              <a:latin typeface="Lato"/>
              <a:cs typeface="Lato"/>
            </a:endParaRPr>
          </a:p>
        </p:txBody>
      </p:sp>
      <p:sp>
        <p:nvSpPr>
          <p:cNvPr id="28" name="Kształt"/>
          <p:cNvSpPr/>
          <p:nvPr/>
        </p:nvSpPr>
        <p:spPr>
          <a:xfrm>
            <a:off x="7696199" y="3127375"/>
            <a:ext cx="3467100" cy="1625600"/>
          </a:xfrm>
          <a:prstGeom prst="roundRect">
            <a:avLst>
              <a:gd name="adj" fmla="val 6250"/>
            </a:avLst>
          </a:prstGeom>
          <a:gradFill rotWithShape="1">
            <a:gsLst>
              <a:gs pos="0">
                <a:srgbClr val="EE312F"/>
              </a:gs>
              <a:gs pos="100000">
                <a:srgbClr val="B81D1F"/>
              </a:gs>
            </a:gsLst>
            <a:lin ang="1800000" scaled="0"/>
          </a:gra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9" name="Tekst: Sponsorowane"/>
          <p:cNvSpPr txBox="1"/>
          <p:nvPr/>
        </p:nvSpPr>
        <p:spPr>
          <a:xfrm>
            <a:off x="7848972" y="3254375"/>
            <a:ext cx="869573" cy="1066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700" kern="100" spc="14" dirty="0">
                <a:solidFill>
                  <a:srgbClr val="FFFFFF">
                    <a:alpha val="78400"/>
                  </a:srgbClr>
                </a:solidFill>
                <a:latin typeface="Lato"/>
                <a:cs typeface="Lato"/>
              </a:rPr>
              <a:t>Sponsorowane</a:t>
            </a:r>
            <a:endParaRPr lang="pl-PL" sz="700" kern="100" spc="14" dirty="0">
              <a:solidFill>
                <a:srgbClr val="FFFFFF">
                  <a:alpha val="78400"/>
                </a:srgbClr>
              </a:solidFill>
              <a:latin typeface="Lato"/>
              <a:cs typeface="Lato"/>
            </a:endParaRPr>
          </a:p>
        </p:txBody>
      </p:sp>
      <p:sp>
        <p:nvSpPr>
          <p:cNvPr id="30" name="Tekst: Spotkanie ze znajomymi? · 1"/>
          <p:cNvSpPr txBox="1"/>
          <p:nvPr/>
        </p:nvSpPr>
        <p:spPr>
          <a:xfrm>
            <a:off x="7848600" y="3470235"/>
            <a:ext cx="1841500" cy="264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2000" kern="100" spc="-50" dirty="0">
                <a:solidFill>
                  <a:srgbClr val="FFFFFF"/>
                </a:solidFill>
                <a:latin typeface="Lato Black"/>
                <a:cs typeface="Lato Black"/>
              </a:rPr>
              <a:t>Spotkanie ze</a:t>
            </a:r>
            <a:endParaRPr lang="pl-PL" sz="2000" kern="100" spc="-50" dirty="0">
              <a:solidFill>
                <a:srgbClr val="FFFFFF"/>
              </a:solidFill>
              <a:latin typeface="Lato Black"/>
              <a:cs typeface="Lato Black"/>
            </a:endParaRPr>
          </a:p>
        </p:txBody>
      </p:sp>
      <p:sp>
        <p:nvSpPr>
          <p:cNvPr id="31" name="Tekst: Spotkanie ze znajomymi? · 2"/>
          <p:cNvSpPr txBox="1"/>
          <p:nvPr/>
        </p:nvSpPr>
        <p:spPr>
          <a:xfrm>
            <a:off x="7848600" y="3734395"/>
            <a:ext cx="1841500" cy="264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2000" kern="100" spc="-50" dirty="0">
                <a:solidFill>
                  <a:srgbClr val="FFFFFF"/>
                </a:solidFill>
                <a:latin typeface="Lato Black"/>
                <a:cs typeface="Lato Black"/>
              </a:rPr>
              <a:t>znajomymi?</a:t>
            </a:r>
            <a:endParaRPr lang="pl-PL" sz="2000" kern="100" spc="-50" dirty="0">
              <a:solidFill>
                <a:srgbClr val="FFFFFF"/>
              </a:solidFill>
              <a:latin typeface="Lato Black"/>
              <a:cs typeface="Lato Black"/>
            </a:endParaRPr>
          </a:p>
        </p:txBody>
      </p:sp>
      <p:sp>
        <p:nvSpPr>
          <p:cNvPr id="32" name="Kształt 2"/>
          <p:cNvSpPr/>
          <p:nvPr/>
        </p:nvSpPr>
        <p:spPr>
          <a:xfrm>
            <a:off x="7847781" y="4367212"/>
            <a:ext cx="1174750" cy="2476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3" name="Tekst: Zobacz produkty →"/>
          <p:cNvSpPr txBox="1"/>
          <p:nvPr/>
        </p:nvSpPr>
        <p:spPr>
          <a:xfrm>
            <a:off x="7962081" y="4424362"/>
            <a:ext cx="1285816" cy="1295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850" kern="100" dirty="0">
                <a:solidFill>
                  <a:srgbClr val="B8201E"/>
                </a:solidFill>
                <a:latin typeface="Lato Black"/>
                <a:cs typeface="Lato Black"/>
              </a:rPr>
              <a:t>Zobacz produkty →</a:t>
            </a:r>
            <a:endParaRPr lang="pl-PL" sz="850" kern="100" dirty="0">
              <a:solidFill>
                <a:srgbClr val="B8201E"/>
              </a:solidFill>
              <a:latin typeface="Lato Black"/>
              <a:cs typeface="Lato Black"/>
            </a:endParaRPr>
          </a:p>
        </p:txBody>
      </p:sp>
      <p:sp>
        <p:nvSpPr>
          <p:cNvPr id="34" name="Kształt 3"/>
          <p:cNvSpPr/>
          <p:nvPr/>
        </p:nvSpPr>
        <p:spPr>
          <a:xfrm>
            <a:off x="9740900" y="3394075"/>
            <a:ext cx="1270000" cy="1270000"/>
          </a:xfrm>
          <a:custGeom>
            <a:avLst/>
            <a:gdLst/>
            <a:ahLst/>
            <a:cxnLst/>
            <a:rect l="0" t="0" r="r" b="b"/>
            <a:pathLst>
              <a:path w="1270000" h="1270000">
                <a:moveTo>
                  <a:pt x="1270000" y="635000"/>
                </a:moveTo>
                <a:lnTo>
                  <a:pt x="1260475" y="745490"/>
                </a:lnTo>
                <a:lnTo>
                  <a:pt x="1231900" y="852170"/>
                </a:lnTo>
                <a:lnTo>
                  <a:pt x="1184910" y="952500"/>
                </a:lnTo>
                <a:lnTo>
                  <a:pt x="1121410" y="1043305"/>
                </a:lnTo>
                <a:lnTo>
                  <a:pt x="1043305" y="1121410"/>
                </a:lnTo>
                <a:lnTo>
                  <a:pt x="952500" y="1184910"/>
                </a:lnTo>
                <a:lnTo>
                  <a:pt x="852170" y="1231900"/>
                </a:lnTo>
                <a:lnTo>
                  <a:pt x="745490" y="1260475"/>
                </a:lnTo>
                <a:lnTo>
                  <a:pt x="635000" y="1270000"/>
                </a:lnTo>
                <a:lnTo>
                  <a:pt x="524510" y="1260475"/>
                </a:lnTo>
                <a:lnTo>
                  <a:pt x="417830" y="1231900"/>
                </a:lnTo>
                <a:lnTo>
                  <a:pt x="317500" y="1184910"/>
                </a:lnTo>
                <a:lnTo>
                  <a:pt x="226695" y="1121410"/>
                </a:lnTo>
                <a:lnTo>
                  <a:pt x="148590" y="1043305"/>
                </a:lnTo>
                <a:lnTo>
                  <a:pt x="85090" y="952500"/>
                </a:lnTo>
                <a:lnTo>
                  <a:pt x="38100" y="852170"/>
                </a:lnTo>
                <a:lnTo>
                  <a:pt x="9525" y="745490"/>
                </a:lnTo>
                <a:lnTo>
                  <a:pt x="0" y="635000"/>
                </a:lnTo>
                <a:lnTo>
                  <a:pt x="9525" y="524510"/>
                </a:lnTo>
                <a:lnTo>
                  <a:pt x="38100" y="417830"/>
                </a:lnTo>
                <a:lnTo>
                  <a:pt x="85090" y="317500"/>
                </a:lnTo>
                <a:lnTo>
                  <a:pt x="148590" y="226695"/>
                </a:lnTo>
                <a:lnTo>
                  <a:pt x="226695" y="148590"/>
                </a:lnTo>
                <a:lnTo>
                  <a:pt x="317500" y="85090"/>
                </a:lnTo>
                <a:lnTo>
                  <a:pt x="417830" y="38100"/>
                </a:lnTo>
                <a:lnTo>
                  <a:pt x="524510" y="9525"/>
                </a:lnTo>
                <a:lnTo>
                  <a:pt x="635000" y="0"/>
                </a:lnTo>
                <a:lnTo>
                  <a:pt x="745490" y="9525"/>
                </a:lnTo>
                <a:lnTo>
                  <a:pt x="852170" y="38100"/>
                </a:lnTo>
                <a:lnTo>
                  <a:pt x="952500" y="85090"/>
                </a:lnTo>
                <a:lnTo>
                  <a:pt x="1043305" y="148590"/>
                </a:lnTo>
                <a:lnTo>
                  <a:pt x="1121410" y="226695"/>
                </a:lnTo>
                <a:lnTo>
                  <a:pt x="1184910" y="317500"/>
                </a:lnTo>
                <a:lnTo>
                  <a:pt x="1231900" y="417830"/>
                </a:lnTo>
                <a:lnTo>
                  <a:pt x="1260475" y="524510"/>
                </a:lnTo>
                <a:close/>
              </a:path>
            </a:pathLst>
          </a:custGeom>
          <a:solidFill>
            <a:srgbClr val="FFFFFF">
              <a:alpha val="13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5" name="Kształt 4"/>
          <p:cNvSpPr/>
          <p:nvPr/>
        </p:nvSpPr>
        <p:spPr>
          <a:xfrm>
            <a:off x="9702800" y="4587875"/>
            <a:ext cx="1320800" cy="101600"/>
          </a:xfrm>
          <a:custGeom>
            <a:avLst/>
            <a:gdLst/>
            <a:ahLst/>
            <a:cxnLst/>
            <a:rect l="0" t="0" r="r" b="b"/>
            <a:pathLst>
              <a:path w="1320800" h="101600">
                <a:moveTo>
                  <a:pt x="1320800" y="50800"/>
                </a:moveTo>
                <a:lnTo>
                  <a:pt x="1310640" y="59690"/>
                </a:lnTo>
                <a:lnTo>
                  <a:pt x="1280795" y="67945"/>
                </a:lnTo>
                <a:lnTo>
                  <a:pt x="1232535" y="76200"/>
                </a:lnTo>
                <a:lnTo>
                  <a:pt x="1166495" y="83185"/>
                </a:lnTo>
                <a:lnTo>
                  <a:pt x="1084580" y="89535"/>
                </a:lnTo>
                <a:lnTo>
                  <a:pt x="990600" y="94615"/>
                </a:lnTo>
                <a:lnTo>
                  <a:pt x="886460" y="98425"/>
                </a:lnTo>
                <a:lnTo>
                  <a:pt x="775335" y="100965"/>
                </a:lnTo>
                <a:lnTo>
                  <a:pt x="660400" y="101600"/>
                </a:lnTo>
                <a:lnTo>
                  <a:pt x="545465" y="100965"/>
                </a:lnTo>
                <a:lnTo>
                  <a:pt x="434340" y="98425"/>
                </a:lnTo>
                <a:lnTo>
                  <a:pt x="330200" y="94615"/>
                </a:lnTo>
                <a:lnTo>
                  <a:pt x="236220" y="89535"/>
                </a:lnTo>
                <a:lnTo>
                  <a:pt x="154305" y="83185"/>
                </a:lnTo>
                <a:lnTo>
                  <a:pt x="88265" y="76200"/>
                </a:lnTo>
                <a:lnTo>
                  <a:pt x="40005" y="67945"/>
                </a:lnTo>
                <a:lnTo>
                  <a:pt x="10160" y="59690"/>
                </a:lnTo>
                <a:lnTo>
                  <a:pt x="0" y="50800"/>
                </a:lnTo>
                <a:lnTo>
                  <a:pt x="10160" y="41910"/>
                </a:lnTo>
                <a:lnTo>
                  <a:pt x="40005" y="33655"/>
                </a:lnTo>
                <a:lnTo>
                  <a:pt x="88265" y="25400"/>
                </a:lnTo>
                <a:lnTo>
                  <a:pt x="154305" y="18415"/>
                </a:lnTo>
                <a:lnTo>
                  <a:pt x="236220" y="12065"/>
                </a:lnTo>
                <a:lnTo>
                  <a:pt x="330200" y="6985"/>
                </a:lnTo>
                <a:lnTo>
                  <a:pt x="434340" y="3175"/>
                </a:lnTo>
                <a:lnTo>
                  <a:pt x="545465" y="635"/>
                </a:lnTo>
                <a:lnTo>
                  <a:pt x="660400" y="0"/>
                </a:lnTo>
                <a:lnTo>
                  <a:pt x="775335" y="635"/>
                </a:lnTo>
                <a:lnTo>
                  <a:pt x="886460" y="3175"/>
                </a:lnTo>
                <a:lnTo>
                  <a:pt x="990600" y="6985"/>
                </a:lnTo>
                <a:lnTo>
                  <a:pt x="1084580" y="12065"/>
                </a:lnTo>
                <a:lnTo>
                  <a:pt x="1166495" y="18415"/>
                </a:lnTo>
                <a:lnTo>
                  <a:pt x="1232535" y="25400"/>
                </a:lnTo>
                <a:lnTo>
                  <a:pt x="1280795" y="33655"/>
                </a:lnTo>
                <a:lnTo>
                  <a:pt x="1310640" y="41910"/>
                </a:lnTo>
                <a:close/>
              </a:path>
            </a:pathLst>
          </a:custGeom>
          <a:solidFill>
            <a:srgbClr val="5A0D10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6" name="Kształt 5"/>
          <p:cNvSpPr/>
          <p:nvPr/>
        </p:nvSpPr>
        <p:spPr>
          <a:xfrm>
            <a:off x="10428605" y="3508375"/>
            <a:ext cx="556895" cy="977900"/>
          </a:xfrm>
          <a:custGeom>
            <a:avLst/>
            <a:gdLst/>
            <a:ahLst/>
            <a:cxnLst/>
            <a:rect l="0" t="0" r="r" b="b"/>
            <a:pathLst>
              <a:path w="556895" h="977900">
                <a:moveTo>
                  <a:pt x="128905" y="0"/>
                </a:moveTo>
                <a:lnTo>
                  <a:pt x="167640" y="37465"/>
                </a:lnTo>
                <a:lnTo>
                  <a:pt x="214630" y="12065"/>
                </a:lnTo>
                <a:lnTo>
                  <a:pt x="252730" y="49530"/>
                </a:lnTo>
                <a:lnTo>
                  <a:pt x="300355" y="24130"/>
                </a:lnTo>
                <a:lnTo>
                  <a:pt x="338455" y="61595"/>
                </a:lnTo>
                <a:lnTo>
                  <a:pt x="385445" y="36195"/>
                </a:lnTo>
                <a:lnTo>
                  <a:pt x="424180" y="73660"/>
                </a:lnTo>
                <a:lnTo>
                  <a:pt x="471170" y="48260"/>
                </a:lnTo>
                <a:lnTo>
                  <a:pt x="509270" y="85725"/>
                </a:lnTo>
                <a:lnTo>
                  <a:pt x="556895" y="60325"/>
                </a:lnTo>
                <a:lnTo>
                  <a:pt x="539115" y="275590"/>
                </a:lnTo>
                <a:lnTo>
                  <a:pt x="509905" y="527685"/>
                </a:lnTo>
                <a:lnTo>
                  <a:pt x="468630" y="778510"/>
                </a:lnTo>
                <a:lnTo>
                  <a:pt x="427355" y="977900"/>
                </a:lnTo>
                <a:lnTo>
                  <a:pt x="389255" y="940435"/>
                </a:lnTo>
                <a:lnTo>
                  <a:pt x="342265" y="965835"/>
                </a:lnTo>
                <a:lnTo>
                  <a:pt x="303530" y="928370"/>
                </a:lnTo>
                <a:lnTo>
                  <a:pt x="256540" y="953770"/>
                </a:lnTo>
                <a:lnTo>
                  <a:pt x="218440" y="916305"/>
                </a:lnTo>
                <a:lnTo>
                  <a:pt x="170815" y="942340"/>
                </a:lnTo>
                <a:lnTo>
                  <a:pt x="132715" y="904875"/>
                </a:lnTo>
                <a:lnTo>
                  <a:pt x="85725" y="930275"/>
                </a:lnTo>
                <a:lnTo>
                  <a:pt x="46990" y="892810"/>
                </a:lnTo>
                <a:lnTo>
                  <a:pt x="0" y="918210"/>
                </a:lnTo>
                <a:lnTo>
                  <a:pt x="15875" y="715010"/>
                </a:lnTo>
                <a:lnTo>
                  <a:pt x="45085" y="462915"/>
                </a:lnTo>
                <a:lnTo>
                  <a:pt x="86360" y="212090"/>
                </a:lnTo>
                <a:close/>
              </a:path>
            </a:pathLst>
          </a:custGeom>
          <a:solidFill>
            <a:srgbClr val="E2932B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7" name="Kształt 6"/>
          <p:cNvSpPr/>
          <p:nvPr/>
        </p:nvSpPr>
        <p:spPr>
          <a:xfrm>
            <a:off x="10545445" y="3539490"/>
            <a:ext cx="435610" cy="116840"/>
          </a:xfrm>
          <a:custGeom>
            <a:avLst/>
            <a:gdLst/>
            <a:ahLst/>
            <a:cxnLst/>
            <a:rect l="0" t="0" r="r" b="b"/>
            <a:pathLst>
              <a:path w="435610" h="116840">
                <a:moveTo>
                  <a:pt x="7620" y="0"/>
                </a:moveTo>
                <a:lnTo>
                  <a:pt x="435610" y="60325"/>
                </a:lnTo>
                <a:lnTo>
                  <a:pt x="427355" y="116840"/>
                </a:lnTo>
                <a:lnTo>
                  <a:pt x="0" y="57150"/>
                </a:lnTo>
                <a:close/>
              </a:path>
            </a:pathLst>
          </a:custGeom>
          <a:solidFill>
            <a:srgbClr val="C4741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8" name="Kształt 7"/>
          <p:cNvSpPr/>
          <p:nvPr/>
        </p:nvSpPr>
        <p:spPr>
          <a:xfrm>
            <a:off x="10433050" y="4338320"/>
            <a:ext cx="435610" cy="116840"/>
          </a:xfrm>
          <a:custGeom>
            <a:avLst/>
            <a:gdLst/>
            <a:ahLst/>
            <a:cxnLst/>
            <a:rect l="0" t="0" r="r" b="b"/>
            <a:pathLst>
              <a:path w="435610" h="116840">
                <a:moveTo>
                  <a:pt x="8255" y="0"/>
                </a:moveTo>
                <a:lnTo>
                  <a:pt x="435610" y="60325"/>
                </a:lnTo>
                <a:lnTo>
                  <a:pt x="427355" y="116840"/>
                </a:lnTo>
                <a:lnTo>
                  <a:pt x="0" y="56515"/>
                </a:lnTo>
                <a:close/>
              </a:path>
            </a:pathLst>
          </a:custGeom>
          <a:solidFill>
            <a:srgbClr val="C4741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9" name="Kształt 8"/>
          <p:cNvSpPr/>
          <p:nvPr/>
        </p:nvSpPr>
        <p:spPr>
          <a:xfrm>
            <a:off x="10600690" y="3682365"/>
            <a:ext cx="286385" cy="107950"/>
          </a:xfrm>
          <a:custGeom>
            <a:avLst/>
            <a:gdLst/>
            <a:ahLst/>
            <a:cxnLst/>
            <a:rect l="0" t="0" r="r" b="b"/>
            <a:pathLst>
              <a:path w="286385" h="107950">
                <a:moveTo>
                  <a:pt x="9525" y="0"/>
                </a:moveTo>
                <a:lnTo>
                  <a:pt x="286385" y="38735"/>
                </a:lnTo>
                <a:lnTo>
                  <a:pt x="276225" y="107950"/>
                </a:lnTo>
                <a:lnTo>
                  <a:pt x="0" y="69215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0" name="Kształt 9"/>
          <p:cNvSpPr/>
          <p:nvPr/>
        </p:nvSpPr>
        <p:spPr>
          <a:xfrm>
            <a:off x="10530205" y="3914140"/>
            <a:ext cx="330200" cy="330200"/>
          </a:xfrm>
          <a:custGeom>
            <a:avLst/>
            <a:gdLst/>
            <a:ahLst/>
            <a:cxnLst/>
            <a:rect l="0" t="0" r="r" b="b"/>
            <a:pathLst>
              <a:path w="330200" h="330200">
                <a:moveTo>
                  <a:pt x="328930" y="187960"/>
                </a:moveTo>
                <a:lnTo>
                  <a:pt x="322580" y="215900"/>
                </a:lnTo>
                <a:lnTo>
                  <a:pt x="311150" y="242570"/>
                </a:lnTo>
                <a:lnTo>
                  <a:pt x="295275" y="266700"/>
                </a:lnTo>
                <a:lnTo>
                  <a:pt x="275590" y="287655"/>
                </a:lnTo>
                <a:lnTo>
                  <a:pt x="252730" y="304800"/>
                </a:lnTo>
                <a:lnTo>
                  <a:pt x="227330" y="318135"/>
                </a:lnTo>
                <a:lnTo>
                  <a:pt x="199390" y="326390"/>
                </a:lnTo>
                <a:lnTo>
                  <a:pt x="170815" y="330200"/>
                </a:lnTo>
                <a:lnTo>
                  <a:pt x="142240" y="328295"/>
                </a:lnTo>
                <a:lnTo>
                  <a:pt x="114300" y="321945"/>
                </a:lnTo>
                <a:lnTo>
                  <a:pt x="87630" y="310515"/>
                </a:lnTo>
                <a:lnTo>
                  <a:pt x="63500" y="295275"/>
                </a:lnTo>
                <a:lnTo>
                  <a:pt x="42545" y="275590"/>
                </a:lnTo>
                <a:lnTo>
                  <a:pt x="25400" y="252730"/>
                </a:lnTo>
                <a:lnTo>
                  <a:pt x="12065" y="226695"/>
                </a:lnTo>
                <a:lnTo>
                  <a:pt x="3810" y="199390"/>
                </a:lnTo>
                <a:lnTo>
                  <a:pt x="0" y="170815"/>
                </a:lnTo>
                <a:lnTo>
                  <a:pt x="1905" y="142240"/>
                </a:lnTo>
                <a:lnTo>
                  <a:pt x="8255" y="113665"/>
                </a:lnTo>
                <a:lnTo>
                  <a:pt x="19685" y="87630"/>
                </a:lnTo>
                <a:lnTo>
                  <a:pt x="34925" y="63500"/>
                </a:lnTo>
                <a:lnTo>
                  <a:pt x="54610" y="42545"/>
                </a:lnTo>
                <a:lnTo>
                  <a:pt x="78105" y="24765"/>
                </a:lnTo>
                <a:lnTo>
                  <a:pt x="103505" y="12065"/>
                </a:lnTo>
                <a:lnTo>
                  <a:pt x="130810" y="3810"/>
                </a:lnTo>
                <a:lnTo>
                  <a:pt x="159385" y="0"/>
                </a:lnTo>
                <a:lnTo>
                  <a:pt x="187960" y="1270"/>
                </a:lnTo>
                <a:lnTo>
                  <a:pt x="216535" y="8255"/>
                </a:lnTo>
                <a:lnTo>
                  <a:pt x="242570" y="19050"/>
                </a:lnTo>
                <a:lnTo>
                  <a:pt x="266700" y="34925"/>
                </a:lnTo>
                <a:lnTo>
                  <a:pt x="288290" y="54610"/>
                </a:lnTo>
                <a:lnTo>
                  <a:pt x="305435" y="77470"/>
                </a:lnTo>
                <a:lnTo>
                  <a:pt x="318135" y="102870"/>
                </a:lnTo>
                <a:lnTo>
                  <a:pt x="327025" y="130810"/>
                </a:lnTo>
                <a:lnTo>
                  <a:pt x="330200" y="159385"/>
                </a:lnTo>
                <a:close/>
              </a:path>
            </a:pathLst>
          </a:custGeom>
          <a:solidFill>
            <a:srgbClr val="FFF4D8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1" name="Kształt 10"/>
          <p:cNvSpPr/>
          <p:nvPr/>
        </p:nvSpPr>
        <p:spPr>
          <a:xfrm>
            <a:off x="10586085" y="3966210"/>
            <a:ext cx="177800" cy="173990"/>
          </a:xfrm>
          <a:custGeom>
            <a:avLst/>
            <a:gdLst/>
            <a:ahLst/>
            <a:cxnLst/>
            <a:rect l="0" t="0" r="r" b="b"/>
            <a:pathLst>
              <a:path w="177800" h="173990">
                <a:moveTo>
                  <a:pt x="0" y="161925"/>
                </a:moveTo>
                <a:lnTo>
                  <a:pt x="125095" y="0"/>
                </a:lnTo>
                <a:lnTo>
                  <a:pt x="177800" y="173990"/>
                </a:lnTo>
                <a:close/>
              </a:path>
            </a:pathLst>
          </a:custGeom>
          <a:solidFill>
            <a:srgbClr val="F6C44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2" name="Kształt 11"/>
          <p:cNvSpPr/>
          <p:nvPr/>
        </p:nvSpPr>
        <p:spPr>
          <a:xfrm>
            <a:off x="10657205" y="4041140"/>
            <a:ext cx="143510" cy="155575"/>
          </a:xfrm>
          <a:custGeom>
            <a:avLst/>
            <a:gdLst/>
            <a:ahLst/>
            <a:cxnLst/>
            <a:rect l="0" t="0" r="r" b="b"/>
            <a:pathLst>
              <a:path w="143510" h="155575">
                <a:moveTo>
                  <a:pt x="0" y="128905"/>
                </a:moveTo>
                <a:lnTo>
                  <a:pt x="133350" y="0"/>
                </a:lnTo>
                <a:lnTo>
                  <a:pt x="143510" y="155575"/>
                </a:lnTo>
                <a:close/>
              </a:path>
            </a:pathLst>
          </a:custGeom>
          <a:solidFill>
            <a:srgbClr val="E9A7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3" name="Kształt 12"/>
          <p:cNvSpPr/>
          <p:nvPr/>
        </p:nvSpPr>
        <p:spPr>
          <a:xfrm>
            <a:off x="9848850" y="3444875"/>
            <a:ext cx="114300" cy="88900"/>
          </a:xfrm>
          <a:custGeom>
            <a:avLst/>
            <a:gdLst/>
            <a:ahLst/>
            <a:cxnLst/>
            <a:rect l="0" t="0" r="r" b="b"/>
            <a:pathLst>
              <a:path w="114300" h="88900">
                <a:moveTo>
                  <a:pt x="0" y="0"/>
                </a:moveTo>
                <a:lnTo>
                  <a:pt x="114300" y="0"/>
                </a:lnTo>
                <a:lnTo>
                  <a:pt x="114300" y="88900"/>
                </a:lnTo>
                <a:lnTo>
                  <a:pt x="0" y="88900"/>
                </a:lnTo>
                <a:close/>
              </a:path>
            </a:pathLst>
          </a:custGeom>
          <a:solidFill>
            <a:srgbClr val="1F5C42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4" name="Kształt 13"/>
          <p:cNvSpPr/>
          <p:nvPr/>
        </p:nvSpPr>
        <p:spPr>
          <a:xfrm>
            <a:off x="9759950" y="3533775"/>
            <a:ext cx="292100" cy="1016000"/>
          </a:xfrm>
          <a:custGeom>
            <a:avLst/>
            <a:gdLst/>
            <a:ahLst/>
            <a:cxnLst/>
            <a:rect l="0" t="0" r="r" b="b"/>
            <a:pathLst>
              <a:path w="292100" h="1016000">
                <a:moveTo>
                  <a:pt x="101600" y="0"/>
                </a:moveTo>
                <a:lnTo>
                  <a:pt x="190500" y="0"/>
                </a:lnTo>
                <a:lnTo>
                  <a:pt x="190500" y="114300"/>
                </a:lnTo>
                <a:lnTo>
                  <a:pt x="273050" y="203200"/>
                </a:lnTo>
                <a:lnTo>
                  <a:pt x="292100" y="279400"/>
                </a:lnTo>
                <a:lnTo>
                  <a:pt x="292100" y="977900"/>
                </a:lnTo>
                <a:lnTo>
                  <a:pt x="266700" y="1016000"/>
                </a:lnTo>
                <a:lnTo>
                  <a:pt x="25400" y="1016000"/>
                </a:lnTo>
                <a:lnTo>
                  <a:pt x="0" y="977900"/>
                </a:lnTo>
                <a:lnTo>
                  <a:pt x="0" y="279400"/>
                </a:lnTo>
                <a:lnTo>
                  <a:pt x="19050" y="203200"/>
                </a:lnTo>
                <a:lnTo>
                  <a:pt x="101600" y="114300"/>
                </a:lnTo>
                <a:close/>
              </a:path>
            </a:pathLst>
          </a:custGeom>
          <a:solidFill>
            <a:srgbClr val="FFE7A0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5" name="Kształt 14"/>
          <p:cNvSpPr/>
          <p:nvPr/>
        </p:nvSpPr>
        <p:spPr>
          <a:xfrm>
            <a:off x="9798050" y="3838575"/>
            <a:ext cx="38100" cy="609600"/>
          </a:xfrm>
          <a:custGeom>
            <a:avLst/>
            <a:gdLst/>
            <a:ahLst/>
            <a:cxnLst/>
            <a:rect l="0" t="0" r="r" b="b"/>
            <a:pathLst>
              <a:path w="38100" h="609600">
                <a:moveTo>
                  <a:pt x="0" y="0"/>
                </a:moveTo>
                <a:lnTo>
                  <a:pt x="38100" y="0"/>
                </a:lnTo>
                <a:lnTo>
                  <a:pt x="38100" y="609600"/>
                </a:lnTo>
                <a:lnTo>
                  <a:pt x="0" y="609600"/>
                </a:lnTo>
                <a:close/>
              </a:path>
            </a:pathLst>
          </a:custGeom>
          <a:solidFill>
            <a:srgbClr val="FFFFFF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6" name="Kształt 15"/>
          <p:cNvSpPr/>
          <p:nvPr/>
        </p:nvSpPr>
        <p:spPr>
          <a:xfrm>
            <a:off x="9759950" y="4029075"/>
            <a:ext cx="292100" cy="266700"/>
          </a:xfrm>
          <a:custGeom>
            <a:avLst/>
            <a:gdLst/>
            <a:ahLst/>
            <a:cxnLst/>
            <a:rect l="0" t="0" r="r" b="b"/>
            <a:pathLst>
              <a:path w="292100" h="266700">
                <a:moveTo>
                  <a:pt x="0" y="0"/>
                </a:moveTo>
                <a:lnTo>
                  <a:pt x="292100" y="0"/>
                </a:lnTo>
                <a:lnTo>
                  <a:pt x="292100" y="266700"/>
                </a:lnTo>
                <a:lnTo>
                  <a:pt x="0" y="266700"/>
                </a:lnTo>
                <a:close/>
              </a:path>
            </a:pathLst>
          </a:custGeom>
          <a:solidFill>
            <a:srgbClr val="2F7D5B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7" name="Kształt 16"/>
          <p:cNvSpPr/>
          <p:nvPr/>
        </p:nvSpPr>
        <p:spPr>
          <a:xfrm>
            <a:off x="9836150" y="4092575"/>
            <a:ext cx="139700" cy="139700"/>
          </a:xfrm>
          <a:custGeom>
            <a:avLst/>
            <a:gdLst/>
            <a:ahLst/>
            <a:cxnLst/>
            <a:rect l="0" t="0" r="r" b="b"/>
            <a:pathLst>
              <a:path w="139700" h="139700">
                <a:moveTo>
                  <a:pt x="139700" y="69850"/>
                </a:moveTo>
                <a:lnTo>
                  <a:pt x="138430" y="81915"/>
                </a:lnTo>
                <a:lnTo>
                  <a:pt x="135255" y="93980"/>
                </a:lnTo>
                <a:lnTo>
                  <a:pt x="130175" y="104775"/>
                </a:lnTo>
                <a:lnTo>
                  <a:pt x="123190" y="114935"/>
                </a:lnTo>
                <a:lnTo>
                  <a:pt x="114935" y="123190"/>
                </a:lnTo>
                <a:lnTo>
                  <a:pt x="104775" y="130175"/>
                </a:lnTo>
                <a:lnTo>
                  <a:pt x="93980" y="135255"/>
                </a:lnTo>
                <a:lnTo>
                  <a:pt x="81915" y="138430"/>
                </a:lnTo>
                <a:lnTo>
                  <a:pt x="69850" y="139700"/>
                </a:lnTo>
                <a:lnTo>
                  <a:pt x="57785" y="138430"/>
                </a:lnTo>
                <a:lnTo>
                  <a:pt x="45720" y="135255"/>
                </a:lnTo>
                <a:lnTo>
                  <a:pt x="34925" y="130175"/>
                </a:lnTo>
                <a:lnTo>
                  <a:pt x="24765" y="123190"/>
                </a:lnTo>
                <a:lnTo>
                  <a:pt x="16510" y="114935"/>
                </a:lnTo>
                <a:lnTo>
                  <a:pt x="9525" y="104775"/>
                </a:lnTo>
                <a:lnTo>
                  <a:pt x="4445" y="93980"/>
                </a:lnTo>
                <a:lnTo>
                  <a:pt x="1270" y="81915"/>
                </a:lnTo>
                <a:lnTo>
                  <a:pt x="0" y="69850"/>
                </a:lnTo>
                <a:lnTo>
                  <a:pt x="1270" y="57785"/>
                </a:lnTo>
                <a:lnTo>
                  <a:pt x="4445" y="45720"/>
                </a:lnTo>
                <a:lnTo>
                  <a:pt x="9525" y="34925"/>
                </a:lnTo>
                <a:lnTo>
                  <a:pt x="16510" y="24765"/>
                </a:lnTo>
                <a:lnTo>
                  <a:pt x="24765" y="16510"/>
                </a:lnTo>
                <a:lnTo>
                  <a:pt x="34925" y="9525"/>
                </a:lnTo>
                <a:lnTo>
                  <a:pt x="45720" y="4445"/>
                </a:lnTo>
                <a:lnTo>
                  <a:pt x="57785" y="1270"/>
                </a:lnTo>
                <a:lnTo>
                  <a:pt x="69850" y="0"/>
                </a:lnTo>
                <a:lnTo>
                  <a:pt x="81915" y="1270"/>
                </a:lnTo>
                <a:lnTo>
                  <a:pt x="93980" y="4445"/>
                </a:lnTo>
                <a:lnTo>
                  <a:pt x="104775" y="9525"/>
                </a:lnTo>
                <a:lnTo>
                  <a:pt x="114935" y="16510"/>
                </a:lnTo>
                <a:lnTo>
                  <a:pt x="123190" y="24765"/>
                </a:lnTo>
                <a:lnTo>
                  <a:pt x="130175" y="34925"/>
                </a:lnTo>
                <a:lnTo>
                  <a:pt x="135255" y="45720"/>
                </a:lnTo>
                <a:lnTo>
                  <a:pt x="138430" y="57785"/>
                </a:lnTo>
                <a:close/>
              </a:path>
            </a:pathLst>
          </a:custGeom>
          <a:solidFill>
            <a:srgbClr val="F6D33C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8" name="Kształt 17"/>
          <p:cNvSpPr/>
          <p:nvPr/>
        </p:nvSpPr>
        <p:spPr>
          <a:xfrm>
            <a:off x="9867900" y="4124325"/>
            <a:ext cx="76200" cy="76200"/>
          </a:xfrm>
          <a:custGeom>
            <a:avLst/>
            <a:gdLst/>
            <a:ahLst/>
            <a:cxnLst/>
            <a:rect l="0" t="0" r="r" b="b"/>
            <a:pathLst>
              <a:path w="76200" h="76200">
                <a:moveTo>
                  <a:pt x="76200" y="38100"/>
                </a:moveTo>
                <a:lnTo>
                  <a:pt x="75565" y="44450"/>
                </a:lnTo>
                <a:lnTo>
                  <a:pt x="73660" y="51435"/>
                </a:lnTo>
                <a:lnTo>
                  <a:pt x="71120" y="57150"/>
                </a:lnTo>
                <a:lnTo>
                  <a:pt x="67310" y="62865"/>
                </a:lnTo>
                <a:lnTo>
                  <a:pt x="62865" y="67310"/>
                </a:lnTo>
                <a:lnTo>
                  <a:pt x="57150" y="71120"/>
                </a:lnTo>
                <a:lnTo>
                  <a:pt x="51435" y="73660"/>
                </a:lnTo>
                <a:lnTo>
                  <a:pt x="44450" y="75565"/>
                </a:lnTo>
                <a:lnTo>
                  <a:pt x="38100" y="76200"/>
                </a:lnTo>
                <a:lnTo>
                  <a:pt x="31750" y="75565"/>
                </a:lnTo>
                <a:lnTo>
                  <a:pt x="24765" y="73660"/>
                </a:lnTo>
                <a:lnTo>
                  <a:pt x="19050" y="71120"/>
                </a:lnTo>
                <a:lnTo>
                  <a:pt x="13335" y="67310"/>
                </a:lnTo>
                <a:lnTo>
                  <a:pt x="8890" y="62865"/>
                </a:lnTo>
                <a:lnTo>
                  <a:pt x="5080" y="57150"/>
                </a:lnTo>
                <a:lnTo>
                  <a:pt x="2540" y="51435"/>
                </a:lnTo>
                <a:lnTo>
                  <a:pt x="635" y="44450"/>
                </a:lnTo>
                <a:lnTo>
                  <a:pt x="0" y="38100"/>
                </a:lnTo>
                <a:lnTo>
                  <a:pt x="635" y="31750"/>
                </a:lnTo>
                <a:lnTo>
                  <a:pt x="2540" y="24765"/>
                </a:lnTo>
                <a:lnTo>
                  <a:pt x="5080" y="19050"/>
                </a:lnTo>
                <a:lnTo>
                  <a:pt x="8890" y="13335"/>
                </a:lnTo>
                <a:lnTo>
                  <a:pt x="13335" y="8890"/>
                </a:lnTo>
                <a:lnTo>
                  <a:pt x="19050" y="5080"/>
                </a:lnTo>
                <a:lnTo>
                  <a:pt x="24765" y="2540"/>
                </a:lnTo>
                <a:lnTo>
                  <a:pt x="31750" y="635"/>
                </a:lnTo>
                <a:lnTo>
                  <a:pt x="38100" y="0"/>
                </a:lnTo>
                <a:lnTo>
                  <a:pt x="44450" y="635"/>
                </a:lnTo>
                <a:lnTo>
                  <a:pt x="51435" y="2540"/>
                </a:lnTo>
                <a:lnTo>
                  <a:pt x="57150" y="5080"/>
                </a:lnTo>
                <a:lnTo>
                  <a:pt x="62865" y="8890"/>
                </a:lnTo>
                <a:lnTo>
                  <a:pt x="67310" y="13335"/>
                </a:lnTo>
                <a:lnTo>
                  <a:pt x="71120" y="19050"/>
                </a:lnTo>
                <a:lnTo>
                  <a:pt x="73660" y="24765"/>
                </a:lnTo>
                <a:lnTo>
                  <a:pt x="75565" y="31750"/>
                </a:lnTo>
                <a:close/>
              </a:path>
            </a:pathLst>
          </a:custGeom>
          <a:solidFill>
            <a:srgbClr val="FFF3B0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9" name="Kształt 18"/>
          <p:cNvSpPr/>
          <p:nvPr/>
        </p:nvSpPr>
        <p:spPr>
          <a:xfrm>
            <a:off x="10096500" y="4346575"/>
            <a:ext cx="254000" cy="76200"/>
          </a:xfrm>
          <a:custGeom>
            <a:avLst/>
            <a:gdLst/>
            <a:ahLst/>
            <a:cxnLst/>
            <a:rect l="0" t="0" r="r" b="b"/>
            <a:pathLst>
              <a:path w="254000" h="76200">
                <a:moveTo>
                  <a:pt x="254000" y="38100"/>
                </a:moveTo>
                <a:lnTo>
                  <a:pt x="252095" y="44450"/>
                </a:lnTo>
                <a:lnTo>
                  <a:pt x="246380" y="51435"/>
                </a:lnTo>
                <a:lnTo>
                  <a:pt x="236855" y="57150"/>
                </a:lnTo>
                <a:lnTo>
                  <a:pt x="224155" y="62865"/>
                </a:lnTo>
                <a:lnTo>
                  <a:pt x="208915" y="67310"/>
                </a:lnTo>
                <a:lnTo>
                  <a:pt x="190500" y="71120"/>
                </a:lnTo>
                <a:lnTo>
                  <a:pt x="170180" y="73660"/>
                </a:lnTo>
                <a:lnTo>
                  <a:pt x="149225" y="75565"/>
                </a:lnTo>
                <a:lnTo>
                  <a:pt x="127000" y="76200"/>
                </a:lnTo>
                <a:lnTo>
                  <a:pt x="104775" y="75565"/>
                </a:lnTo>
                <a:lnTo>
                  <a:pt x="83820" y="73660"/>
                </a:lnTo>
                <a:lnTo>
                  <a:pt x="63500" y="71120"/>
                </a:lnTo>
                <a:lnTo>
                  <a:pt x="45085" y="67310"/>
                </a:lnTo>
                <a:lnTo>
                  <a:pt x="29845" y="62865"/>
                </a:lnTo>
                <a:lnTo>
                  <a:pt x="17145" y="57150"/>
                </a:lnTo>
                <a:lnTo>
                  <a:pt x="7620" y="51435"/>
                </a:lnTo>
                <a:lnTo>
                  <a:pt x="1905" y="44450"/>
                </a:lnTo>
                <a:lnTo>
                  <a:pt x="0" y="38100"/>
                </a:lnTo>
                <a:lnTo>
                  <a:pt x="1905" y="31750"/>
                </a:lnTo>
                <a:lnTo>
                  <a:pt x="7620" y="24765"/>
                </a:lnTo>
                <a:lnTo>
                  <a:pt x="17145" y="19050"/>
                </a:lnTo>
                <a:lnTo>
                  <a:pt x="29845" y="13335"/>
                </a:lnTo>
                <a:lnTo>
                  <a:pt x="45085" y="8890"/>
                </a:lnTo>
                <a:lnTo>
                  <a:pt x="63500" y="5080"/>
                </a:lnTo>
                <a:lnTo>
                  <a:pt x="83820" y="2540"/>
                </a:lnTo>
                <a:lnTo>
                  <a:pt x="104775" y="635"/>
                </a:lnTo>
                <a:lnTo>
                  <a:pt x="127000" y="0"/>
                </a:lnTo>
                <a:lnTo>
                  <a:pt x="149225" y="635"/>
                </a:lnTo>
                <a:lnTo>
                  <a:pt x="170180" y="2540"/>
                </a:lnTo>
                <a:lnTo>
                  <a:pt x="190500" y="5080"/>
                </a:lnTo>
                <a:lnTo>
                  <a:pt x="208915" y="8890"/>
                </a:lnTo>
                <a:lnTo>
                  <a:pt x="224155" y="13335"/>
                </a:lnTo>
                <a:lnTo>
                  <a:pt x="236855" y="19050"/>
                </a:lnTo>
                <a:lnTo>
                  <a:pt x="246380" y="24765"/>
                </a:lnTo>
                <a:lnTo>
                  <a:pt x="252095" y="31750"/>
                </a:lnTo>
                <a:close/>
              </a:path>
            </a:pathLst>
          </a:custGeom>
          <a:solidFill>
            <a:srgbClr val="2C6F98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0" name="Kształt 19"/>
          <p:cNvSpPr/>
          <p:nvPr/>
        </p:nvSpPr>
        <p:spPr>
          <a:xfrm>
            <a:off x="10096500" y="3825875"/>
            <a:ext cx="254000" cy="558800"/>
          </a:xfrm>
          <a:custGeom>
            <a:avLst/>
            <a:gdLst/>
            <a:ahLst/>
            <a:cxnLst/>
            <a:rect l="0" t="0" r="r" b="b"/>
            <a:pathLst>
              <a:path w="254000" h="558800">
                <a:moveTo>
                  <a:pt x="0" y="0"/>
                </a:moveTo>
                <a:lnTo>
                  <a:pt x="254000" y="0"/>
                </a:lnTo>
                <a:lnTo>
                  <a:pt x="254000" y="558800"/>
                </a:lnTo>
                <a:lnTo>
                  <a:pt x="0" y="558800"/>
                </a:lnTo>
                <a:close/>
              </a:path>
            </a:pathLst>
          </a:custGeom>
          <a:solidFill>
            <a:srgbClr val="3A8FC2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1" name="Kształt 20"/>
          <p:cNvSpPr/>
          <p:nvPr/>
        </p:nvSpPr>
        <p:spPr>
          <a:xfrm>
            <a:off x="10096500" y="3952875"/>
            <a:ext cx="254000" cy="127000"/>
          </a:xfrm>
          <a:custGeom>
            <a:avLst/>
            <a:gdLst/>
            <a:ahLst/>
            <a:cxnLst/>
            <a:rect l="0" t="0" r="r" b="b"/>
            <a:pathLst>
              <a:path w="254000" h="127000">
                <a:moveTo>
                  <a:pt x="0" y="50800"/>
                </a:moveTo>
                <a:lnTo>
                  <a:pt x="254000" y="0"/>
                </a:lnTo>
                <a:lnTo>
                  <a:pt x="254000" y="76200"/>
                </a:lnTo>
                <a:lnTo>
                  <a:pt x="0" y="127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2" name="Kształt 21"/>
          <p:cNvSpPr/>
          <p:nvPr/>
        </p:nvSpPr>
        <p:spPr>
          <a:xfrm>
            <a:off x="10134600" y="3876675"/>
            <a:ext cx="31750" cy="457200"/>
          </a:xfrm>
          <a:custGeom>
            <a:avLst/>
            <a:gdLst/>
            <a:ahLst/>
            <a:cxnLst/>
            <a:rect l="0" t="0" r="r" b="b"/>
            <a:pathLst>
              <a:path w="31750" h="457200">
                <a:moveTo>
                  <a:pt x="0" y="0"/>
                </a:moveTo>
                <a:lnTo>
                  <a:pt x="31750" y="0"/>
                </a:lnTo>
                <a:lnTo>
                  <a:pt x="31750" y="457200"/>
                </a:lnTo>
                <a:lnTo>
                  <a:pt x="0" y="457200"/>
                </a:lnTo>
                <a:close/>
              </a:path>
            </a:pathLst>
          </a:custGeom>
          <a:solidFill>
            <a:srgbClr val="FFFFFF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3" name="Kształt 22"/>
          <p:cNvSpPr/>
          <p:nvPr/>
        </p:nvSpPr>
        <p:spPr>
          <a:xfrm>
            <a:off x="10096500" y="3787775"/>
            <a:ext cx="254000" cy="76200"/>
          </a:xfrm>
          <a:custGeom>
            <a:avLst/>
            <a:gdLst/>
            <a:ahLst/>
            <a:cxnLst/>
            <a:rect l="0" t="0" r="r" b="b"/>
            <a:pathLst>
              <a:path w="254000" h="76200">
                <a:moveTo>
                  <a:pt x="254000" y="38100"/>
                </a:moveTo>
                <a:lnTo>
                  <a:pt x="252095" y="44450"/>
                </a:lnTo>
                <a:lnTo>
                  <a:pt x="246380" y="51435"/>
                </a:lnTo>
                <a:lnTo>
                  <a:pt x="236855" y="57150"/>
                </a:lnTo>
                <a:lnTo>
                  <a:pt x="224155" y="62865"/>
                </a:lnTo>
                <a:lnTo>
                  <a:pt x="208915" y="67310"/>
                </a:lnTo>
                <a:lnTo>
                  <a:pt x="190500" y="71120"/>
                </a:lnTo>
                <a:lnTo>
                  <a:pt x="170180" y="73660"/>
                </a:lnTo>
                <a:lnTo>
                  <a:pt x="149225" y="75565"/>
                </a:lnTo>
                <a:lnTo>
                  <a:pt x="127000" y="76200"/>
                </a:lnTo>
                <a:lnTo>
                  <a:pt x="104775" y="75565"/>
                </a:lnTo>
                <a:lnTo>
                  <a:pt x="83820" y="73660"/>
                </a:lnTo>
                <a:lnTo>
                  <a:pt x="63500" y="71120"/>
                </a:lnTo>
                <a:lnTo>
                  <a:pt x="45085" y="67310"/>
                </a:lnTo>
                <a:lnTo>
                  <a:pt x="29845" y="62865"/>
                </a:lnTo>
                <a:lnTo>
                  <a:pt x="17145" y="57150"/>
                </a:lnTo>
                <a:lnTo>
                  <a:pt x="7620" y="51435"/>
                </a:lnTo>
                <a:lnTo>
                  <a:pt x="1905" y="44450"/>
                </a:lnTo>
                <a:lnTo>
                  <a:pt x="0" y="38100"/>
                </a:lnTo>
                <a:lnTo>
                  <a:pt x="1905" y="31750"/>
                </a:lnTo>
                <a:lnTo>
                  <a:pt x="7620" y="24765"/>
                </a:lnTo>
                <a:lnTo>
                  <a:pt x="17145" y="19050"/>
                </a:lnTo>
                <a:lnTo>
                  <a:pt x="29845" y="13335"/>
                </a:lnTo>
                <a:lnTo>
                  <a:pt x="45085" y="8890"/>
                </a:lnTo>
                <a:lnTo>
                  <a:pt x="63500" y="5080"/>
                </a:lnTo>
                <a:lnTo>
                  <a:pt x="83820" y="2540"/>
                </a:lnTo>
                <a:lnTo>
                  <a:pt x="104775" y="635"/>
                </a:lnTo>
                <a:lnTo>
                  <a:pt x="127000" y="0"/>
                </a:lnTo>
                <a:lnTo>
                  <a:pt x="149225" y="635"/>
                </a:lnTo>
                <a:lnTo>
                  <a:pt x="170180" y="2540"/>
                </a:lnTo>
                <a:lnTo>
                  <a:pt x="190500" y="5080"/>
                </a:lnTo>
                <a:lnTo>
                  <a:pt x="208915" y="8890"/>
                </a:lnTo>
                <a:lnTo>
                  <a:pt x="224155" y="13335"/>
                </a:lnTo>
                <a:lnTo>
                  <a:pt x="236855" y="19050"/>
                </a:lnTo>
                <a:lnTo>
                  <a:pt x="246380" y="24765"/>
                </a:lnTo>
                <a:lnTo>
                  <a:pt x="252095" y="31750"/>
                </a:lnTo>
                <a:close/>
              </a:path>
            </a:pathLst>
          </a:custGeom>
          <a:solidFill>
            <a:srgbClr val="DFE5E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4" name="Kształt 23"/>
          <p:cNvSpPr/>
          <p:nvPr/>
        </p:nvSpPr>
        <p:spPr>
          <a:xfrm>
            <a:off x="10134600" y="3803015"/>
            <a:ext cx="177800" cy="45720"/>
          </a:xfrm>
          <a:custGeom>
            <a:avLst/>
            <a:gdLst/>
            <a:ahLst/>
            <a:cxnLst/>
            <a:rect l="0" t="0" r="r" b="b"/>
            <a:pathLst>
              <a:path w="177800" h="45720">
                <a:moveTo>
                  <a:pt x="177800" y="22860"/>
                </a:moveTo>
                <a:lnTo>
                  <a:pt x="176530" y="26670"/>
                </a:lnTo>
                <a:lnTo>
                  <a:pt x="172720" y="30480"/>
                </a:lnTo>
                <a:lnTo>
                  <a:pt x="165735" y="34290"/>
                </a:lnTo>
                <a:lnTo>
                  <a:pt x="156845" y="37465"/>
                </a:lnTo>
                <a:lnTo>
                  <a:pt x="146050" y="40640"/>
                </a:lnTo>
                <a:lnTo>
                  <a:pt x="133350" y="42545"/>
                </a:lnTo>
                <a:lnTo>
                  <a:pt x="119380" y="44450"/>
                </a:lnTo>
                <a:lnTo>
                  <a:pt x="104140" y="45085"/>
                </a:lnTo>
                <a:lnTo>
                  <a:pt x="88900" y="45720"/>
                </a:lnTo>
                <a:lnTo>
                  <a:pt x="73660" y="45085"/>
                </a:lnTo>
                <a:lnTo>
                  <a:pt x="58420" y="44450"/>
                </a:lnTo>
                <a:lnTo>
                  <a:pt x="44450" y="42545"/>
                </a:lnTo>
                <a:lnTo>
                  <a:pt x="31750" y="40640"/>
                </a:lnTo>
                <a:lnTo>
                  <a:pt x="20955" y="37465"/>
                </a:lnTo>
                <a:lnTo>
                  <a:pt x="12065" y="34290"/>
                </a:lnTo>
                <a:lnTo>
                  <a:pt x="5080" y="30480"/>
                </a:lnTo>
                <a:lnTo>
                  <a:pt x="1270" y="26670"/>
                </a:lnTo>
                <a:lnTo>
                  <a:pt x="0" y="22860"/>
                </a:lnTo>
                <a:lnTo>
                  <a:pt x="1270" y="19050"/>
                </a:lnTo>
                <a:lnTo>
                  <a:pt x="5080" y="15240"/>
                </a:lnTo>
                <a:lnTo>
                  <a:pt x="12065" y="11430"/>
                </a:lnTo>
                <a:lnTo>
                  <a:pt x="20955" y="8255"/>
                </a:lnTo>
                <a:lnTo>
                  <a:pt x="31750" y="5080"/>
                </a:lnTo>
                <a:lnTo>
                  <a:pt x="44450" y="3175"/>
                </a:lnTo>
                <a:lnTo>
                  <a:pt x="58420" y="1270"/>
                </a:lnTo>
                <a:lnTo>
                  <a:pt x="73660" y="635"/>
                </a:lnTo>
                <a:lnTo>
                  <a:pt x="88900" y="0"/>
                </a:lnTo>
                <a:lnTo>
                  <a:pt x="104140" y="635"/>
                </a:lnTo>
                <a:lnTo>
                  <a:pt x="119380" y="1270"/>
                </a:lnTo>
                <a:lnTo>
                  <a:pt x="133350" y="3175"/>
                </a:lnTo>
                <a:lnTo>
                  <a:pt x="146050" y="5080"/>
                </a:lnTo>
                <a:lnTo>
                  <a:pt x="156845" y="8255"/>
                </a:lnTo>
                <a:lnTo>
                  <a:pt x="165735" y="11430"/>
                </a:lnTo>
                <a:lnTo>
                  <a:pt x="172720" y="15240"/>
                </a:lnTo>
                <a:lnTo>
                  <a:pt x="176530" y="19050"/>
                </a:lnTo>
                <a:close/>
              </a:path>
            </a:pathLst>
          </a:custGeom>
          <a:solidFill>
            <a:srgbClr val="B9C2C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5" name="Kształt 24"/>
          <p:cNvSpPr/>
          <p:nvPr/>
        </p:nvSpPr>
        <p:spPr>
          <a:xfrm>
            <a:off x="10562590" y="4279265"/>
            <a:ext cx="231140" cy="264160"/>
          </a:xfrm>
          <a:custGeom>
            <a:avLst/>
            <a:gdLst/>
            <a:ahLst/>
            <a:cxnLst/>
            <a:rect l="0" t="0" r="r" b="b"/>
            <a:pathLst>
              <a:path w="231140" h="264160">
                <a:moveTo>
                  <a:pt x="0" y="24765"/>
                </a:moveTo>
                <a:lnTo>
                  <a:pt x="201295" y="0"/>
                </a:lnTo>
                <a:lnTo>
                  <a:pt x="231140" y="239395"/>
                </a:lnTo>
                <a:lnTo>
                  <a:pt x="29210" y="264160"/>
                </a:lnTo>
                <a:close/>
              </a:path>
            </a:pathLst>
          </a:custGeom>
          <a:solidFill>
            <a:srgbClr val="5A332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6" name="Kształt 25"/>
          <p:cNvSpPr/>
          <p:nvPr/>
        </p:nvSpPr>
        <p:spPr>
          <a:xfrm>
            <a:off x="10589895" y="4311015"/>
            <a:ext cx="80010" cy="97155"/>
          </a:xfrm>
          <a:custGeom>
            <a:avLst/>
            <a:gdLst/>
            <a:ahLst/>
            <a:cxnLst/>
            <a:rect l="0" t="0" r="r" b="b"/>
            <a:pathLst>
              <a:path w="80010" h="97155">
                <a:moveTo>
                  <a:pt x="0" y="8890"/>
                </a:moveTo>
                <a:lnTo>
                  <a:pt x="69215" y="0"/>
                </a:lnTo>
                <a:lnTo>
                  <a:pt x="80010" y="88265"/>
                </a:lnTo>
                <a:lnTo>
                  <a:pt x="10795" y="97155"/>
                </a:lnTo>
                <a:close/>
              </a:path>
            </a:pathLst>
          </a:custGeom>
          <a:solidFill>
            <a:srgbClr val="7A4A2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7" name="Kształt 26"/>
          <p:cNvSpPr/>
          <p:nvPr/>
        </p:nvSpPr>
        <p:spPr>
          <a:xfrm>
            <a:off x="10684510" y="4299585"/>
            <a:ext cx="80010" cy="96520"/>
          </a:xfrm>
          <a:custGeom>
            <a:avLst/>
            <a:gdLst/>
            <a:ahLst/>
            <a:cxnLst/>
            <a:rect l="0" t="0" r="r" b="b"/>
            <a:pathLst>
              <a:path w="80010" h="96520">
                <a:moveTo>
                  <a:pt x="0" y="8255"/>
                </a:moveTo>
                <a:lnTo>
                  <a:pt x="69215" y="0"/>
                </a:lnTo>
                <a:lnTo>
                  <a:pt x="80010" y="88265"/>
                </a:lnTo>
                <a:lnTo>
                  <a:pt x="10795" y="96520"/>
                </a:lnTo>
                <a:close/>
              </a:path>
            </a:pathLst>
          </a:custGeom>
          <a:solidFill>
            <a:srgbClr val="7A4A2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8" name="Kształt 27"/>
          <p:cNvSpPr/>
          <p:nvPr/>
        </p:nvSpPr>
        <p:spPr>
          <a:xfrm>
            <a:off x="10603865" y="4424680"/>
            <a:ext cx="80010" cy="96520"/>
          </a:xfrm>
          <a:custGeom>
            <a:avLst/>
            <a:gdLst/>
            <a:ahLst/>
            <a:cxnLst/>
            <a:rect l="0" t="0" r="r" b="b"/>
            <a:pathLst>
              <a:path w="80010" h="96520">
                <a:moveTo>
                  <a:pt x="0" y="8255"/>
                </a:moveTo>
                <a:lnTo>
                  <a:pt x="69215" y="0"/>
                </a:lnTo>
                <a:lnTo>
                  <a:pt x="80010" y="88265"/>
                </a:lnTo>
                <a:lnTo>
                  <a:pt x="10795" y="96520"/>
                </a:lnTo>
                <a:close/>
              </a:path>
            </a:pathLst>
          </a:custGeom>
          <a:solidFill>
            <a:srgbClr val="7A4A2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9" name="Kształt 28"/>
          <p:cNvSpPr/>
          <p:nvPr/>
        </p:nvSpPr>
        <p:spPr>
          <a:xfrm>
            <a:off x="10698480" y="4413250"/>
            <a:ext cx="80010" cy="96520"/>
          </a:xfrm>
          <a:custGeom>
            <a:avLst/>
            <a:gdLst/>
            <a:ahLst/>
            <a:cxnLst/>
            <a:rect l="0" t="0" r="r" b="b"/>
            <a:pathLst>
              <a:path w="80010" h="96520">
                <a:moveTo>
                  <a:pt x="0" y="8255"/>
                </a:moveTo>
                <a:lnTo>
                  <a:pt x="69215" y="0"/>
                </a:lnTo>
                <a:lnTo>
                  <a:pt x="80010" y="87630"/>
                </a:lnTo>
                <a:lnTo>
                  <a:pt x="10795" y="96520"/>
                </a:lnTo>
                <a:close/>
              </a:path>
            </a:pathLst>
          </a:custGeom>
          <a:solidFill>
            <a:srgbClr val="7A4A2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0" name="Kształt 29"/>
          <p:cNvSpPr/>
          <p:nvPr/>
        </p:nvSpPr>
        <p:spPr>
          <a:xfrm>
            <a:off x="10497820" y="4289425"/>
            <a:ext cx="109855" cy="274320"/>
          </a:xfrm>
          <a:custGeom>
            <a:avLst/>
            <a:gdLst/>
            <a:ahLst/>
            <a:cxnLst/>
            <a:rect l="0" t="0" r="r" b="b"/>
            <a:pathLst>
              <a:path w="109855" h="274320">
                <a:moveTo>
                  <a:pt x="0" y="9525"/>
                </a:moveTo>
                <a:lnTo>
                  <a:pt x="75565" y="0"/>
                </a:lnTo>
                <a:lnTo>
                  <a:pt x="55880" y="47625"/>
                </a:lnTo>
                <a:lnTo>
                  <a:pt x="99060" y="86995"/>
                </a:lnTo>
                <a:lnTo>
                  <a:pt x="66675" y="135890"/>
                </a:lnTo>
                <a:lnTo>
                  <a:pt x="109855" y="175260"/>
                </a:lnTo>
                <a:lnTo>
                  <a:pt x="83820" y="222885"/>
                </a:lnTo>
                <a:lnTo>
                  <a:pt x="107950" y="264795"/>
                </a:lnTo>
                <a:lnTo>
                  <a:pt x="32385" y="274320"/>
                </a:lnTo>
                <a:close/>
              </a:path>
            </a:pathLst>
          </a:custGeom>
          <a:solidFill>
            <a:srgbClr val="D6B15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1" name="Kształt 30"/>
          <p:cNvSpPr/>
          <p:nvPr/>
        </p:nvSpPr>
        <p:spPr>
          <a:xfrm>
            <a:off x="9855200" y="4295775"/>
            <a:ext cx="700405" cy="346710"/>
          </a:xfrm>
          <a:custGeom>
            <a:avLst/>
            <a:gdLst/>
            <a:ahLst/>
            <a:cxnLst/>
            <a:rect l="0" t="0" r="r" b="b"/>
            <a:pathLst>
              <a:path w="700405" h="346710">
                <a:moveTo>
                  <a:pt x="0" y="81915"/>
                </a:moveTo>
                <a:lnTo>
                  <a:pt x="668020" y="0"/>
                </a:lnTo>
                <a:lnTo>
                  <a:pt x="700405" y="264795"/>
                </a:lnTo>
                <a:lnTo>
                  <a:pt x="32385" y="346710"/>
                </a:lnTo>
                <a:close/>
              </a:path>
            </a:pathLst>
          </a:custGeom>
          <a:solidFill>
            <a:srgbClr val="23305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2" name="Kształt 31"/>
          <p:cNvSpPr/>
          <p:nvPr/>
        </p:nvSpPr>
        <p:spPr>
          <a:xfrm>
            <a:off x="9861550" y="4346575"/>
            <a:ext cx="671830" cy="113030"/>
          </a:xfrm>
          <a:custGeom>
            <a:avLst/>
            <a:gdLst/>
            <a:ahLst/>
            <a:cxnLst/>
            <a:rect l="0" t="0" r="r" b="b"/>
            <a:pathLst>
              <a:path w="671830" h="113030">
                <a:moveTo>
                  <a:pt x="0" y="81915"/>
                </a:moveTo>
                <a:lnTo>
                  <a:pt x="668020" y="0"/>
                </a:lnTo>
                <a:lnTo>
                  <a:pt x="671830" y="31115"/>
                </a:lnTo>
                <a:lnTo>
                  <a:pt x="3810" y="113030"/>
                </a:lnTo>
                <a:close/>
              </a:path>
            </a:pathLst>
          </a:custGeom>
          <a:solidFill>
            <a:srgbClr val="D6B15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3" name="Kształt 32"/>
          <p:cNvSpPr/>
          <p:nvPr/>
        </p:nvSpPr>
        <p:spPr>
          <a:xfrm>
            <a:off x="9947910" y="4464050"/>
            <a:ext cx="359410" cy="99695"/>
          </a:xfrm>
          <a:custGeom>
            <a:avLst/>
            <a:gdLst/>
            <a:ahLst/>
            <a:cxnLst/>
            <a:rect l="0" t="0" r="r" b="b"/>
            <a:pathLst>
              <a:path w="359410" h="99695">
                <a:moveTo>
                  <a:pt x="0" y="43180"/>
                </a:moveTo>
                <a:lnTo>
                  <a:pt x="353060" y="0"/>
                </a:lnTo>
                <a:lnTo>
                  <a:pt x="359410" y="56515"/>
                </a:lnTo>
                <a:lnTo>
                  <a:pt x="6985" y="99695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4" name="Tekst: Kategorie"/>
          <p:cNvSpPr txBox="1"/>
          <p:nvPr/>
        </p:nvSpPr>
        <p:spPr>
          <a:xfrm>
            <a:off x="7696199" y="4867275"/>
            <a:ext cx="34671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000" b="1" kern="100" dirty="0">
                <a:solidFill>
                  <a:srgbClr val="777777"/>
                </a:solidFill>
                <a:latin typeface="Lato"/>
                <a:cs typeface="Lato"/>
              </a:rPr>
              <a:t>Kategorie</a:t>
            </a:r>
            <a:endParaRPr lang="pl-PL" sz="1000" b="1" kern="100" dirty="0">
              <a:solidFill>
                <a:srgbClr val="777777"/>
              </a:solidFill>
              <a:latin typeface="Lato"/>
              <a:cs typeface="Lato"/>
            </a:endParaRPr>
          </a:p>
        </p:txBody>
      </p:sp>
      <p:sp>
        <p:nvSpPr>
          <p:cNvPr id="65" name="Kształt 33"/>
          <p:cNvSpPr/>
          <p:nvPr/>
        </p:nvSpPr>
        <p:spPr>
          <a:xfrm>
            <a:off x="7694612" y="5083175"/>
            <a:ext cx="812800" cy="533400"/>
          </a:xfrm>
          <a:prstGeom prst="roundRect">
            <a:avLst>
              <a:gd name="adj" fmla="val 16667"/>
            </a:avLst>
          </a:prstGeom>
          <a:solidFill>
            <a:srgbClr val="F4F2E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6" name="Kształt 34"/>
          <p:cNvSpPr/>
          <p:nvPr/>
        </p:nvSpPr>
        <p:spPr>
          <a:xfrm>
            <a:off x="8005762" y="5197475"/>
            <a:ext cx="190500" cy="381000"/>
          </a:xfrm>
          <a:prstGeom prst="round2SameRect">
            <a:avLst>
              <a:gd name="adj1" fmla="val 30000"/>
              <a:gd name="adj2" fmla="val 23333"/>
            </a:avLst>
          </a:prstGeom>
          <a:solidFill>
            <a:srgbClr val="C9C4BB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7" name="Kształt 35"/>
          <p:cNvSpPr/>
          <p:nvPr/>
        </p:nvSpPr>
        <p:spPr>
          <a:xfrm>
            <a:off x="8056562" y="5121275"/>
            <a:ext cx="88900" cy="88900"/>
          </a:xfrm>
          <a:prstGeom prst="roundRect">
            <a:avLst>
              <a:gd name="adj" fmla="val 21429"/>
            </a:avLst>
          </a:prstGeom>
          <a:solidFill>
            <a:srgbClr val="C4C4C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8" name="Tekst: Napoje"/>
          <p:cNvSpPr txBox="1"/>
          <p:nvPr/>
        </p:nvSpPr>
        <p:spPr>
          <a:xfrm>
            <a:off x="7907337" y="5667375"/>
            <a:ext cx="615077" cy="1447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950" b="1" kern="100" dirty="0">
                <a:solidFill>
                  <a:srgbClr val="1C1C1C"/>
                </a:solidFill>
                <a:latin typeface="Lato"/>
                <a:cs typeface="Lato"/>
              </a:rPr>
              <a:t>Napoje</a:t>
            </a:r>
            <a:endParaRPr lang="pl-PL" sz="950" b="1" kern="100" dirty="0">
              <a:solidFill>
                <a:srgbClr val="1C1C1C"/>
              </a:solidFill>
              <a:latin typeface="Lato"/>
              <a:cs typeface="Lato"/>
            </a:endParaRPr>
          </a:p>
        </p:txBody>
      </p:sp>
      <p:sp>
        <p:nvSpPr>
          <p:cNvPr id="69" name="Kształt 36"/>
          <p:cNvSpPr/>
          <p:nvPr/>
        </p:nvSpPr>
        <p:spPr>
          <a:xfrm>
            <a:off x="8580437" y="5083175"/>
            <a:ext cx="812800" cy="533400"/>
          </a:xfrm>
          <a:prstGeom prst="roundRect">
            <a:avLst>
              <a:gd name="adj" fmla="val 16667"/>
            </a:avLst>
          </a:prstGeom>
          <a:solidFill>
            <a:srgbClr val="F4F2E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0" name="Kształt 37"/>
          <p:cNvSpPr/>
          <p:nvPr/>
        </p:nvSpPr>
        <p:spPr>
          <a:xfrm>
            <a:off x="8847137" y="5165725"/>
            <a:ext cx="279400" cy="368300"/>
          </a:xfrm>
          <a:prstGeom prst="round2SameRect">
            <a:avLst>
              <a:gd name="adj1" fmla="val 15909"/>
              <a:gd name="adj2" fmla="val 22727"/>
            </a:avLst>
          </a:prstGeom>
          <a:solidFill>
            <a:srgbClr val="C9C4BB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1" name="Linia"/>
          <p:cNvSpPr/>
          <p:nvPr/>
        </p:nvSpPr>
        <p:spPr>
          <a:xfrm>
            <a:off x="8847137" y="5165725"/>
            <a:ext cx="279400" cy="38100"/>
          </a:xfrm>
          <a:prstGeom prst="rect">
            <a:avLst/>
          </a:prstGeom>
          <a:solidFill>
            <a:srgbClr val="000000">
              <a:alpha val="2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2" name="Linia 2"/>
          <p:cNvSpPr/>
          <p:nvPr/>
        </p:nvSpPr>
        <p:spPr>
          <a:xfrm>
            <a:off x="8847137" y="5495925"/>
            <a:ext cx="279400" cy="38100"/>
          </a:xfrm>
          <a:prstGeom prst="rect">
            <a:avLst/>
          </a:prstGeom>
          <a:solidFill>
            <a:srgbClr val="000000">
              <a:alpha val="2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3" name="Tekst: Przekąski"/>
          <p:cNvSpPr txBox="1"/>
          <p:nvPr/>
        </p:nvSpPr>
        <p:spPr>
          <a:xfrm>
            <a:off x="8729637" y="5667375"/>
            <a:ext cx="766108" cy="1447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950" b="1" kern="100" dirty="0">
                <a:solidFill>
                  <a:srgbClr val="1C1C1C"/>
                </a:solidFill>
                <a:latin typeface="Lato"/>
                <a:cs typeface="Lato"/>
              </a:rPr>
              <a:t>Przekąski</a:t>
            </a:r>
            <a:endParaRPr lang="pl-PL" sz="950" b="1" kern="100" dirty="0">
              <a:solidFill>
                <a:srgbClr val="1C1C1C"/>
              </a:solidFill>
              <a:latin typeface="Lato"/>
              <a:cs typeface="Lato"/>
            </a:endParaRPr>
          </a:p>
        </p:txBody>
      </p:sp>
      <p:sp>
        <p:nvSpPr>
          <p:cNvPr id="74" name="Kształt 38"/>
          <p:cNvSpPr/>
          <p:nvPr/>
        </p:nvSpPr>
        <p:spPr>
          <a:xfrm>
            <a:off x="9466262" y="5083175"/>
            <a:ext cx="812800" cy="533400"/>
          </a:xfrm>
          <a:prstGeom prst="roundRect">
            <a:avLst>
              <a:gd name="adj" fmla="val 16667"/>
            </a:avLst>
          </a:prstGeom>
          <a:solidFill>
            <a:srgbClr val="F4F2E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5" name="Kształt 39"/>
          <p:cNvSpPr/>
          <p:nvPr/>
        </p:nvSpPr>
        <p:spPr>
          <a:xfrm>
            <a:off x="9688512" y="5235575"/>
            <a:ext cx="368300" cy="228600"/>
          </a:xfrm>
          <a:prstGeom prst="roundRect">
            <a:avLst>
              <a:gd name="adj" fmla="val 13889"/>
            </a:avLst>
          </a:prstGeom>
          <a:solidFill>
            <a:srgbClr val="7A3E22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6" name="Linia 3"/>
          <p:cNvSpPr/>
          <p:nvPr/>
        </p:nvSpPr>
        <p:spPr>
          <a:xfrm>
            <a:off x="9688512" y="5235575"/>
            <a:ext cx="69850" cy="228600"/>
          </a:xfrm>
          <a:prstGeom prst="rect">
            <a:avLst/>
          </a:prstGeom>
          <a:solidFill>
            <a:srgbClr val="D6B15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7" name="Tekst: Słodycze"/>
          <p:cNvSpPr txBox="1"/>
          <p:nvPr/>
        </p:nvSpPr>
        <p:spPr>
          <a:xfrm>
            <a:off x="9631337" y="5667375"/>
            <a:ext cx="730271" cy="1447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950" b="1" kern="100" dirty="0">
                <a:solidFill>
                  <a:srgbClr val="1C1C1C"/>
                </a:solidFill>
                <a:latin typeface="Lato"/>
                <a:cs typeface="Lato"/>
              </a:rPr>
              <a:t>Słodycze</a:t>
            </a:r>
            <a:endParaRPr lang="pl-PL" sz="950" b="1" kern="100" dirty="0">
              <a:solidFill>
                <a:srgbClr val="1C1C1C"/>
              </a:solidFill>
              <a:latin typeface="Lato"/>
              <a:cs typeface="Lato"/>
            </a:endParaRPr>
          </a:p>
        </p:txBody>
      </p:sp>
      <p:sp>
        <p:nvSpPr>
          <p:cNvPr id="78" name="Kształt 40"/>
          <p:cNvSpPr/>
          <p:nvPr/>
        </p:nvSpPr>
        <p:spPr>
          <a:xfrm>
            <a:off x="10352087" y="5083175"/>
            <a:ext cx="812800" cy="533400"/>
          </a:xfrm>
          <a:prstGeom prst="roundRect">
            <a:avLst>
              <a:gd name="adj" fmla="val 16667"/>
            </a:avLst>
          </a:prstGeom>
          <a:solidFill>
            <a:srgbClr val="F4F2E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9" name="Kształt 41"/>
          <p:cNvSpPr/>
          <p:nvPr/>
        </p:nvSpPr>
        <p:spPr>
          <a:xfrm>
            <a:off x="10612437" y="5203825"/>
            <a:ext cx="292100" cy="292100"/>
          </a:xfrm>
          <a:prstGeom prst="ellipse">
            <a:avLst/>
          </a:prstGeom>
          <a:solidFill>
            <a:srgbClr val="F4D03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0" name="Tekst: Owoce"/>
          <p:cNvSpPr txBox="1"/>
          <p:nvPr/>
        </p:nvSpPr>
        <p:spPr>
          <a:xfrm>
            <a:off x="10567963" y="5667375"/>
            <a:ext cx="613350" cy="1447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950" b="1" kern="100" dirty="0">
                <a:solidFill>
                  <a:srgbClr val="1C1C1C"/>
                </a:solidFill>
                <a:latin typeface="Lato"/>
                <a:cs typeface="Lato"/>
              </a:rPr>
              <a:t>Owoce</a:t>
            </a:r>
            <a:endParaRPr lang="pl-PL" sz="950" b="1" kern="100" dirty="0">
              <a:solidFill>
                <a:srgbClr val="1C1C1C"/>
              </a:solidFill>
              <a:latin typeface="Lato"/>
              <a:cs typeface="Lato"/>
            </a:endParaRPr>
          </a:p>
        </p:txBody>
      </p:sp>
      <p:pic>
        <p:nvPicPr>
          <p:cNvPr id="81" name="!!Logo" descr="I love marketing &amp; technolog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363240"/>
            <a:ext cx="3048000" cy="273050"/>
          </a:xfrm>
          <a:prstGeom prst="rect">
            <a:avLst/>
          </a:prstGeom>
        </p:spPr>
      </p:pic>
      <p:pic>
        <p:nvPicPr>
          <p:cNvPr id="82" name="!!Serce w rogu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66449" y="330349"/>
            <a:ext cx="431800" cy="355600"/>
          </a:xfrm>
          <a:prstGeom prst="rect">
            <a:avLst/>
          </a:prstGeom>
        </p:spPr>
      </p:pic>
      <p:sp>
        <p:nvSpPr>
          <p:cNvPr id="83" name="!!Zegar – napis · 1"/>
          <p:cNvSpPr txBox="1"/>
          <p:nvPr/>
        </p:nvSpPr>
        <p:spPr>
          <a:xfrm>
            <a:off x="9093369" y="393700"/>
            <a:ext cx="1028580" cy="137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900" kern="100" cap="all" spc="108" dirty="0">
                <a:solidFill>
                  <a:srgbClr val="777777"/>
                </a:solidFill>
                <a:latin typeface="Lato Black"/>
                <a:cs typeface="Lato Black"/>
              </a:rPr>
              <a:t>Goście</a:t>
            </a:r>
            <a:endParaRPr lang="pl-PL" sz="900" kern="100" cap="all" spc="108" dirty="0">
              <a:solidFill>
                <a:srgbClr val="777777"/>
              </a:solidFill>
              <a:latin typeface="Lato Black"/>
              <a:cs typeface="Lato Black"/>
            </a:endParaRPr>
          </a:p>
        </p:txBody>
      </p:sp>
      <p:sp>
        <p:nvSpPr>
          <p:cNvPr id="84" name="!!Zegar – napis · 2"/>
          <p:cNvSpPr txBox="1"/>
          <p:nvPr/>
        </p:nvSpPr>
        <p:spPr>
          <a:xfrm>
            <a:off x="9093369" y="530860"/>
            <a:ext cx="1028580" cy="137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900" kern="100" cap="all" spc="108" dirty="0">
                <a:solidFill>
                  <a:srgbClr val="777777"/>
                </a:solidFill>
                <a:latin typeface="Lato Black"/>
                <a:cs typeface="Lato Black"/>
              </a:rPr>
              <a:t>w drodze</a:t>
            </a:r>
            <a:endParaRPr lang="pl-PL" sz="900" kern="100" cap="all" spc="108" dirty="0">
              <a:solidFill>
                <a:srgbClr val="777777"/>
              </a:solidFill>
              <a:latin typeface="Lato Black"/>
              <a:cs typeface="Lato Black"/>
            </a:endParaRPr>
          </a:p>
        </p:txBody>
      </p:sp>
      <p:sp>
        <p:nvSpPr>
          <p:cNvPr id="85" name="!!Zegar – tarcza"/>
          <p:cNvSpPr/>
          <p:nvPr/>
        </p:nvSpPr>
        <p:spPr>
          <a:xfrm>
            <a:off x="10251439" y="281940"/>
            <a:ext cx="502920" cy="502920"/>
          </a:xfrm>
          <a:prstGeom prst="ellipse">
            <a:avLst/>
          </a:prstGeom>
          <a:solidFill>
            <a:srgbClr val="FFFFFF"/>
          </a:solidFill>
          <a:ln w="23283">
            <a:solidFill>
              <a:srgbClr val="151515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6" name="!!Zegar – wycinek 1"/>
          <p:cNvSpPr/>
          <p:nvPr/>
        </p:nvSpPr>
        <p:spPr>
          <a:xfrm>
            <a:off x="10502899" y="314537"/>
            <a:ext cx="67522" cy="218863"/>
          </a:xfrm>
          <a:custGeom>
            <a:avLst/>
            <a:gdLst/>
            <a:ahLst/>
            <a:cxnLst/>
            <a:rect l="0" t="0" r="r" b="b"/>
            <a:pathLst>
              <a:path w="67522" h="218863">
                <a:moveTo>
                  <a:pt x="0" y="218863"/>
                </a:moveTo>
                <a:lnTo>
                  <a:pt x="0" y="0"/>
                </a:lnTo>
                <a:lnTo>
                  <a:pt x="17230" y="466"/>
                </a:lnTo>
                <a:lnTo>
                  <a:pt x="34459" y="2794"/>
                </a:lnTo>
                <a:lnTo>
                  <a:pt x="51223" y="6054"/>
                </a:lnTo>
                <a:lnTo>
                  <a:pt x="67522" y="10710"/>
                </a:lnTo>
                <a:close/>
              </a:path>
            </a:pathLst>
          </a:custGeom>
          <a:solidFill>
            <a:srgbClr val="EE312F"/>
          </a:solidFill>
          <a:ln w="3725">
            <a:solidFill>
              <a:srgbClr val="EE312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7" name="!!Zegar – wycinek 2"/>
          <p:cNvSpPr/>
          <p:nvPr/>
        </p:nvSpPr>
        <p:spPr>
          <a:xfrm>
            <a:off x="10502899" y="325247"/>
            <a:ext cx="128524" cy="208153"/>
          </a:xfrm>
          <a:custGeom>
            <a:avLst/>
            <a:gdLst/>
            <a:ahLst/>
            <a:cxnLst/>
            <a:rect l="0" t="0" r="r" b="b"/>
            <a:pathLst>
              <a:path w="128524" h="208153">
                <a:moveTo>
                  <a:pt x="0" y="208153"/>
                </a:moveTo>
                <a:lnTo>
                  <a:pt x="67522" y="0"/>
                </a:lnTo>
                <a:lnTo>
                  <a:pt x="83820" y="6054"/>
                </a:lnTo>
                <a:lnTo>
                  <a:pt x="99187" y="13039"/>
                </a:lnTo>
                <a:lnTo>
                  <a:pt x="114554" y="21421"/>
                </a:lnTo>
                <a:lnTo>
                  <a:pt x="128524" y="31200"/>
                </a:lnTo>
                <a:close/>
              </a:path>
            </a:pathLst>
          </a:custGeom>
          <a:solidFill>
            <a:srgbClr val="EE312F"/>
          </a:solidFill>
          <a:ln w="3725">
            <a:solidFill>
              <a:srgbClr val="EE312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8" name="!!Zegar – wycinek 3"/>
          <p:cNvSpPr/>
          <p:nvPr/>
        </p:nvSpPr>
        <p:spPr>
          <a:xfrm>
            <a:off x="10502899" y="356447"/>
            <a:ext cx="176953" cy="176953"/>
          </a:xfrm>
          <a:custGeom>
            <a:avLst/>
            <a:gdLst/>
            <a:ahLst/>
            <a:cxnLst/>
            <a:rect l="0" t="0" r="r" b="b"/>
            <a:pathLst>
              <a:path w="176953" h="176953">
                <a:moveTo>
                  <a:pt x="0" y="176953"/>
                </a:moveTo>
                <a:lnTo>
                  <a:pt x="128524" y="0"/>
                </a:lnTo>
                <a:lnTo>
                  <a:pt x="142028" y="10710"/>
                </a:lnTo>
                <a:lnTo>
                  <a:pt x="154601" y="22352"/>
                </a:lnTo>
                <a:lnTo>
                  <a:pt x="166243" y="34925"/>
                </a:lnTo>
                <a:lnTo>
                  <a:pt x="176953" y="48429"/>
                </a:lnTo>
                <a:close/>
              </a:path>
            </a:pathLst>
          </a:custGeom>
          <a:solidFill>
            <a:srgbClr val="EE312F"/>
          </a:solidFill>
          <a:ln w="3725">
            <a:solidFill>
              <a:srgbClr val="EE312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9" name="!!Zegar – wycinek 4"/>
          <p:cNvSpPr/>
          <p:nvPr/>
        </p:nvSpPr>
        <p:spPr>
          <a:xfrm>
            <a:off x="10502899" y="404876"/>
            <a:ext cx="208153" cy="128524"/>
          </a:xfrm>
          <a:custGeom>
            <a:avLst/>
            <a:gdLst/>
            <a:ahLst/>
            <a:cxnLst/>
            <a:rect l="0" t="0" r="r" b="b"/>
            <a:pathLst>
              <a:path w="208153" h="128524">
                <a:moveTo>
                  <a:pt x="0" y="128524"/>
                </a:moveTo>
                <a:lnTo>
                  <a:pt x="176953" y="0"/>
                </a:lnTo>
                <a:lnTo>
                  <a:pt x="186732" y="13970"/>
                </a:lnTo>
                <a:lnTo>
                  <a:pt x="195114" y="29337"/>
                </a:lnTo>
                <a:lnTo>
                  <a:pt x="202099" y="44704"/>
                </a:lnTo>
                <a:lnTo>
                  <a:pt x="208153" y="61002"/>
                </a:lnTo>
                <a:close/>
              </a:path>
            </a:pathLst>
          </a:custGeom>
          <a:solidFill>
            <a:srgbClr val="EE312F"/>
          </a:solidFill>
          <a:ln w="3725">
            <a:solidFill>
              <a:srgbClr val="EE312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0" name="!!Zegar – wycinek 5"/>
          <p:cNvSpPr/>
          <p:nvPr/>
        </p:nvSpPr>
        <p:spPr>
          <a:xfrm>
            <a:off x="10502899" y="465878"/>
            <a:ext cx="218863" cy="67522"/>
          </a:xfrm>
          <a:custGeom>
            <a:avLst/>
            <a:gdLst/>
            <a:ahLst/>
            <a:cxnLst/>
            <a:rect l="0" t="0" r="r" b="b"/>
            <a:pathLst>
              <a:path w="218863" h="67522">
                <a:moveTo>
                  <a:pt x="0" y="67522"/>
                </a:moveTo>
                <a:lnTo>
                  <a:pt x="208153" y="0"/>
                </a:lnTo>
                <a:lnTo>
                  <a:pt x="212810" y="16298"/>
                </a:lnTo>
                <a:lnTo>
                  <a:pt x="216069" y="33062"/>
                </a:lnTo>
                <a:lnTo>
                  <a:pt x="218398" y="50292"/>
                </a:lnTo>
                <a:lnTo>
                  <a:pt x="218863" y="67522"/>
                </a:lnTo>
                <a:close/>
              </a:path>
            </a:pathLst>
          </a:custGeom>
          <a:solidFill>
            <a:srgbClr val="EE312F"/>
          </a:solidFill>
          <a:ln w="3725">
            <a:solidFill>
              <a:srgbClr val="EE312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1" name="!!Zegar – wycinek 6"/>
          <p:cNvSpPr/>
          <p:nvPr/>
        </p:nvSpPr>
        <p:spPr>
          <a:xfrm>
            <a:off x="10502899" y="533400"/>
            <a:ext cx="218863" cy="67522"/>
          </a:xfrm>
          <a:custGeom>
            <a:avLst/>
            <a:gdLst/>
            <a:ahLst/>
            <a:cxnLst/>
            <a:rect l="0" t="0" r="r" b="b"/>
            <a:pathLst>
              <a:path w="218863" h="67522">
                <a:moveTo>
                  <a:pt x="0" y="0"/>
                </a:moveTo>
                <a:lnTo>
                  <a:pt x="218863" y="0"/>
                </a:lnTo>
                <a:lnTo>
                  <a:pt x="218398" y="17230"/>
                </a:lnTo>
                <a:lnTo>
                  <a:pt x="216069" y="34459"/>
                </a:lnTo>
                <a:lnTo>
                  <a:pt x="212810" y="51223"/>
                </a:lnTo>
                <a:lnTo>
                  <a:pt x="208153" y="67522"/>
                </a:lnTo>
                <a:close/>
              </a:path>
            </a:pathLst>
          </a:custGeom>
          <a:solidFill>
            <a:srgbClr val="EE312F"/>
          </a:solidFill>
          <a:ln w="3725">
            <a:solidFill>
              <a:srgbClr val="EE312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2" name="!!Zegar – wycinek 7"/>
          <p:cNvSpPr/>
          <p:nvPr/>
        </p:nvSpPr>
        <p:spPr>
          <a:xfrm>
            <a:off x="10502899" y="533400"/>
            <a:ext cx="208153" cy="128524"/>
          </a:xfrm>
          <a:custGeom>
            <a:avLst/>
            <a:gdLst/>
            <a:ahLst/>
            <a:cxnLst/>
            <a:rect l="0" t="0" r="r" b="b"/>
            <a:pathLst>
              <a:path w="208153" h="128524">
                <a:moveTo>
                  <a:pt x="0" y="0"/>
                </a:moveTo>
                <a:lnTo>
                  <a:pt x="208153" y="67522"/>
                </a:lnTo>
                <a:lnTo>
                  <a:pt x="202099" y="83820"/>
                </a:lnTo>
                <a:lnTo>
                  <a:pt x="195114" y="99187"/>
                </a:lnTo>
                <a:lnTo>
                  <a:pt x="186732" y="114554"/>
                </a:lnTo>
                <a:lnTo>
                  <a:pt x="176953" y="128524"/>
                </a:lnTo>
                <a:close/>
              </a:path>
            </a:pathLst>
          </a:custGeom>
          <a:solidFill>
            <a:srgbClr val="EE312F"/>
          </a:solidFill>
          <a:ln w="3725">
            <a:solidFill>
              <a:srgbClr val="EE312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3" name="!!Zegar – kreska 1"/>
          <p:cNvSpPr/>
          <p:nvPr/>
        </p:nvSpPr>
        <p:spPr>
          <a:xfrm>
            <a:off x="10491258" y="295910"/>
            <a:ext cx="23283" cy="46567"/>
          </a:xfrm>
          <a:custGeom>
            <a:avLst/>
            <a:gdLst/>
            <a:ahLst/>
            <a:cxnLst/>
            <a:rect l="0" t="0" r="r" b="b"/>
            <a:pathLst>
              <a:path w="23283" h="46567">
                <a:moveTo>
                  <a:pt x="0" y="46567"/>
                </a:moveTo>
                <a:lnTo>
                  <a:pt x="23283" y="46567"/>
                </a:lnTo>
                <a:lnTo>
                  <a:pt x="23283" y="0"/>
                </a:lnTo>
                <a:lnTo>
                  <a:pt x="0" y="0"/>
                </a:lnTo>
                <a:close/>
              </a:path>
            </a:pathLst>
          </a:custGeom>
          <a:solidFill>
            <a:srgbClr val="15151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4" name="!!Zegar – kreska 2"/>
          <p:cNvSpPr/>
          <p:nvPr/>
        </p:nvSpPr>
        <p:spPr>
          <a:xfrm>
            <a:off x="10693823" y="521758"/>
            <a:ext cx="46567" cy="23283"/>
          </a:xfrm>
          <a:custGeom>
            <a:avLst/>
            <a:gdLst/>
            <a:ahLst/>
            <a:cxnLst/>
            <a:rect l="0" t="0" r="r" b="b"/>
            <a:pathLst>
              <a:path w="46567" h="23283">
                <a:moveTo>
                  <a:pt x="0" y="0"/>
                </a:moveTo>
                <a:lnTo>
                  <a:pt x="0" y="23283"/>
                </a:lnTo>
                <a:lnTo>
                  <a:pt x="46567" y="23283"/>
                </a:lnTo>
                <a:lnTo>
                  <a:pt x="46567" y="0"/>
                </a:lnTo>
                <a:close/>
              </a:path>
            </a:pathLst>
          </a:custGeom>
          <a:solidFill>
            <a:srgbClr val="15151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5" name="!!Zegar – kreska 3"/>
          <p:cNvSpPr/>
          <p:nvPr/>
        </p:nvSpPr>
        <p:spPr>
          <a:xfrm>
            <a:off x="10491258" y="724323"/>
            <a:ext cx="23283" cy="46567"/>
          </a:xfrm>
          <a:custGeom>
            <a:avLst/>
            <a:gdLst/>
            <a:ahLst/>
            <a:cxnLst/>
            <a:rect l="0" t="0" r="r" b="b"/>
            <a:pathLst>
              <a:path w="23283" h="46567">
                <a:moveTo>
                  <a:pt x="23283" y="0"/>
                </a:moveTo>
                <a:lnTo>
                  <a:pt x="0" y="0"/>
                </a:lnTo>
                <a:lnTo>
                  <a:pt x="0" y="46567"/>
                </a:lnTo>
                <a:lnTo>
                  <a:pt x="23283" y="46567"/>
                </a:lnTo>
                <a:close/>
              </a:path>
            </a:pathLst>
          </a:custGeom>
          <a:solidFill>
            <a:srgbClr val="15151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6" name="!!Zegar – kreska 4"/>
          <p:cNvSpPr/>
          <p:nvPr/>
        </p:nvSpPr>
        <p:spPr>
          <a:xfrm>
            <a:off x="10265409" y="521758"/>
            <a:ext cx="46567" cy="23283"/>
          </a:xfrm>
          <a:custGeom>
            <a:avLst/>
            <a:gdLst/>
            <a:ahLst/>
            <a:cxnLst/>
            <a:rect l="0" t="0" r="r" b="b"/>
            <a:pathLst>
              <a:path w="46567" h="23283">
                <a:moveTo>
                  <a:pt x="46567" y="23283"/>
                </a:moveTo>
                <a:lnTo>
                  <a:pt x="46567" y="0"/>
                </a:lnTo>
                <a:lnTo>
                  <a:pt x="0" y="0"/>
                </a:lnTo>
                <a:lnTo>
                  <a:pt x="0" y="23283"/>
                </a:lnTo>
                <a:close/>
              </a:path>
            </a:pathLst>
          </a:custGeom>
          <a:solidFill>
            <a:srgbClr val="15151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7" name="!!Zegar – wskazówka"/>
          <p:cNvSpPr/>
          <p:nvPr/>
        </p:nvSpPr>
        <p:spPr>
          <a:xfrm>
            <a:off x="10472084" y="505675"/>
            <a:ext cx="185614" cy="142860"/>
          </a:xfrm>
          <a:custGeom>
            <a:avLst/>
            <a:gdLst/>
            <a:ahLst/>
            <a:cxnLst/>
            <a:rect l="0" t="0" r="r" b="b"/>
            <a:pathLst>
              <a:path w="185614" h="142860">
                <a:moveTo>
                  <a:pt x="16423" y="0"/>
                </a:moveTo>
                <a:lnTo>
                  <a:pt x="0" y="22604"/>
                </a:lnTo>
                <a:lnTo>
                  <a:pt x="177403" y="142860"/>
                </a:lnTo>
                <a:lnTo>
                  <a:pt x="185614" y="131558"/>
                </a:lnTo>
                <a:close/>
              </a:path>
            </a:pathLst>
          </a:custGeom>
          <a:solidFill>
            <a:srgbClr val="15151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8" name="!!Zegar – oś"/>
          <p:cNvSpPr/>
          <p:nvPr/>
        </p:nvSpPr>
        <p:spPr>
          <a:xfrm>
            <a:off x="10474959" y="505460"/>
            <a:ext cx="55880" cy="55880"/>
          </a:xfrm>
          <a:prstGeom prst="ellipse">
            <a:avLst/>
          </a:prstGeom>
          <a:solidFill>
            <a:srgbClr val="15151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9" name="!!Numer slajdu"/>
          <p:cNvSpPr txBox="1"/>
          <p:nvPr/>
        </p:nvSpPr>
        <p:spPr>
          <a:xfrm>
            <a:off x="10850587" y="6428437"/>
            <a:ext cx="773370" cy="1885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100" kern="100" spc="66" dirty="0">
                <a:solidFill>
                  <a:srgbClr val="666666"/>
                </a:solidFill>
                <a:latin typeface="Lato"/>
                <a:cs typeface="Lato"/>
              </a:rPr>
              <a:t>15 / 24</a:t>
            </a:r>
            <a:endParaRPr lang="pl-PL" sz="1100" kern="100" spc="66" dirty="0">
              <a:solidFill>
                <a:srgbClr val="666666"/>
              </a:solidFill>
              <a:latin typeface="Lato"/>
              <a:cs typeface="Lato"/>
            </a:endParaRPr>
          </a:p>
        </p:txBody>
      </p:sp>
      <p:sp>
        <p:nvSpPr>
          <p:cNvPr id="100" name="!!Postęp"/>
          <p:cNvSpPr/>
          <p:nvPr/>
        </p:nvSpPr>
        <p:spPr>
          <a:xfrm>
            <a:off x="0" y="6826250"/>
            <a:ext cx="7620000" cy="31750"/>
          </a:xfrm>
          <a:prstGeom prst="rect">
            <a:avLst/>
          </a:prstGeom>
          <a:solidFill>
            <a:srgbClr val="EE3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 name="Gdzie są przekąski?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kst: Wpisuję kategorię. Nie wpisuję marki. · 1"/>
          <p:cNvSpPr txBox="1"/>
          <p:nvPr/>
        </p:nvSpPr>
        <p:spPr>
          <a:xfrm>
            <a:off x="826542" y="3252450"/>
            <a:ext cx="3004780" cy="37973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2300" kern="100" dirty="0">
                <a:solidFill>
                  <a:srgbClr val="151515"/>
                </a:solidFill>
                <a:latin typeface="Lato"/>
                <a:cs typeface="Lato"/>
              </a:rPr>
              <a:t>Wpisuję kategorię.</a:t>
            </a:r>
            <a:endParaRPr lang="pl-PL" sz="2300" kern="100" dirty="0">
              <a:solidFill>
                <a:srgbClr val="151515"/>
              </a:solidFill>
              <a:latin typeface="Lato"/>
              <a:cs typeface="Lato"/>
            </a:endParaRPr>
          </a:p>
        </p:txBody>
      </p:sp>
      <p:sp>
        <p:nvSpPr>
          <p:cNvPr id="3" name="Tekst: Wpisuję kategorię. Nie wpisuję marki. · 2"/>
          <p:cNvSpPr txBox="1"/>
          <p:nvPr/>
        </p:nvSpPr>
        <p:spPr>
          <a:xfrm>
            <a:off x="826542" y="3632180"/>
            <a:ext cx="3004780" cy="37973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2300" kern="100" dirty="0">
                <a:solidFill>
                  <a:srgbClr val="151515"/>
                </a:solidFill>
                <a:latin typeface="Lato"/>
                <a:cs typeface="Lato"/>
              </a:rPr>
              <a:t>Nie wpisuję marki.</a:t>
            </a:r>
            <a:endParaRPr lang="pl-PL" sz="2300" kern="100" dirty="0">
              <a:solidFill>
                <a:srgbClr val="151515"/>
              </a:solidFill>
              <a:latin typeface="Lato"/>
              <a:cs typeface="Lato"/>
            </a:endParaRPr>
          </a:p>
        </p:txBody>
      </p:sp>
      <p:sp>
        <p:nvSpPr>
          <p:cNvPr id="4" name="Tekst: Sponsorowany produkt odpowiada na moje p · 1"/>
          <p:cNvSpPr txBox="1"/>
          <p:nvPr/>
        </p:nvSpPr>
        <p:spPr>
          <a:xfrm>
            <a:off x="827038" y="4723130"/>
            <a:ext cx="4331851" cy="3492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2200" b="1" kern="100" dirty="0">
                <a:solidFill>
                  <a:srgbClr val="EE312F"/>
                </a:solidFill>
                <a:latin typeface="Lato"/>
                <a:cs typeface="Lato"/>
              </a:rPr>
              <a:t>Sponsorowany produkt</a:t>
            </a:r>
            <a:endParaRPr lang="pl-PL" sz="2200" b="1" kern="100" dirty="0">
              <a:solidFill>
                <a:srgbClr val="EE312F"/>
              </a:solidFill>
              <a:latin typeface="Lato"/>
              <a:cs typeface="Lato"/>
            </a:endParaRPr>
          </a:p>
        </p:txBody>
      </p:sp>
      <p:sp>
        <p:nvSpPr>
          <p:cNvPr id="5" name="Tekst: Sponsorowany produkt odpowiada na moje p · 2"/>
          <p:cNvSpPr txBox="1"/>
          <p:nvPr/>
        </p:nvSpPr>
        <p:spPr>
          <a:xfrm>
            <a:off x="827038" y="5072380"/>
            <a:ext cx="4331851" cy="3492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2200" b="1" kern="100" dirty="0">
                <a:solidFill>
                  <a:srgbClr val="EE312F"/>
                </a:solidFill>
                <a:latin typeface="Lato"/>
                <a:cs typeface="Lato"/>
              </a:rPr>
              <a:t>odpowiada na moje pytanie.</a:t>
            </a:r>
            <a:endParaRPr lang="pl-PL" sz="2200" b="1" kern="100" dirty="0">
              <a:solidFill>
                <a:srgbClr val="EE312F"/>
              </a:solidFill>
              <a:latin typeface="Lato"/>
              <a:cs typeface="Lato"/>
            </a:endParaRPr>
          </a:p>
        </p:txBody>
      </p:sp>
      <p:sp>
        <p:nvSpPr>
          <p:cNvPr id="6" name="Tekst: · Wyszukuję"/>
          <p:cNvSpPr txBox="1"/>
          <p:nvPr/>
        </p:nvSpPr>
        <p:spPr>
          <a:xfrm>
            <a:off x="826368" y="1268412"/>
            <a:ext cx="263525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200" b="1" kern="100" cap="all" spc="96" dirty="0">
                <a:solidFill>
                  <a:srgbClr val="666666"/>
                </a:solidFill>
                <a:latin typeface="Lato"/>
                <a:cs typeface="Lato"/>
              </a:rPr>
              <a:t>· Wyszukuję</a:t>
            </a:r>
            <a:endParaRPr lang="pl-PL" sz="1200" b="1" kern="100" cap="all" spc="96" dirty="0">
              <a:solidFill>
                <a:srgbClr val="666666"/>
              </a:solidFill>
              <a:latin typeface="Lato"/>
              <a:cs typeface="Lato"/>
            </a:endParaRPr>
          </a:p>
        </p:txBody>
      </p:sp>
      <p:sp>
        <p:nvSpPr>
          <p:cNvPr id="7" name="Tekst: „Gdzie są przekąski?” · 1"/>
          <p:cNvSpPr txBox="1"/>
          <p:nvPr/>
        </p:nvSpPr>
        <p:spPr>
          <a:xfrm>
            <a:off x="826368" y="1651593"/>
            <a:ext cx="3316784" cy="5923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4400" kern="100" spc="-154" dirty="0">
                <a:solidFill>
                  <a:srgbClr val="151515"/>
                </a:solidFill>
                <a:latin typeface="Lato Black"/>
                <a:cs typeface="Lato Black"/>
              </a:rPr>
              <a:t>„Gdzie są</a:t>
            </a:r>
            <a:endParaRPr lang="pl-PL" sz="4400" kern="100" spc="-154" dirty="0">
              <a:solidFill>
                <a:srgbClr val="151515"/>
              </a:solidFill>
              <a:latin typeface="Lato Black"/>
              <a:cs typeface="Lato Black"/>
            </a:endParaRPr>
          </a:p>
        </p:txBody>
      </p:sp>
      <p:sp>
        <p:nvSpPr>
          <p:cNvPr id="8" name="Tekst: „Gdzie są przekąski?” · 2"/>
          <p:cNvSpPr txBox="1"/>
          <p:nvPr/>
        </p:nvSpPr>
        <p:spPr>
          <a:xfrm>
            <a:off x="826368" y="2243921"/>
            <a:ext cx="3316784" cy="5923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4400" kern="100" spc="-154" dirty="0">
                <a:solidFill>
                  <a:srgbClr val="151515"/>
                </a:solidFill>
                <a:latin typeface="Lato Black"/>
                <a:cs typeface="Lato Black"/>
              </a:rPr>
              <a:t>przekąski?”</a:t>
            </a:r>
            <a:endParaRPr lang="pl-PL" sz="4400" kern="100" spc="-154" dirty="0">
              <a:solidFill>
                <a:srgbClr val="151515"/>
              </a:solidFill>
              <a:latin typeface="Lato Black"/>
              <a:cs typeface="Lato Black"/>
            </a:endParaRPr>
          </a:p>
        </p:txBody>
      </p:sp>
      <p:sp>
        <p:nvSpPr>
          <p:cNvPr id="9" name="!!Telefon"/>
          <p:cNvSpPr/>
          <p:nvPr/>
        </p:nvSpPr>
        <p:spPr>
          <a:xfrm>
            <a:off x="7391399" y="1201712"/>
            <a:ext cx="4076700" cy="4540250"/>
          </a:xfrm>
          <a:prstGeom prst="round2SameRect">
            <a:avLst>
              <a:gd name="adj1" fmla="val 9657"/>
              <a:gd name="adj2" fmla="val 0"/>
            </a:avLst>
          </a:prstGeom>
          <a:gradFill rotWithShape="1">
            <a:gsLst>
              <a:gs pos="0">
                <a:srgbClr val="2B2C30"/>
              </a:gs>
              <a:gs pos="18000">
                <a:srgbClr val="5B5D63"/>
              </a:gs>
              <a:gs pos="40000">
                <a:srgbClr val="2E2F33"/>
              </a:gs>
              <a:gs pos="70000">
                <a:srgbClr val="1F2023"/>
              </a:gs>
              <a:gs pos="100000">
                <a:srgbClr val="4A4C51"/>
              </a:gs>
            </a:gsLst>
            <a:lin ang="600000" scaled="0"/>
          </a:gradFill>
          <a:ln>
            <a:noFill/>
          </a:ln>
          <a:effectLst>
            <a:outerShdw blurRad="444500" dist="215900" dir="5400000" algn="ctr" rotWithShape="0">
              <a:srgbClr val="000000">
                <a:alpha val="25000"/>
              </a:srgbClr>
            </a:outerShdw>
          </a:effectLst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" name="!!Telefon before"/>
          <p:cNvSpPr/>
          <p:nvPr/>
        </p:nvSpPr>
        <p:spPr>
          <a:xfrm>
            <a:off x="7410449" y="1220762"/>
            <a:ext cx="4038600" cy="4524324"/>
          </a:xfrm>
          <a:prstGeom prst="round2SameRect">
            <a:avLst>
              <a:gd name="adj1" fmla="val 9277"/>
              <a:gd name="adj2" fmla="val 0"/>
            </a:avLst>
          </a:prstGeom>
          <a:solidFill>
            <a:srgbClr val="0B0B0C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1" name="!!Telefon – przycisk akcji"/>
          <p:cNvSpPr/>
          <p:nvPr/>
        </p:nvSpPr>
        <p:spPr>
          <a:xfrm>
            <a:off x="7359650" y="2012950"/>
            <a:ext cx="31750" cy="2159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B40"/>
              </a:gs>
              <a:gs pos="50000">
                <a:srgbClr val="6A6C72"/>
              </a:gs>
              <a:gs pos="100000">
                <a:srgbClr val="3A3B40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2" name="!!Telefon – głośniej"/>
          <p:cNvSpPr/>
          <p:nvPr/>
        </p:nvSpPr>
        <p:spPr>
          <a:xfrm>
            <a:off x="7359650" y="2406650"/>
            <a:ext cx="31750" cy="3937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B40"/>
              </a:gs>
              <a:gs pos="50000">
                <a:srgbClr val="6A6C72"/>
              </a:gs>
              <a:gs pos="100000">
                <a:srgbClr val="3A3B40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3" name="!!Telefon – ciszej"/>
          <p:cNvSpPr/>
          <p:nvPr/>
        </p:nvSpPr>
        <p:spPr>
          <a:xfrm>
            <a:off x="7359650" y="2889250"/>
            <a:ext cx="31750" cy="3937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B40"/>
              </a:gs>
              <a:gs pos="50000">
                <a:srgbClr val="6A6C72"/>
              </a:gs>
              <a:gs pos="100000">
                <a:srgbClr val="3A3B40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4" name="!!Telefon – zasilanie"/>
          <p:cNvSpPr/>
          <p:nvPr/>
        </p:nvSpPr>
        <p:spPr>
          <a:xfrm>
            <a:off x="11468100" y="2559050"/>
            <a:ext cx="31750" cy="6096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B40"/>
              </a:gs>
              <a:gs pos="50000">
                <a:srgbClr val="6A6C72"/>
              </a:gs>
              <a:gs pos="100000">
                <a:srgbClr val="3A3B40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5" name="!!Telefon after"/>
          <p:cNvSpPr/>
          <p:nvPr/>
        </p:nvSpPr>
        <p:spPr>
          <a:xfrm>
            <a:off x="6883399" y="4602087"/>
            <a:ext cx="5092700" cy="1841500"/>
          </a:xfrm>
          <a:prstGeom prst="rect">
            <a:avLst/>
          </a:prstGeom>
          <a:gradFill rotWithShape="1">
            <a:gsLst>
              <a:gs pos="0">
                <a:srgbClr val="FFFFFF">
                  <a:alpha val="0"/>
                </a:srgbClr>
              </a:gs>
              <a:gs pos="52000">
                <a:srgbClr val="FFFFFF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6" name="!!Telefon – ekran"/>
          <p:cNvSpPr/>
          <p:nvPr/>
        </p:nvSpPr>
        <p:spPr>
          <a:xfrm>
            <a:off x="7492999" y="1303312"/>
            <a:ext cx="3873500" cy="4438650"/>
          </a:xfrm>
          <a:prstGeom prst="round2SameRect">
            <a:avLst>
              <a:gd name="adj1" fmla="val 7541"/>
              <a:gd name="adj2" fmla="val 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7" name="!!Telefon – wyspa"/>
          <p:cNvSpPr/>
          <p:nvPr/>
        </p:nvSpPr>
        <p:spPr>
          <a:xfrm>
            <a:off x="9093199" y="1320800"/>
            <a:ext cx="673100" cy="190500"/>
          </a:xfrm>
          <a:prstGeom prst="roundRect">
            <a:avLst>
              <a:gd name="adj" fmla="val 50000"/>
            </a:avLst>
          </a:prstGeom>
          <a:solidFill>
            <a:srgbClr val="05050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8" name="!!Telefon – wyspa after"/>
          <p:cNvSpPr/>
          <p:nvPr/>
        </p:nvSpPr>
        <p:spPr>
          <a:xfrm>
            <a:off x="9610724" y="1374775"/>
            <a:ext cx="82550" cy="82550"/>
          </a:xfrm>
          <a:prstGeom prst="ellipse">
            <a:avLst/>
          </a:prstGeom>
          <a:solidFill>
            <a:srgbClr val="26304F"/>
          </a:solidFill>
          <a:ln w="19050">
            <a:solidFill>
              <a:srgbClr val="15161B"/>
            </a:solidFill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9" name="!!Telefon – nagłówek"/>
          <p:cNvSpPr/>
          <p:nvPr/>
        </p:nvSpPr>
        <p:spPr>
          <a:xfrm>
            <a:off x="7492999" y="1530350"/>
            <a:ext cx="3873500" cy="406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0" name="Telefon – nagłówek (wariant)"/>
          <p:cNvSpPr/>
          <p:nvPr/>
        </p:nvSpPr>
        <p:spPr>
          <a:xfrm>
            <a:off x="7492999" y="1924050"/>
            <a:ext cx="3873500" cy="12700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1" name="!!Telefon – aplikacja (tekst)"/>
          <p:cNvSpPr txBox="1"/>
          <p:nvPr/>
        </p:nvSpPr>
        <p:spPr>
          <a:xfrm>
            <a:off x="7697291" y="1628775"/>
            <a:ext cx="242577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300" kern="100" spc="-13" dirty="0">
                <a:solidFill>
                  <a:srgbClr val="151515"/>
                </a:solidFill>
                <a:latin typeface="Lato Black"/>
                <a:cs typeface="Lato Black"/>
              </a:rPr>
              <a:t>Aplikacja szybkich dostaw</a:t>
            </a:r>
            <a:endParaRPr lang="pl-PL" sz="1300" kern="100" spc="-13" dirty="0">
              <a:solidFill>
                <a:srgbClr val="151515"/>
              </a:solidFill>
              <a:latin typeface="Lato Black"/>
              <a:cs typeface="Lato Black"/>
            </a:endParaRPr>
          </a:p>
        </p:txBody>
      </p:sp>
      <p:sp>
        <p:nvSpPr>
          <p:cNvPr id="22" name="!!Telefon – koszyk (tekst)"/>
          <p:cNvSpPr txBox="1"/>
          <p:nvPr/>
        </p:nvSpPr>
        <p:spPr>
          <a:xfrm>
            <a:off x="10998348" y="1603375"/>
            <a:ext cx="35016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500" kern="100" dirty="0">
                <a:solidFill>
                  <a:srgbClr val="151515"/>
                </a:solidFill>
                <a:latin typeface="Segoe UI Symbol"/>
                <a:cs typeface="Segoe UI Symbol"/>
              </a:rPr>
              <a:t>▣</a:t>
            </a:r>
            <a:endParaRPr lang="pl-PL" sz="1500" kern="100" dirty="0">
              <a:solidFill>
                <a:srgbClr val="151515"/>
              </a:solidFill>
              <a:latin typeface="Segoe UI Symbol"/>
              <a:cs typeface="Segoe UI Symbol"/>
            </a:endParaRPr>
          </a:p>
        </p:txBody>
      </p:sp>
      <p:sp>
        <p:nvSpPr>
          <p:cNvPr id="23" name="!!Telefon – kontekst (tekst)"/>
          <p:cNvSpPr txBox="1"/>
          <p:nvPr/>
        </p:nvSpPr>
        <p:spPr>
          <a:xfrm>
            <a:off x="7696199" y="2089150"/>
            <a:ext cx="3467100" cy="1600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050" kern="100" dirty="0">
                <a:solidFill>
                  <a:srgbClr val="777777"/>
                </a:solidFill>
                <a:latin typeface="Lato"/>
                <a:cs typeface="Lato"/>
              </a:rPr>
              <a:t>Na spotkanie</a:t>
            </a:r>
            <a:endParaRPr lang="pl-PL" sz="1050" kern="100" dirty="0">
              <a:solidFill>
                <a:srgbClr val="777777"/>
              </a:solidFill>
              <a:latin typeface="Lato"/>
              <a:cs typeface="Lato"/>
            </a:endParaRPr>
          </a:p>
        </p:txBody>
      </p:sp>
      <p:sp>
        <p:nvSpPr>
          <p:cNvPr id="24" name="!!Telefon – tytuł (tekst)"/>
          <p:cNvSpPr txBox="1"/>
          <p:nvPr/>
        </p:nvSpPr>
        <p:spPr>
          <a:xfrm>
            <a:off x="7696199" y="2297112"/>
            <a:ext cx="3467100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700" kern="100" spc="-42" dirty="0">
                <a:solidFill>
                  <a:srgbClr val="1C1C1C"/>
                </a:solidFill>
                <a:latin typeface="Lato Black"/>
                <a:cs typeface="Lato Black"/>
              </a:rPr>
              <a:t>Znajdź produkt</a:t>
            </a:r>
            <a:endParaRPr lang="pl-PL" sz="1700" kern="100" spc="-42" dirty="0">
              <a:solidFill>
                <a:srgbClr val="1C1C1C"/>
              </a:solidFill>
              <a:latin typeface="Lato Black"/>
              <a:cs typeface="Lato Black"/>
            </a:endParaRPr>
          </a:p>
        </p:txBody>
      </p:sp>
      <p:sp>
        <p:nvSpPr>
          <p:cNvPr id="25" name="!!Telefon – wyszukiwarka"/>
          <p:cNvSpPr/>
          <p:nvPr/>
        </p:nvSpPr>
        <p:spPr>
          <a:xfrm>
            <a:off x="7696199" y="2671440"/>
            <a:ext cx="3467100" cy="387350"/>
          </a:xfrm>
          <a:prstGeom prst="roundRect">
            <a:avLst>
              <a:gd name="adj" fmla="val 16393"/>
            </a:avLst>
          </a:prstGeom>
          <a:solidFill>
            <a:srgbClr val="F3F3F3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6" name="Tekst: ⌕"/>
          <p:cNvSpPr txBox="1"/>
          <p:nvPr/>
        </p:nvSpPr>
        <p:spPr>
          <a:xfrm>
            <a:off x="7810772" y="2865090"/>
            <a:ext cx="335935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2000" kern="100" dirty="0">
                <a:solidFill>
                  <a:srgbClr val="777777"/>
                </a:solidFill>
                <a:latin typeface="Segoe UI Symbol"/>
                <a:cs typeface="Segoe UI Symbol"/>
              </a:rPr>
              <a:t>⌕</a:t>
            </a:r>
            <a:endParaRPr lang="pl-PL" sz="2000" kern="100" dirty="0">
              <a:solidFill>
                <a:srgbClr val="777777"/>
              </a:solidFill>
              <a:latin typeface="Segoe UI Symbol"/>
              <a:cs typeface="Segoe UI Symbol"/>
            </a:endParaRPr>
          </a:p>
        </p:txBody>
      </p:sp>
      <p:sp>
        <p:nvSpPr>
          <p:cNvPr id="27" name="Tekst: przekąski"/>
          <p:cNvSpPr txBox="1"/>
          <p:nvPr/>
        </p:nvSpPr>
        <p:spPr>
          <a:xfrm>
            <a:off x="8064624" y="2769865"/>
            <a:ext cx="1111508" cy="2095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500" b="1" kern="100" dirty="0">
                <a:solidFill>
                  <a:srgbClr val="1C1C1C"/>
                </a:solidFill>
                <a:latin typeface="Lato"/>
                <a:cs typeface="Lato"/>
              </a:rPr>
              <a:t>przekąski</a:t>
            </a:r>
            <a:endParaRPr lang="pl-PL" sz="1500" b="1" kern="100" dirty="0">
              <a:solidFill>
                <a:srgbClr val="1C1C1C"/>
              </a:solidFill>
              <a:latin typeface="Lato"/>
              <a:cs typeface="Lato"/>
            </a:endParaRPr>
          </a:p>
        </p:txBody>
      </p:sp>
      <p:sp>
        <p:nvSpPr>
          <p:cNvPr id="28" name="Kształt"/>
          <p:cNvSpPr/>
          <p:nvPr/>
        </p:nvSpPr>
        <p:spPr>
          <a:xfrm>
            <a:off x="7696199" y="3173065"/>
            <a:ext cx="3467100" cy="679450"/>
          </a:xfrm>
          <a:prstGeom prst="rect">
            <a:avLst/>
          </a:prstGeom>
          <a:solidFill>
            <a:srgbClr val="FDE4E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9" name="Linia"/>
          <p:cNvSpPr/>
          <p:nvPr/>
        </p:nvSpPr>
        <p:spPr>
          <a:xfrm>
            <a:off x="7696199" y="3173065"/>
            <a:ext cx="3467100" cy="6350"/>
          </a:xfrm>
          <a:prstGeom prst="rect">
            <a:avLst/>
          </a:prstGeom>
          <a:solidFill>
            <a:srgbClr val="FAC1C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0" name="Linia 2"/>
          <p:cNvSpPr/>
          <p:nvPr/>
        </p:nvSpPr>
        <p:spPr>
          <a:xfrm>
            <a:off x="11156949" y="3173065"/>
            <a:ext cx="6350" cy="679450"/>
          </a:xfrm>
          <a:prstGeom prst="rect">
            <a:avLst/>
          </a:prstGeom>
          <a:solidFill>
            <a:srgbClr val="FAC1C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1" name="Linia 3"/>
          <p:cNvSpPr/>
          <p:nvPr/>
        </p:nvSpPr>
        <p:spPr>
          <a:xfrm>
            <a:off x="7696199" y="3846165"/>
            <a:ext cx="3467100" cy="6350"/>
          </a:xfrm>
          <a:prstGeom prst="rect">
            <a:avLst/>
          </a:prstGeom>
          <a:solidFill>
            <a:srgbClr val="FAC1C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2" name="Linia 4"/>
          <p:cNvSpPr/>
          <p:nvPr/>
        </p:nvSpPr>
        <p:spPr>
          <a:xfrm>
            <a:off x="7696199" y="3173065"/>
            <a:ext cx="31750" cy="679450"/>
          </a:xfrm>
          <a:prstGeom prst="rect">
            <a:avLst/>
          </a:prstGeom>
          <a:solidFill>
            <a:srgbClr val="EE3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3" name="Kształt 2"/>
          <p:cNvSpPr/>
          <p:nvPr/>
        </p:nvSpPr>
        <p:spPr>
          <a:xfrm>
            <a:off x="7856537" y="3384996"/>
            <a:ext cx="288925" cy="261144"/>
          </a:xfrm>
          <a:custGeom>
            <a:avLst/>
            <a:gdLst/>
            <a:ahLst/>
            <a:cxnLst/>
            <a:rect l="0" t="0" r="r" b="b"/>
            <a:pathLst>
              <a:path w="288925" h="261144">
                <a:moveTo>
                  <a:pt x="22225" y="0"/>
                </a:moveTo>
                <a:lnTo>
                  <a:pt x="11112" y="33337"/>
                </a:lnTo>
                <a:lnTo>
                  <a:pt x="2778" y="83344"/>
                </a:lnTo>
                <a:lnTo>
                  <a:pt x="0" y="133350"/>
                </a:lnTo>
                <a:lnTo>
                  <a:pt x="2778" y="183356"/>
                </a:lnTo>
                <a:lnTo>
                  <a:pt x="11112" y="227806"/>
                </a:lnTo>
                <a:lnTo>
                  <a:pt x="22225" y="261144"/>
                </a:lnTo>
                <a:lnTo>
                  <a:pt x="266700" y="261144"/>
                </a:lnTo>
                <a:lnTo>
                  <a:pt x="277812" y="227806"/>
                </a:lnTo>
                <a:lnTo>
                  <a:pt x="286147" y="183356"/>
                </a:lnTo>
                <a:lnTo>
                  <a:pt x="288925" y="133350"/>
                </a:lnTo>
                <a:lnTo>
                  <a:pt x="286147" y="83344"/>
                </a:lnTo>
                <a:lnTo>
                  <a:pt x="277812" y="33337"/>
                </a:lnTo>
                <a:lnTo>
                  <a:pt x="266700" y="0"/>
                </a:lnTo>
                <a:close/>
              </a:path>
            </a:pathLst>
          </a:custGeom>
          <a:solidFill>
            <a:srgbClr val="E2932B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4" name="Kształt 3"/>
          <p:cNvSpPr/>
          <p:nvPr/>
        </p:nvSpPr>
        <p:spPr>
          <a:xfrm>
            <a:off x="7856537" y="3384996"/>
            <a:ext cx="72231" cy="261144"/>
          </a:xfrm>
          <a:custGeom>
            <a:avLst/>
            <a:gdLst/>
            <a:ahLst/>
            <a:cxnLst/>
            <a:rect l="0" t="0" r="r" b="b"/>
            <a:pathLst>
              <a:path w="72231" h="261144">
                <a:moveTo>
                  <a:pt x="22225" y="0"/>
                </a:moveTo>
                <a:lnTo>
                  <a:pt x="11112" y="33337"/>
                </a:lnTo>
                <a:lnTo>
                  <a:pt x="2778" y="83344"/>
                </a:lnTo>
                <a:lnTo>
                  <a:pt x="0" y="133350"/>
                </a:lnTo>
                <a:lnTo>
                  <a:pt x="2778" y="183356"/>
                </a:lnTo>
                <a:lnTo>
                  <a:pt x="11112" y="227806"/>
                </a:lnTo>
                <a:lnTo>
                  <a:pt x="22225" y="261144"/>
                </a:lnTo>
                <a:lnTo>
                  <a:pt x="72231" y="261144"/>
                </a:lnTo>
                <a:lnTo>
                  <a:pt x="72231" y="0"/>
                </a:lnTo>
                <a:close/>
              </a:path>
            </a:pathLst>
          </a:custGeom>
          <a:solidFill>
            <a:srgbClr val="EBA142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5" name="Kształt 4"/>
          <p:cNvSpPr/>
          <p:nvPr/>
        </p:nvSpPr>
        <p:spPr>
          <a:xfrm>
            <a:off x="8056562" y="3384996"/>
            <a:ext cx="88900" cy="261144"/>
          </a:xfrm>
          <a:custGeom>
            <a:avLst/>
            <a:gdLst/>
            <a:ahLst/>
            <a:cxnLst/>
            <a:rect l="0" t="0" r="r" b="b"/>
            <a:pathLst>
              <a:path w="88900" h="261144">
                <a:moveTo>
                  <a:pt x="0" y="0"/>
                </a:moveTo>
                <a:lnTo>
                  <a:pt x="0" y="261144"/>
                </a:lnTo>
                <a:lnTo>
                  <a:pt x="66675" y="261144"/>
                </a:lnTo>
                <a:lnTo>
                  <a:pt x="77787" y="227806"/>
                </a:lnTo>
                <a:lnTo>
                  <a:pt x="86122" y="183356"/>
                </a:lnTo>
                <a:lnTo>
                  <a:pt x="88900" y="133350"/>
                </a:lnTo>
                <a:lnTo>
                  <a:pt x="86122" y="83344"/>
                </a:lnTo>
                <a:lnTo>
                  <a:pt x="77787" y="33337"/>
                </a:lnTo>
                <a:lnTo>
                  <a:pt x="66675" y="0"/>
                </a:lnTo>
                <a:close/>
              </a:path>
            </a:pathLst>
          </a:custGeom>
          <a:solidFill>
            <a:srgbClr val="D6861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6" name="Kształt 5"/>
          <p:cNvSpPr/>
          <p:nvPr/>
        </p:nvSpPr>
        <p:spPr>
          <a:xfrm>
            <a:off x="8101012" y="3384996"/>
            <a:ext cx="44450" cy="261144"/>
          </a:xfrm>
          <a:custGeom>
            <a:avLst/>
            <a:gdLst/>
            <a:ahLst/>
            <a:cxnLst/>
            <a:rect l="0" t="0" r="r" b="b"/>
            <a:pathLst>
              <a:path w="44450" h="261144">
                <a:moveTo>
                  <a:pt x="0" y="0"/>
                </a:moveTo>
                <a:lnTo>
                  <a:pt x="0" y="261144"/>
                </a:lnTo>
                <a:lnTo>
                  <a:pt x="22225" y="261144"/>
                </a:lnTo>
                <a:lnTo>
                  <a:pt x="33337" y="227806"/>
                </a:lnTo>
                <a:lnTo>
                  <a:pt x="41672" y="183356"/>
                </a:lnTo>
                <a:lnTo>
                  <a:pt x="44450" y="133350"/>
                </a:lnTo>
                <a:lnTo>
                  <a:pt x="41672" y="83344"/>
                </a:lnTo>
                <a:lnTo>
                  <a:pt x="33337" y="33337"/>
                </a:lnTo>
                <a:lnTo>
                  <a:pt x="22225" y="0"/>
                </a:lnTo>
                <a:close/>
              </a:path>
            </a:pathLst>
          </a:custGeom>
          <a:solidFill>
            <a:srgbClr val="C4741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7" name="Kształt 6"/>
          <p:cNvSpPr/>
          <p:nvPr/>
        </p:nvSpPr>
        <p:spPr>
          <a:xfrm>
            <a:off x="7862093" y="3346103"/>
            <a:ext cx="277812" cy="38894"/>
          </a:xfrm>
          <a:custGeom>
            <a:avLst/>
            <a:gdLst/>
            <a:ahLst/>
            <a:cxnLst/>
            <a:rect l="0" t="0" r="r" b="b"/>
            <a:pathLst>
              <a:path w="277812" h="38894">
                <a:moveTo>
                  <a:pt x="0" y="0"/>
                </a:moveTo>
                <a:lnTo>
                  <a:pt x="27781" y="16669"/>
                </a:lnTo>
                <a:lnTo>
                  <a:pt x="55562" y="0"/>
                </a:lnTo>
                <a:lnTo>
                  <a:pt x="83344" y="16669"/>
                </a:lnTo>
                <a:lnTo>
                  <a:pt x="111125" y="0"/>
                </a:lnTo>
                <a:lnTo>
                  <a:pt x="138906" y="16669"/>
                </a:lnTo>
                <a:lnTo>
                  <a:pt x="166687" y="0"/>
                </a:lnTo>
                <a:lnTo>
                  <a:pt x="194469" y="16669"/>
                </a:lnTo>
                <a:lnTo>
                  <a:pt x="222250" y="0"/>
                </a:lnTo>
                <a:lnTo>
                  <a:pt x="250031" y="16669"/>
                </a:lnTo>
                <a:lnTo>
                  <a:pt x="277812" y="0"/>
                </a:lnTo>
                <a:lnTo>
                  <a:pt x="277812" y="38894"/>
                </a:lnTo>
                <a:lnTo>
                  <a:pt x="0" y="38894"/>
                </a:lnTo>
                <a:close/>
              </a:path>
            </a:pathLst>
          </a:custGeom>
          <a:solidFill>
            <a:srgbClr val="B5661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8" name="Kształt 7"/>
          <p:cNvSpPr/>
          <p:nvPr/>
        </p:nvSpPr>
        <p:spPr>
          <a:xfrm>
            <a:off x="7862093" y="3646140"/>
            <a:ext cx="277812" cy="33337"/>
          </a:xfrm>
          <a:custGeom>
            <a:avLst/>
            <a:gdLst/>
            <a:ahLst/>
            <a:cxnLst/>
            <a:rect l="0" t="0" r="r" b="b"/>
            <a:pathLst>
              <a:path w="277812" h="33337">
                <a:moveTo>
                  <a:pt x="0" y="0"/>
                </a:moveTo>
                <a:lnTo>
                  <a:pt x="277812" y="0"/>
                </a:lnTo>
                <a:lnTo>
                  <a:pt x="277812" y="33337"/>
                </a:lnTo>
                <a:lnTo>
                  <a:pt x="250031" y="16669"/>
                </a:lnTo>
                <a:lnTo>
                  <a:pt x="222250" y="33337"/>
                </a:lnTo>
                <a:lnTo>
                  <a:pt x="194469" y="16669"/>
                </a:lnTo>
                <a:lnTo>
                  <a:pt x="166687" y="33337"/>
                </a:lnTo>
                <a:lnTo>
                  <a:pt x="138906" y="16669"/>
                </a:lnTo>
                <a:lnTo>
                  <a:pt x="111125" y="33337"/>
                </a:lnTo>
                <a:lnTo>
                  <a:pt x="83344" y="16669"/>
                </a:lnTo>
                <a:lnTo>
                  <a:pt x="55562" y="33337"/>
                </a:lnTo>
                <a:lnTo>
                  <a:pt x="27781" y="16669"/>
                </a:lnTo>
                <a:lnTo>
                  <a:pt x="0" y="33337"/>
                </a:lnTo>
                <a:close/>
              </a:path>
            </a:pathLst>
          </a:custGeom>
          <a:solidFill>
            <a:srgbClr val="B5661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9" name="Kształt 8"/>
          <p:cNvSpPr/>
          <p:nvPr/>
        </p:nvSpPr>
        <p:spPr>
          <a:xfrm>
            <a:off x="7931547" y="3482231"/>
            <a:ext cx="138906" cy="138906"/>
          </a:xfrm>
          <a:custGeom>
            <a:avLst/>
            <a:gdLst/>
            <a:ahLst/>
            <a:cxnLst/>
            <a:rect l="0" t="0" r="r" b="b"/>
            <a:pathLst>
              <a:path w="138906" h="138906">
                <a:moveTo>
                  <a:pt x="138906" y="69453"/>
                </a:moveTo>
                <a:lnTo>
                  <a:pt x="137795" y="81677"/>
                </a:lnTo>
                <a:lnTo>
                  <a:pt x="134461" y="93345"/>
                </a:lnTo>
                <a:lnTo>
                  <a:pt x="129461" y="104457"/>
                </a:lnTo>
                <a:lnTo>
                  <a:pt x="122793" y="113903"/>
                </a:lnTo>
                <a:lnTo>
                  <a:pt x="113903" y="122793"/>
                </a:lnTo>
                <a:lnTo>
                  <a:pt x="104457" y="129461"/>
                </a:lnTo>
                <a:lnTo>
                  <a:pt x="93345" y="134461"/>
                </a:lnTo>
                <a:lnTo>
                  <a:pt x="81677" y="137795"/>
                </a:lnTo>
                <a:lnTo>
                  <a:pt x="69453" y="138906"/>
                </a:lnTo>
                <a:lnTo>
                  <a:pt x="57229" y="137795"/>
                </a:lnTo>
                <a:lnTo>
                  <a:pt x="45561" y="134461"/>
                </a:lnTo>
                <a:lnTo>
                  <a:pt x="35004" y="129461"/>
                </a:lnTo>
                <a:lnTo>
                  <a:pt x="25003" y="122793"/>
                </a:lnTo>
                <a:lnTo>
                  <a:pt x="16113" y="113903"/>
                </a:lnTo>
                <a:lnTo>
                  <a:pt x="9446" y="104457"/>
                </a:lnTo>
                <a:lnTo>
                  <a:pt x="4445" y="93345"/>
                </a:lnTo>
                <a:lnTo>
                  <a:pt x="1111" y="81677"/>
                </a:lnTo>
                <a:lnTo>
                  <a:pt x="0" y="69453"/>
                </a:lnTo>
                <a:lnTo>
                  <a:pt x="1111" y="57229"/>
                </a:lnTo>
                <a:lnTo>
                  <a:pt x="4445" y="45561"/>
                </a:lnTo>
                <a:lnTo>
                  <a:pt x="9446" y="35004"/>
                </a:lnTo>
                <a:lnTo>
                  <a:pt x="16113" y="25003"/>
                </a:lnTo>
                <a:lnTo>
                  <a:pt x="25003" y="16113"/>
                </a:lnTo>
                <a:lnTo>
                  <a:pt x="34449" y="9446"/>
                </a:lnTo>
                <a:lnTo>
                  <a:pt x="45561" y="4445"/>
                </a:lnTo>
                <a:lnTo>
                  <a:pt x="57229" y="1111"/>
                </a:lnTo>
                <a:lnTo>
                  <a:pt x="69453" y="0"/>
                </a:lnTo>
                <a:lnTo>
                  <a:pt x="81677" y="1111"/>
                </a:lnTo>
                <a:lnTo>
                  <a:pt x="93345" y="4445"/>
                </a:lnTo>
                <a:lnTo>
                  <a:pt x="104457" y="9446"/>
                </a:lnTo>
                <a:lnTo>
                  <a:pt x="113903" y="16113"/>
                </a:lnTo>
                <a:lnTo>
                  <a:pt x="122793" y="25003"/>
                </a:lnTo>
                <a:lnTo>
                  <a:pt x="129461" y="34449"/>
                </a:lnTo>
                <a:lnTo>
                  <a:pt x="134461" y="45561"/>
                </a:lnTo>
                <a:lnTo>
                  <a:pt x="137795" y="57229"/>
                </a:lnTo>
                <a:close/>
              </a:path>
            </a:pathLst>
          </a:custGeom>
          <a:solidFill>
            <a:srgbClr val="FFF4D8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0" name="Kształt 9"/>
          <p:cNvSpPr/>
          <p:nvPr/>
        </p:nvSpPr>
        <p:spPr>
          <a:xfrm>
            <a:off x="7953772" y="3501678"/>
            <a:ext cx="75009" cy="77787"/>
          </a:xfrm>
          <a:custGeom>
            <a:avLst/>
            <a:gdLst/>
            <a:ahLst/>
            <a:cxnLst/>
            <a:rect l="0" t="0" r="r" b="b"/>
            <a:pathLst>
              <a:path w="75009" h="77787">
                <a:moveTo>
                  <a:pt x="0" y="77787"/>
                </a:moveTo>
                <a:lnTo>
                  <a:pt x="41672" y="0"/>
                </a:lnTo>
                <a:lnTo>
                  <a:pt x="75009" y="72231"/>
                </a:lnTo>
                <a:close/>
              </a:path>
            </a:pathLst>
          </a:custGeom>
          <a:solidFill>
            <a:srgbClr val="F6C44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1" name="Kształt 10"/>
          <p:cNvSpPr/>
          <p:nvPr/>
        </p:nvSpPr>
        <p:spPr>
          <a:xfrm>
            <a:off x="7987109" y="3532237"/>
            <a:ext cx="63897" cy="66675"/>
          </a:xfrm>
          <a:custGeom>
            <a:avLst/>
            <a:gdLst/>
            <a:ahLst/>
            <a:cxnLst/>
            <a:rect l="0" t="0" r="r" b="b"/>
            <a:pathLst>
              <a:path w="63897" h="66675">
                <a:moveTo>
                  <a:pt x="0" y="63897"/>
                </a:moveTo>
                <a:lnTo>
                  <a:pt x="50006" y="0"/>
                </a:lnTo>
                <a:lnTo>
                  <a:pt x="63897" y="66675"/>
                </a:lnTo>
                <a:close/>
              </a:path>
            </a:pathLst>
          </a:custGeom>
          <a:solidFill>
            <a:srgbClr val="E9A7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2" name="Tekst: A"/>
          <p:cNvSpPr txBox="1"/>
          <p:nvPr/>
        </p:nvSpPr>
        <p:spPr>
          <a:xfrm>
            <a:off x="7823200" y="3392140"/>
            <a:ext cx="355600" cy="952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750" kern="100" dirty="0">
                <a:solidFill>
                  <a:srgbClr val="FFFFFF"/>
                </a:solidFill>
                <a:latin typeface="Lato Black"/>
                <a:cs typeface="Lato Black"/>
              </a:rPr>
              <a:t>A</a:t>
            </a:r>
            <a:endParaRPr lang="pl-PL" sz="750" kern="100" dirty="0">
              <a:solidFill>
                <a:srgbClr val="FFFFFF"/>
              </a:solidFill>
              <a:latin typeface="Lato Black"/>
              <a:cs typeface="Lato Black"/>
            </a:endParaRPr>
          </a:p>
        </p:txBody>
      </p:sp>
      <p:sp>
        <p:nvSpPr>
          <p:cNvPr id="43" name="Tekst: Sponsorowane 200 g · 1"/>
          <p:cNvSpPr txBox="1"/>
          <p:nvPr/>
        </p:nvSpPr>
        <p:spPr>
          <a:xfrm>
            <a:off x="8273628" y="3268315"/>
            <a:ext cx="1993900" cy="114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750" kern="100" spc="15" dirty="0">
                <a:solidFill>
                  <a:srgbClr val="7A7A7A"/>
                </a:solidFill>
                <a:latin typeface="Lato"/>
                <a:cs typeface="Lato"/>
              </a:rPr>
              <a:t>Sponsorowane</a:t>
            </a:r>
            <a:endParaRPr lang="pl-PL" sz="750" kern="100" spc="15" dirty="0">
              <a:solidFill>
                <a:srgbClr val="7A7A7A"/>
              </a:solidFill>
              <a:latin typeface="Lato"/>
              <a:cs typeface="Lato"/>
            </a:endParaRPr>
          </a:p>
        </p:txBody>
      </p:sp>
      <p:sp>
        <p:nvSpPr>
          <p:cNvPr id="44" name="Tekst: Sponsorowane 200 g · 2"/>
          <p:cNvSpPr txBox="1"/>
          <p:nvPr/>
        </p:nvSpPr>
        <p:spPr>
          <a:xfrm>
            <a:off x="8273628" y="3612445"/>
            <a:ext cx="1993900" cy="1428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900" kern="100" dirty="0">
                <a:solidFill>
                  <a:srgbClr val="6A6A6A"/>
                </a:solidFill>
                <a:latin typeface="Lato"/>
                <a:cs typeface="Lato"/>
              </a:rPr>
              <a:t>200 g</a:t>
            </a:r>
            <a:endParaRPr lang="pl-PL" sz="900" kern="100" dirty="0">
              <a:solidFill>
                <a:srgbClr val="6A6A6A"/>
              </a:solidFill>
              <a:latin typeface="Lato"/>
              <a:cs typeface="Lato"/>
            </a:endParaRPr>
          </a:p>
        </p:txBody>
      </p:sp>
      <p:sp>
        <p:nvSpPr>
          <p:cNvPr id="45" name="Tekst: Nachosy solone · marka A"/>
          <p:cNvSpPr txBox="1"/>
          <p:nvPr/>
        </p:nvSpPr>
        <p:spPr>
          <a:xfrm>
            <a:off x="8273628" y="3417540"/>
            <a:ext cx="2153899" cy="1752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150" b="1" kern="100" dirty="0">
                <a:solidFill>
                  <a:srgbClr val="1C1C1C"/>
                </a:solidFill>
                <a:latin typeface="Lato"/>
                <a:cs typeface="Lato"/>
              </a:rPr>
              <a:t>Nachosy solone · marka A</a:t>
            </a:r>
            <a:endParaRPr lang="pl-PL" sz="1150" b="1" kern="100" dirty="0">
              <a:solidFill>
                <a:srgbClr val="1C1C1C"/>
              </a:solidFill>
              <a:latin typeface="Lato"/>
              <a:cs typeface="Lato"/>
            </a:endParaRPr>
          </a:p>
        </p:txBody>
      </p:sp>
      <p:sp>
        <p:nvSpPr>
          <p:cNvPr id="46" name="Tekst: 8,99 zł"/>
          <p:cNvSpPr txBox="1"/>
          <p:nvPr/>
        </p:nvSpPr>
        <p:spPr>
          <a:xfrm>
            <a:off x="10356428" y="3430240"/>
            <a:ext cx="656331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100" b="1" kern="100" dirty="0">
                <a:solidFill>
                  <a:srgbClr val="1C1C1C"/>
                </a:solidFill>
                <a:latin typeface="Lato"/>
                <a:cs typeface="Lato"/>
              </a:rPr>
              <a:t>8,99 zł</a:t>
            </a:r>
            <a:endParaRPr lang="pl-PL" sz="1100" b="1" kern="100" dirty="0">
              <a:solidFill>
                <a:srgbClr val="1C1C1C"/>
              </a:solidFill>
              <a:latin typeface="Lato"/>
              <a:cs typeface="Lato"/>
            </a:endParaRPr>
          </a:p>
        </p:txBody>
      </p:sp>
      <p:sp>
        <p:nvSpPr>
          <p:cNvPr id="47" name="Kształt 11"/>
          <p:cNvSpPr/>
          <p:nvPr/>
        </p:nvSpPr>
        <p:spPr>
          <a:xfrm>
            <a:off x="10864850" y="3411190"/>
            <a:ext cx="203200" cy="203200"/>
          </a:xfrm>
          <a:prstGeom prst="ellipse">
            <a:avLst/>
          </a:prstGeom>
          <a:solidFill>
            <a:srgbClr val="F1F1F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8" name="Tekst: +"/>
          <p:cNvSpPr txBox="1"/>
          <p:nvPr/>
        </p:nvSpPr>
        <p:spPr>
          <a:xfrm>
            <a:off x="10864850" y="3425477"/>
            <a:ext cx="254080" cy="1752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150" b="1" kern="100" dirty="0">
                <a:solidFill>
                  <a:srgbClr val="151515"/>
                </a:solidFill>
                <a:latin typeface="Lato"/>
                <a:cs typeface="Lato"/>
              </a:rPr>
              <a:t>+</a:t>
            </a:r>
            <a:endParaRPr lang="pl-PL" sz="1150" b="1" kern="100" dirty="0">
              <a:solidFill>
                <a:srgbClr val="151515"/>
              </a:solidFill>
              <a:latin typeface="Lato"/>
              <a:cs typeface="Lato"/>
            </a:endParaRPr>
          </a:p>
        </p:txBody>
      </p:sp>
      <p:sp>
        <p:nvSpPr>
          <p:cNvPr id="49" name="Linia 5"/>
          <p:cNvSpPr/>
          <p:nvPr/>
        </p:nvSpPr>
        <p:spPr>
          <a:xfrm>
            <a:off x="7696199" y="4390975"/>
            <a:ext cx="3467100" cy="635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0" name="Kształt 12"/>
          <p:cNvSpPr/>
          <p:nvPr/>
        </p:nvSpPr>
        <p:spPr>
          <a:xfrm>
            <a:off x="7735887" y="4012357"/>
            <a:ext cx="288925" cy="261144"/>
          </a:xfrm>
          <a:custGeom>
            <a:avLst/>
            <a:gdLst/>
            <a:ahLst/>
            <a:cxnLst/>
            <a:rect l="0" t="0" r="r" b="b"/>
            <a:pathLst>
              <a:path w="288925" h="261144">
                <a:moveTo>
                  <a:pt x="22225" y="0"/>
                </a:moveTo>
                <a:lnTo>
                  <a:pt x="11112" y="33337"/>
                </a:lnTo>
                <a:lnTo>
                  <a:pt x="2778" y="83344"/>
                </a:lnTo>
                <a:lnTo>
                  <a:pt x="0" y="133350"/>
                </a:lnTo>
                <a:lnTo>
                  <a:pt x="2778" y="183356"/>
                </a:lnTo>
                <a:lnTo>
                  <a:pt x="11112" y="227806"/>
                </a:lnTo>
                <a:lnTo>
                  <a:pt x="22225" y="261144"/>
                </a:lnTo>
                <a:lnTo>
                  <a:pt x="266700" y="261144"/>
                </a:lnTo>
                <a:lnTo>
                  <a:pt x="277812" y="227806"/>
                </a:lnTo>
                <a:lnTo>
                  <a:pt x="286147" y="183356"/>
                </a:lnTo>
                <a:lnTo>
                  <a:pt x="288925" y="133350"/>
                </a:lnTo>
                <a:lnTo>
                  <a:pt x="286147" y="83344"/>
                </a:lnTo>
                <a:lnTo>
                  <a:pt x="277812" y="33337"/>
                </a:lnTo>
                <a:lnTo>
                  <a:pt x="266700" y="0"/>
                </a:lnTo>
                <a:close/>
              </a:path>
            </a:pathLst>
          </a:custGeom>
          <a:solidFill>
            <a:srgbClr val="23305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1" name="Kształt 13"/>
          <p:cNvSpPr/>
          <p:nvPr/>
        </p:nvSpPr>
        <p:spPr>
          <a:xfrm>
            <a:off x="7735887" y="4012357"/>
            <a:ext cx="72231" cy="261144"/>
          </a:xfrm>
          <a:custGeom>
            <a:avLst/>
            <a:gdLst/>
            <a:ahLst/>
            <a:cxnLst/>
            <a:rect l="0" t="0" r="r" b="b"/>
            <a:pathLst>
              <a:path w="72231" h="261144">
                <a:moveTo>
                  <a:pt x="22225" y="0"/>
                </a:moveTo>
                <a:lnTo>
                  <a:pt x="11112" y="33337"/>
                </a:lnTo>
                <a:lnTo>
                  <a:pt x="2778" y="83344"/>
                </a:lnTo>
                <a:lnTo>
                  <a:pt x="0" y="133350"/>
                </a:lnTo>
                <a:lnTo>
                  <a:pt x="2778" y="183356"/>
                </a:lnTo>
                <a:lnTo>
                  <a:pt x="11112" y="227806"/>
                </a:lnTo>
                <a:lnTo>
                  <a:pt x="22225" y="261144"/>
                </a:lnTo>
                <a:lnTo>
                  <a:pt x="72231" y="261144"/>
                </a:lnTo>
                <a:lnTo>
                  <a:pt x="72231" y="0"/>
                </a:lnTo>
                <a:close/>
              </a:path>
            </a:pathLst>
          </a:custGeom>
          <a:solidFill>
            <a:srgbClr val="2D3C72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2" name="Kształt 14"/>
          <p:cNvSpPr/>
          <p:nvPr/>
        </p:nvSpPr>
        <p:spPr>
          <a:xfrm>
            <a:off x="7935912" y="4012357"/>
            <a:ext cx="88900" cy="261144"/>
          </a:xfrm>
          <a:custGeom>
            <a:avLst/>
            <a:gdLst/>
            <a:ahLst/>
            <a:cxnLst/>
            <a:rect l="0" t="0" r="r" b="b"/>
            <a:pathLst>
              <a:path w="88900" h="261144">
                <a:moveTo>
                  <a:pt x="0" y="0"/>
                </a:moveTo>
                <a:lnTo>
                  <a:pt x="0" y="261144"/>
                </a:lnTo>
                <a:lnTo>
                  <a:pt x="66675" y="261144"/>
                </a:lnTo>
                <a:lnTo>
                  <a:pt x="77787" y="227806"/>
                </a:lnTo>
                <a:lnTo>
                  <a:pt x="86122" y="183356"/>
                </a:lnTo>
                <a:lnTo>
                  <a:pt x="88900" y="133350"/>
                </a:lnTo>
                <a:lnTo>
                  <a:pt x="86122" y="83344"/>
                </a:lnTo>
                <a:lnTo>
                  <a:pt x="77787" y="33337"/>
                </a:lnTo>
                <a:lnTo>
                  <a:pt x="66675" y="0"/>
                </a:lnTo>
                <a:close/>
              </a:path>
            </a:pathLst>
          </a:custGeom>
          <a:solidFill>
            <a:srgbClr val="1D2850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3" name="Kształt 15"/>
          <p:cNvSpPr/>
          <p:nvPr/>
        </p:nvSpPr>
        <p:spPr>
          <a:xfrm>
            <a:off x="7980362" y="4012357"/>
            <a:ext cx="44450" cy="261144"/>
          </a:xfrm>
          <a:custGeom>
            <a:avLst/>
            <a:gdLst/>
            <a:ahLst/>
            <a:cxnLst/>
            <a:rect l="0" t="0" r="r" b="b"/>
            <a:pathLst>
              <a:path w="44450" h="261144">
                <a:moveTo>
                  <a:pt x="0" y="0"/>
                </a:moveTo>
                <a:lnTo>
                  <a:pt x="0" y="261144"/>
                </a:lnTo>
                <a:lnTo>
                  <a:pt x="22225" y="261144"/>
                </a:lnTo>
                <a:lnTo>
                  <a:pt x="33337" y="227806"/>
                </a:lnTo>
                <a:lnTo>
                  <a:pt x="41672" y="183356"/>
                </a:lnTo>
                <a:lnTo>
                  <a:pt x="44450" y="133350"/>
                </a:lnTo>
                <a:lnTo>
                  <a:pt x="41672" y="83344"/>
                </a:lnTo>
                <a:lnTo>
                  <a:pt x="33337" y="33337"/>
                </a:lnTo>
                <a:lnTo>
                  <a:pt x="22225" y="0"/>
                </a:lnTo>
                <a:close/>
              </a:path>
            </a:pathLst>
          </a:custGeom>
          <a:solidFill>
            <a:srgbClr val="161D3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4" name="Kształt 16"/>
          <p:cNvSpPr/>
          <p:nvPr/>
        </p:nvSpPr>
        <p:spPr>
          <a:xfrm>
            <a:off x="7741444" y="3973463"/>
            <a:ext cx="277812" cy="38894"/>
          </a:xfrm>
          <a:custGeom>
            <a:avLst/>
            <a:gdLst/>
            <a:ahLst/>
            <a:cxnLst/>
            <a:rect l="0" t="0" r="r" b="b"/>
            <a:pathLst>
              <a:path w="277812" h="38894">
                <a:moveTo>
                  <a:pt x="0" y="0"/>
                </a:moveTo>
                <a:lnTo>
                  <a:pt x="27781" y="16669"/>
                </a:lnTo>
                <a:lnTo>
                  <a:pt x="55562" y="0"/>
                </a:lnTo>
                <a:lnTo>
                  <a:pt x="83344" y="16669"/>
                </a:lnTo>
                <a:lnTo>
                  <a:pt x="111125" y="0"/>
                </a:lnTo>
                <a:lnTo>
                  <a:pt x="138906" y="16669"/>
                </a:lnTo>
                <a:lnTo>
                  <a:pt x="166687" y="0"/>
                </a:lnTo>
                <a:lnTo>
                  <a:pt x="194469" y="16669"/>
                </a:lnTo>
                <a:lnTo>
                  <a:pt x="222250" y="0"/>
                </a:lnTo>
                <a:lnTo>
                  <a:pt x="250031" y="16669"/>
                </a:lnTo>
                <a:lnTo>
                  <a:pt x="277812" y="0"/>
                </a:lnTo>
                <a:lnTo>
                  <a:pt x="277812" y="38894"/>
                </a:lnTo>
                <a:lnTo>
                  <a:pt x="0" y="38894"/>
                </a:lnTo>
                <a:close/>
              </a:path>
            </a:pathLst>
          </a:custGeom>
          <a:solidFill>
            <a:srgbClr val="121830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5" name="Kształt 17"/>
          <p:cNvSpPr/>
          <p:nvPr/>
        </p:nvSpPr>
        <p:spPr>
          <a:xfrm>
            <a:off x="7741444" y="4273500"/>
            <a:ext cx="277812" cy="33337"/>
          </a:xfrm>
          <a:custGeom>
            <a:avLst/>
            <a:gdLst/>
            <a:ahLst/>
            <a:cxnLst/>
            <a:rect l="0" t="0" r="r" b="b"/>
            <a:pathLst>
              <a:path w="277812" h="33337">
                <a:moveTo>
                  <a:pt x="0" y="0"/>
                </a:moveTo>
                <a:lnTo>
                  <a:pt x="277812" y="0"/>
                </a:lnTo>
                <a:lnTo>
                  <a:pt x="277812" y="33337"/>
                </a:lnTo>
                <a:lnTo>
                  <a:pt x="250031" y="16669"/>
                </a:lnTo>
                <a:lnTo>
                  <a:pt x="222250" y="33337"/>
                </a:lnTo>
                <a:lnTo>
                  <a:pt x="194469" y="16669"/>
                </a:lnTo>
                <a:lnTo>
                  <a:pt x="166687" y="33337"/>
                </a:lnTo>
                <a:lnTo>
                  <a:pt x="138906" y="16669"/>
                </a:lnTo>
                <a:lnTo>
                  <a:pt x="111125" y="33337"/>
                </a:lnTo>
                <a:lnTo>
                  <a:pt x="83344" y="16669"/>
                </a:lnTo>
                <a:lnTo>
                  <a:pt x="55562" y="33337"/>
                </a:lnTo>
                <a:lnTo>
                  <a:pt x="27781" y="16669"/>
                </a:lnTo>
                <a:lnTo>
                  <a:pt x="0" y="33337"/>
                </a:lnTo>
                <a:close/>
              </a:path>
            </a:pathLst>
          </a:custGeom>
          <a:solidFill>
            <a:srgbClr val="121830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6" name="Kształt 18"/>
          <p:cNvSpPr/>
          <p:nvPr/>
        </p:nvSpPr>
        <p:spPr>
          <a:xfrm>
            <a:off x="7810897" y="4109591"/>
            <a:ext cx="138906" cy="138906"/>
          </a:xfrm>
          <a:custGeom>
            <a:avLst/>
            <a:gdLst/>
            <a:ahLst/>
            <a:cxnLst/>
            <a:rect l="0" t="0" r="r" b="b"/>
            <a:pathLst>
              <a:path w="138906" h="138906">
                <a:moveTo>
                  <a:pt x="138906" y="69453"/>
                </a:moveTo>
                <a:lnTo>
                  <a:pt x="137795" y="81677"/>
                </a:lnTo>
                <a:lnTo>
                  <a:pt x="134461" y="93345"/>
                </a:lnTo>
                <a:lnTo>
                  <a:pt x="129461" y="104457"/>
                </a:lnTo>
                <a:lnTo>
                  <a:pt x="122793" y="113903"/>
                </a:lnTo>
                <a:lnTo>
                  <a:pt x="113903" y="122793"/>
                </a:lnTo>
                <a:lnTo>
                  <a:pt x="104457" y="129461"/>
                </a:lnTo>
                <a:lnTo>
                  <a:pt x="93345" y="134461"/>
                </a:lnTo>
                <a:lnTo>
                  <a:pt x="81677" y="137795"/>
                </a:lnTo>
                <a:lnTo>
                  <a:pt x="69453" y="138906"/>
                </a:lnTo>
                <a:lnTo>
                  <a:pt x="57229" y="137795"/>
                </a:lnTo>
                <a:lnTo>
                  <a:pt x="45561" y="134461"/>
                </a:lnTo>
                <a:lnTo>
                  <a:pt x="35004" y="129461"/>
                </a:lnTo>
                <a:lnTo>
                  <a:pt x="25003" y="122793"/>
                </a:lnTo>
                <a:lnTo>
                  <a:pt x="16113" y="113903"/>
                </a:lnTo>
                <a:lnTo>
                  <a:pt x="9446" y="104457"/>
                </a:lnTo>
                <a:lnTo>
                  <a:pt x="4445" y="93345"/>
                </a:lnTo>
                <a:lnTo>
                  <a:pt x="1111" y="81677"/>
                </a:lnTo>
                <a:lnTo>
                  <a:pt x="0" y="69453"/>
                </a:lnTo>
                <a:lnTo>
                  <a:pt x="1111" y="57229"/>
                </a:lnTo>
                <a:lnTo>
                  <a:pt x="4445" y="45561"/>
                </a:lnTo>
                <a:lnTo>
                  <a:pt x="9446" y="35004"/>
                </a:lnTo>
                <a:lnTo>
                  <a:pt x="16113" y="25003"/>
                </a:lnTo>
                <a:lnTo>
                  <a:pt x="25003" y="16113"/>
                </a:lnTo>
                <a:lnTo>
                  <a:pt x="34449" y="9446"/>
                </a:lnTo>
                <a:lnTo>
                  <a:pt x="45561" y="4445"/>
                </a:lnTo>
                <a:lnTo>
                  <a:pt x="57229" y="1111"/>
                </a:lnTo>
                <a:lnTo>
                  <a:pt x="69453" y="0"/>
                </a:lnTo>
                <a:lnTo>
                  <a:pt x="81677" y="1111"/>
                </a:lnTo>
                <a:lnTo>
                  <a:pt x="93345" y="4445"/>
                </a:lnTo>
                <a:lnTo>
                  <a:pt x="104457" y="9446"/>
                </a:lnTo>
                <a:lnTo>
                  <a:pt x="113903" y="16113"/>
                </a:lnTo>
                <a:lnTo>
                  <a:pt x="122793" y="25003"/>
                </a:lnTo>
                <a:lnTo>
                  <a:pt x="129461" y="34449"/>
                </a:lnTo>
                <a:lnTo>
                  <a:pt x="134461" y="45561"/>
                </a:lnTo>
                <a:lnTo>
                  <a:pt x="137795" y="57229"/>
                </a:lnTo>
                <a:close/>
              </a:path>
            </a:pathLst>
          </a:custGeom>
          <a:solidFill>
            <a:srgbClr val="FFF4D8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7" name="Kształt 19"/>
          <p:cNvSpPr/>
          <p:nvPr/>
        </p:nvSpPr>
        <p:spPr>
          <a:xfrm>
            <a:off x="7813119" y="4127927"/>
            <a:ext cx="90011" cy="68897"/>
          </a:xfrm>
          <a:custGeom>
            <a:avLst/>
            <a:gdLst/>
            <a:ahLst/>
            <a:cxnLst/>
            <a:rect l="0" t="0" r="r" b="b"/>
            <a:pathLst>
              <a:path w="90011" h="68897">
                <a:moveTo>
                  <a:pt x="88344" y="15002"/>
                </a:moveTo>
                <a:lnTo>
                  <a:pt x="90011" y="26114"/>
                </a:lnTo>
                <a:lnTo>
                  <a:pt x="86122" y="37782"/>
                </a:lnTo>
                <a:lnTo>
                  <a:pt x="77787" y="49451"/>
                </a:lnTo>
                <a:lnTo>
                  <a:pt x="65008" y="58896"/>
                </a:lnTo>
                <a:lnTo>
                  <a:pt x="50006" y="65564"/>
                </a:lnTo>
                <a:lnTo>
                  <a:pt x="34449" y="68897"/>
                </a:lnTo>
                <a:lnTo>
                  <a:pt x="20002" y="67231"/>
                </a:lnTo>
                <a:lnTo>
                  <a:pt x="8890" y="62230"/>
                </a:lnTo>
                <a:lnTo>
                  <a:pt x="1667" y="53896"/>
                </a:lnTo>
                <a:lnTo>
                  <a:pt x="0" y="42783"/>
                </a:lnTo>
                <a:lnTo>
                  <a:pt x="3889" y="31115"/>
                </a:lnTo>
                <a:lnTo>
                  <a:pt x="12224" y="19447"/>
                </a:lnTo>
                <a:lnTo>
                  <a:pt x="25003" y="10001"/>
                </a:lnTo>
                <a:lnTo>
                  <a:pt x="40005" y="3334"/>
                </a:lnTo>
                <a:lnTo>
                  <a:pt x="55562" y="0"/>
                </a:lnTo>
                <a:lnTo>
                  <a:pt x="70009" y="1667"/>
                </a:lnTo>
                <a:lnTo>
                  <a:pt x="81121" y="6667"/>
                </a:lnTo>
                <a:close/>
              </a:path>
            </a:pathLst>
          </a:custGeom>
          <a:solidFill>
            <a:srgbClr val="F2B84B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8" name="Kształt 20"/>
          <p:cNvSpPr/>
          <p:nvPr/>
        </p:nvSpPr>
        <p:spPr>
          <a:xfrm>
            <a:off x="7845901" y="4151819"/>
            <a:ext cx="91122" cy="65564"/>
          </a:xfrm>
          <a:custGeom>
            <a:avLst/>
            <a:gdLst/>
            <a:ahLst/>
            <a:cxnLst/>
            <a:rect l="0" t="0" r="r" b="b"/>
            <a:pathLst>
              <a:path w="91122" h="65564">
                <a:moveTo>
                  <a:pt x="90567" y="47228"/>
                </a:moveTo>
                <a:lnTo>
                  <a:pt x="84455" y="56674"/>
                </a:lnTo>
                <a:lnTo>
                  <a:pt x="73898" y="62786"/>
                </a:lnTo>
                <a:lnTo>
                  <a:pt x="59452" y="65564"/>
                </a:lnTo>
                <a:lnTo>
                  <a:pt x="43894" y="64452"/>
                </a:lnTo>
                <a:lnTo>
                  <a:pt x="28337" y="59452"/>
                </a:lnTo>
                <a:lnTo>
                  <a:pt x="15002" y="51117"/>
                </a:lnTo>
                <a:lnTo>
                  <a:pt x="5001" y="40561"/>
                </a:lnTo>
                <a:lnTo>
                  <a:pt x="0" y="29448"/>
                </a:lnTo>
                <a:lnTo>
                  <a:pt x="556" y="18336"/>
                </a:lnTo>
                <a:lnTo>
                  <a:pt x="6667" y="8890"/>
                </a:lnTo>
                <a:lnTo>
                  <a:pt x="17224" y="2778"/>
                </a:lnTo>
                <a:lnTo>
                  <a:pt x="31671" y="0"/>
                </a:lnTo>
                <a:lnTo>
                  <a:pt x="47228" y="1111"/>
                </a:lnTo>
                <a:lnTo>
                  <a:pt x="62786" y="6112"/>
                </a:lnTo>
                <a:lnTo>
                  <a:pt x="76121" y="14446"/>
                </a:lnTo>
                <a:lnTo>
                  <a:pt x="86122" y="25003"/>
                </a:lnTo>
                <a:lnTo>
                  <a:pt x="91122" y="36116"/>
                </a:lnTo>
                <a:close/>
              </a:path>
            </a:pathLst>
          </a:custGeom>
          <a:solidFill>
            <a:srgbClr val="E9A03B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9" name="Kształt 21"/>
          <p:cNvSpPr/>
          <p:nvPr/>
        </p:nvSpPr>
        <p:spPr>
          <a:xfrm>
            <a:off x="7836456" y="4151819"/>
            <a:ext cx="10001" cy="10001"/>
          </a:xfrm>
          <a:custGeom>
            <a:avLst/>
            <a:gdLst/>
            <a:ahLst/>
            <a:cxnLst/>
            <a:rect l="0" t="0" r="r" b="b"/>
            <a:pathLst>
              <a:path w="10001" h="10001">
                <a:moveTo>
                  <a:pt x="10001" y="5001"/>
                </a:moveTo>
                <a:lnTo>
                  <a:pt x="10001" y="6112"/>
                </a:lnTo>
                <a:lnTo>
                  <a:pt x="9446" y="6667"/>
                </a:lnTo>
                <a:lnTo>
                  <a:pt x="9446" y="7779"/>
                </a:lnTo>
                <a:lnTo>
                  <a:pt x="8890" y="8334"/>
                </a:lnTo>
                <a:lnTo>
                  <a:pt x="8334" y="8890"/>
                </a:lnTo>
                <a:lnTo>
                  <a:pt x="7223" y="9446"/>
                </a:lnTo>
                <a:lnTo>
                  <a:pt x="6667" y="9446"/>
                </a:lnTo>
                <a:lnTo>
                  <a:pt x="6112" y="10001"/>
                </a:lnTo>
                <a:lnTo>
                  <a:pt x="5001" y="10001"/>
                </a:lnTo>
                <a:lnTo>
                  <a:pt x="3889" y="10001"/>
                </a:lnTo>
                <a:lnTo>
                  <a:pt x="3334" y="9446"/>
                </a:lnTo>
                <a:lnTo>
                  <a:pt x="2778" y="9446"/>
                </a:lnTo>
                <a:lnTo>
                  <a:pt x="1667" y="8890"/>
                </a:lnTo>
                <a:lnTo>
                  <a:pt x="1111" y="8334"/>
                </a:lnTo>
                <a:lnTo>
                  <a:pt x="556" y="7779"/>
                </a:lnTo>
                <a:lnTo>
                  <a:pt x="556" y="6667"/>
                </a:lnTo>
                <a:lnTo>
                  <a:pt x="0" y="6112"/>
                </a:lnTo>
                <a:lnTo>
                  <a:pt x="0" y="5001"/>
                </a:lnTo>
                <a:lnTo>
                  <a:pt x="0" y="3889"/>
                </a:lnTo>
                <a:lnTo>
                  <a:pt x="556" y="3334"/>
                </a:lnTo>
                <a:lnTo>
                  <a:pt x="556" y="2222"/>
                </a:lnTo>
                <a:lnTo>
                  <a:pt x="1111" y="1667"/>
                </a:lnTo>
                <a:lnTo>
                  <a:pt x="1667" y="1111"/>
                </a:lnTo>
                <a:lnTo>
                  <a:pt x="2778" y="556"/>
                </a:lnTo>
                <a:lnTo>
                  <a:pt x="3334" y="556"/>
                </a:lnTo>
                <a:lnTo>
                  <a:pt x="3889" y="0"/>
                </a:lnTo>
                <a:lnTo>
                  <a:pt x="5001" y="0"/>
                </a:lnTo>
                <a:lnTo>
                  <a:pt x="6112" y="0"/>
                </a:lnTo>
                <a:lnTo>
                  <a:pt x="6667" y="556"/>
                </a:lnTo>
                <a:lnTo>
                  <a:pt x="7223" y="556"/>
                </a:lnTo>
                <a:lnTo>
                  <a:pt x="8334" y="1111"/>
                </a:lnTo>
                <a:lnTo>
                  <a:pt x="8890" y="1667"/>
                </a:lnTo>
                <a:lnTo>
                  <a:pt x="9446" y="2222"/>
                </a:lnTo>
                <a:lnTo>
                  <a:pt x="9446" y="3334"/>
                </a:lnTo>
                <a:lnTo>
                  <a:pt x="10001" y="3889"/>
                </a:lnTo>
                <a:close/>
              </a:path>
            </a:pathLst>
          </a:custGeom>
          <a:solidFill>
            <a:srgbClr val="C7372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0" name="Kształt 22"/>
          <p:cNvSpPr/>
          <p:nvPr/>
        </p:nvSpPr>
        <p:spPr>
          <a:xfrm>
            <a:off x="7858681" y="4143484"/>
            <a:ext cx="10001" cy="10001"/>
          </a:xfrm>
          <a:custGeom>
            <a:avLst/>
            <a:gdLst/>
            <a:ahLst/>
            <a:cxnLst/>
            <a:rect l="0" t="0" r="r" b="b"/>
            <a:pathLst>
              <a:path w="10001" h="10001">
                <a:moveTo>
                  <a:pt x="10001" y="5001"/>
                </a:moveTo>
                <a:lnTo>
                  <a:pt x="10001" y="6112"/>
                </a:lnTo>
                <a:lnTo>
                  <a:pt x="9446" y="6667"/>
                </a:lnTo>
                <a:lnTo>
                  <a:pt x="9446" y="7779"/>
                </a:lnTo>
                <a:lnTo>
                  <a:pt x="8890" y="8334"/>
                </a:lnTo>
                <a:lnTo>
                  <a:pt x="8334" y="8890"/>
                </a:lnTo>
                <a:lnTo>
                  <a:pt x="7223" y="9446"/>
                </a:lnTo>
                <a:lnTo>
                  <a:pt x="6667" y="9446"/>
                </a:lnTo>
                <a:lnTo>
                  <a:pt x="6112" y="10001"/>
                </a:lnTo>
                <a:lnTo>
                  <a:pt x="5001" y="10001"/>
                </a:lnTo>
                <a:lnTo>
                  <a:pt x="3889" y="10001"/>
                </a:lnTo>
                <a:lnTo>
                  <a:pt x="3334" y="9446"/>
                </a:lnTo>
                <a:lnTo>
                  <a:pt x="2778" y="9446"/>
                </a:lnTo>
                <a:lnTo>
                  <a:pt x="1667" y="8890"/>
                </a:lnTo>
                <a:lnTo>
                  <a:pt x="1111" y="8334"/>
                </a:lnTo>
                <a:lnTo>
                  <a:pt x="556" y="7779"/>
                </a:lnTo>
                <a:lnTo>
                  <a:pt x="556" y="6667"/>
                </a:lnTo>
                <a:lnTo>
                  <a:pt x="0" y="6112"/>
                </a:lnTo>
                <a:lnTo>
                  <a:pt x="0" y="5001"/>
                </a:lnTo>
                <a:lnTo>
                  <a:pt x="0" y="3889"/>
                </a:lnTo>
                <a:lnTo>
                  <a:pt x="556" y="3334"/>
                </a:lnTo>
                <a:lnTo>
                  <a:pt x="556" y="2222"/>
                </a:lnTo>
                <a:lnTo>
                  <a:pt x="1111" y="1667"/>
                </a:lnTo>
                <a:lnTo>
                  <a:pt x="1667" y="1111"/>
                </a:lnTo>
                <a:lnTo>
                  <a:pt x="2778" y="556"/>
                </a:lnTo>
                <a:lnTo>
                  <a:pt x="3334" y="556"/>
                </a:lnTo>
                <a:lnTo>
                  <a:pt x="3889" y="0"/>
                </a:lnTo>
                <a:lnTo>
                  <a:pt x="5001" y="0"/>
                </a:lnTo>
                <a:lnTo>
                  <a:pt x="6112" y="0"/>
                </a:lnTo>
                <a:lnTo>
                  <a:pt x="6667" y="556"/>
                </a:lnTo>
                <a:lnTo>
                  <a:pt x="7223" y="556"/>
                </a:lnTo>
                <a:lnTo>
                  <a:pt x="8334" y="1111"/>
                </a:lnTo>
                <a:lnTo>
                  <a:pt x="8890" y="1667"/>
                </a:lnTo>
                <a:lnTo>
                  <a:pt x="9446" y="2222"/>
                </a:lnTo>
                <a:lnTo>
                  <a:pt x="9446" y="3334"/>
                </a:lnTo>
                <a:lnTo>
                  <a:pt x="10001" y="3889"/>
                </a:lnTo>
                <a:close/>
              </a:path>
            </a:pathLst>
          </a:custGeom>
          <a:solidFill>
            <a:srgbClr val="C7372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1" name="Kształt 23"/>
          <p:cNvSpPr/>
          <p:nvPr/>
        </p:nvSpPr>
        <p:spPr>
          <a:xfrm>
            <a:off x="7869793" y="4162931"/>
            <a:ext cx="10001" cy="10001"/>
          </a:xfrm>
          <a:custGeom>
            <a:avLst/>
            <a:gdLst/>
            <a:ahLst/>
            <a:cxnLst/>
            <a:rect l="0" t="0" r="r" b="b"/>
            <a:pathLst>
              <a:path w="10001" h="10001">
                <a:moveTo>
                  <a:pt x="10001" y="5001"/>
                </a:moveTo>
                <a:lnTo>
                  <a:pt x="10001" y="6112"/>
                </a:lnTo>
                <a:lnTo>
                  <a:pt x="9446" y="6667"/>
                </a:lnTo>
                <a:lnTo>
                  <a:pt x="9446" y="7779"/>
                </a:lnTo>
                <a:lnTo>
                  <a:pt x="8890" y="8334"/>
                </a:lnTo>
                <a:lnTo>
                  <a:pt x="8334" y="8890"/>
                </a:lnTo>
                <a:lnTo>
                  <a:pt x="7223" y="9446"/>
                </a:lnTo>
                <a:lnTo>
                  <a:pt x="6667" y="9446"/>
                </a:lnTo>
                <a:lnTo>
                  <a:pt x="6112" y="10001"/>
                </a:lnTo>
                <a:lnTo>
                  <a:pt x="5001" y="10001"/>
                </a:lnTo>
                <a:lnTo>
                  <a:pt x="3889" y="10001"/>
                </a:lnTo>
                <a:lnTo>
                  <a:pt x="3334" y="9446"/>
                </a:lnTo>
                <a:lnTo>
                  <a:pt x="2778" y="9446"/>
                </a:lnTo>
                <a:lnTo>
                  <a:pt x="1667" y="8890"/>
                </a:lnTo>
                <a:lnTo>
                  <a:pt x="1111" y="8334"/>
                </a:lnTo>
                <a:lnTo>
                  <a:pt x="556" y="7779"/>
                </a:lnTo>
                <a:lnTo>
                  <a:pt x="556" y="6667"/>
                </a:lnTo>
                <a:lnTo>
                  <a:pt x="0" y="6112"/>
                </a:lnTo>
                <a:lnTo>
                  <a:pt x="0" y="5001"/>
                </a:lnTo>
                <a:lnTo>
                  <a:pt x="0" y="3889"/>
                </a:lnTo>
                <a:lnTo>
                  <a:pt x="556" y="3334"/>
                </a:lnTo>
                <a:lnTo>
                  <a:pt x="556" y="2222"/>
                </a:lnTo>
                <a:lnTo>
                  <a:pt x="1111" y="1667"/>
                </a:lnTo>
                <a:lnTo>
                  <a:pt x="1667" y="1111"/>
                </a:lnTo>
                <a:lnTo>
                  <a:pt x="2778" y="556"/>
                </a:lnTo>
                <a:lnTo>
                  <a:pt x="3334" y="556"/>
                </a:lnTo>
                <a:lnTo>
                  <a:pt x="3889" y="0"/>
                </a:lnTo>
                <a:lnTo>
                  <a:pt x="5001" y="0"/>
                </a:lnTo>
                <a:lnTo>
                  <a:pt x="6112" y="0"/>
                </a:lnTo>
                <a:lnTo>
                  <a:pt x="6667" y="556"/>
                </a:lnTo>
                <a:lnTo>
                  <a:pt x="7223" y="556"/>
                </a:lnTo>
                <a:lnTo>
                  <a:pt x="8334" y="1111"/>
                </a:lnTo>
                <a:lnTo>
                  <a:pt x="8890" y="1667"/>
                </a:lnTo>
                <a:lnTo>
                  <a:pt x="9446" y="2222"/>
                </a:lnTo>
                <a:lnTo>
                  <a:pt x="9446" y="3334"/>
                </a:lnTo>
                <a:lnTo>
                  <a:pt x="10001" y="3889"/>
                </a:lnTo>
                <a:close/>
              </a:path>
            </a:pathLst>
          </a:custGeom>
          <a:solidFill>
            <a:srgbClr val="C7372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2" name="Kształt 24"/>
          <p:cNvSpPr/>
          <p:nvPr/>
        </p:nvSpPr>
        <p:spPr>
          <a:xfrm>
            <a:off x="7880906" y="4176822"/>
            <a:ext cx="10001" cy="10001"/>
          </a:xfrm>
          <a:custGeom>
            <a:avLst/>
            <a:gdLst/>
            <a:ahLst/>
            <a:cxnLst/>
            <a:rect l="0" t="0" r="r" b="b"/>
            <a:pathLst>
              <a:path w="10001" h="10001">
                <a:moveTo>
                  <a:pt x="10001" y="5001"/>
                </a:moveTo>
                <a:lnTo>
                  <a:pt x="10001" y="6112"/>
                </a:lnTo>
                <a:lnTo>
                  <a:pt x="9446" y="6667"/>
                </a:lnTo>
                <a:lnTo>
                  <a:pt x="9446" y="7779"/>
                </a:lnTo>
                <a:lnTo>
                  <a:pt x="8890" y="8334"/>
                </a:lnTo>
                <a:lnTo>
                  <a:pt x="8334" y="8890"/>
                </a:lnTo>
                <a:lnTo>
                  <a:pt x="7779" y="9446"/>
                </a:lnTo>
                <a:lnTo>
                  <a:pt x="6667" y="9446"/>
                </a:lnTo>
                <a:lnTo>
                  <a:pt x="6112" y="10001"/>
                </a:lnTo>
                <a:lnTo>
                  <a:pt x="5001" y="10001"/>
                </a:lnTo>
                <a:lnTo>
                  <a:pt x="3889" y="10001"/>
                </a:lnTo>
                <a:lnTo>
                  <a:pt x="3334" y="9446"/>
                </a:lnTo>
                <a:lnTo>
                  <a:pt x="2222" y="9446"/>
                </a:lnTo>
                <a:lnTo>
                  <a:pt x="1667" y="8890"/>
                </a:lnTo>
                <a:lnTo>
                  <a:pt x="1111" y="8334"/>
                </a:lnTo>
                <a:lnTo>
                  <a:pt x="556" y="7779"/>
                </a:lnTo>
                <a:lnTo>
                  <a:pt x="556" y="6667"/>
                </a:lnTo>
                <a:lnTo>
                  <a:pt x="0" y="6112"/>
                </a:lnTo>
                <a:lnTo>
                  <a:pt x="0" y="5001"/>
                </a:lnTo>
                <a:lnTo>
                  <a:pt x="0" y="3889"/>
                </a:lnTo>
                <a:lnTo>
                  <a:pt x="556" y="3334"/>
                </a:lnTo>
                <a:lnTo>
                  <a:pt x="556" y="2222"/>
                </a:lnTo>
                <a:lnTo>
                  <a:pt x="1111" y="1667"/>
                </a:lnTo>
                <a:lnTo>
                  <a:pt x="1667" y="1111"/>
                </a:lnTo>
                <a:lnTo>
                  <a:pt x="2222" y="556"/>
                </a:lnTo>
                <a:lnTo>
                  <a:pt x="3334" y="556"/>
                </a:lnTo>
                <a:lnTo>
                  <a:pt x="3889" y="0"/>
                </a:lnTo>
                <a:lnTo>
                  <a:pt x="5001" y="0"/>
                </a:lnTo>
                <a:lnTo>
                  <a:pt x="6112" y="0"/>
                </a:lnTo>
                <a:lnTo>
                  <a:pt x="6667" y="556"/>
                </a:lnTo>
                <a:lnTo>
                  <a:pt x="7779" y="556"/>
                </a:lnTo>
                <a:lnTo>
                  <a:pt x="8334" y="1111"/>
                </a:lnTo>
                <a:lnTo>
                  <a:pt x="8890" y="1667"/>
                </a:lnTo>
                <a:lnTo>
                  <a:pt x="9446" y="2222"/>
                </a:lnTo>
                <a:lnTo>
                  <a:pt x="9446" y="3334"/>
                </a:lnTo>
                <a:lnTo>
                  <a:pt x="10001" y="3889"/>
                </a:lnTo>
                <a:close/>
              </a:path>
            </a:pathLst>
          </a:custGeom>
          <a:solidFill>
            <a:srgbClr val="C7372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3" name="Kształt 25"/>
          <p:cNvSpPr/>
          <p:nvPr/>
        </p:nvSpPr>
        <p:spPr>
          <a:xfrm>
            <a:off x="7903131" y="4185156"/>
            <a:ext cx="10001" cy="10001"/>
          </a:xfrm>
          <a:custGeom>
            <a:avLst/>
            <a:gdLst/>
            <a:ahLst/>
            <a:cxnLst/>
            <a:rect l="0" t="0" r="r" b="b"/>
            <a:pathLst>
              <a:path w="10001" h="10001">
                <a:moveTo>
                  <a:pt x="10001" y="5001"/>
                </a:moveTo>
                <a:lnTo>
                  <a:pt x="10001" y="6112"/>
                </a:lnTo>
                <a:lnTo>
                  <a:pt x="9446" y="6667"/>
                </a:lnTo>
                <a:lnTo>
                  <a:pt x="9446" y="7779"/>
                </a:lnTo>
                <a:lnTo>
                  <a:pt x="8890" y="8334"/>
                </a:lnTo>
                <a:lnTo>
                  <a:pt x="8334" y="8890"/>
                </a:lnTo>
                <a:lnTo>
                  <a:pt x="7779" y="9446"/>
                </a:lnTo>
                <a:lnTo>
                  <a:pt x="6667" y="9446"/>
                </a:lnTo>
                <a:lnTo>
                  <a:pt x="6112" y="10001"/>
                </a:lnTo>
                <a:lnTo>
                  <a:pt x="5001" y="10001"/>
                </a:lnTo>
                <a:lnTo>
                  <a:pt x="3889" y="10001"/>
                </a:lnTo>
                <a:lnTo>
                  <a:pt x="3334" y="9446"/>
                </a:lnTo>
                <a:lnTo>
                  <a:pt x="2222" y="9446"/>
                </a:lnTo>
                <a:lnTo>
                  <a:pt x="1667" y="8890"/>
                </a:lnTo>
                <a:lnTo>
                  <a:pt x="1111" y="8334"/>
                </a:lnTo>
                <a:lnTo>
                  <a:pt x="556" y="7779"/>
                </a:lnTo>
                <a:lnTo>
                  <a:pt x="556" y="6667"/>
                </a:lnTo>
                <a:lnTo>
                  <a:pt x="0" y="6112"/>
                </a:lnTo>
                <a:lnTo>
                  <a:pt x="0" y="5001"/>
                </a:lnTo>
                <a:lnTo>
                  <a:pt x="0" y="3889"/>
                </a:lnTo>
                <a:lnTo>
                  <a:pt x="556" y="3334"/>
                </a:lnTo>
                <a:lnTo>
                  <a:pt x="556" y="2222"/>
                </a:lnTo>
                <a:lnTo>
                  <a:pt x="1111" y="1667"/>
                </a:lnTo>
                <a:lnTo>
                  <a:pt x="1667" y="1111"/>
                </a:lnTo>
                <a:lnTo>
                  <a:pt x="2222" y="556"/>
                </a:lnTo>
                <a:lnTo>
                  <a:pt x="3334" y="556"/>
                </a:lnTo>
                <a:lnTo>
                  <a:pt x="3889" y="0"/>
                </a:lnTo>
                <a:lnTo>
                  <a:pt x="5001" y="0"/>
                </a:lnTo>
                <a:lnTo>
                  <a:pt x="6112" y="0"/>
                </a:lnTo>
                <a:lnTo>
                  <a:pt x="6667" y="556"/>
                </a:lnTo>
                <a:lnTo>
                  <a:pt x="7779" y="556"/>
                </a:lnTo>
                <a:lnTo>
                  <a:pt x="8334" y="1111"/>
                </a:lnTo>
                <a:lnTo>
                  <a:pt x="8890" y="1667"/>
                </a:lnTo>
                <a:lnTo>
                  <a:pt x="9446" y="2222"/>
                </a:lnTo>
                <a:lnTo>
                  <a:pt x="9446" y="3334"/>
                </a:lnTo>
                <a:lnTo>
                  <a:pt x="10001" y="3889"/>
                </a:lnTo>
                <a:close/>
              </a:path>
            </a:pathLst>
          </a:custGeom>
          <a:solidFill>
            <a:srgbClr val="C7372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4" name="Kształt 26"/>
          <p:cNvSpPr/>
          <p:nvPr/>
        </p:nvSpPr>
        <p:spPr>
          <a:xfrm>
            <a:off x="7886462" y="4193490"/>
            <a:ext cx="10001" cy="10001"/>
          </a:xfrm>
          <a:custGeom>
            <a:avLst/>
            <a:gdLst/>
            <a:ahLst/>
            <a:cxnLst/>
            <a:rect l="0" t="0" r="r" b="b"/>
            <a:pathLst>
              <a:path w="10001" h="10001">
                <a:moveTo>
                  <a:pt x="10001" y="5001"/>
                </a:moveTo>
                <a:lnTo>
                  <a:pt x="10001" y="6112"/>
                </a:lnTo>
                <a:lnTo>
                  <a:pt x="9446" y="6667"/>
                </a:lnTo>
                <a:lnTo>
                  <a:pt x="9446" y="7779"/>
                </a:lnTo>
                <a:lnTo>
                  <a:pt x="8890" y="8334"/>
                </a:lnTo>
                <a:lnTo>
                  <a:pt x="8334" y="8890"/>
                </a:lnTo>
                <a:lnTo>
                  <a:pt x="7779" y="9446"/>
                </a:lnTo>
                <a:lnTo>
                  <a:pt x="6667" y="9446"/>
                </a:lnTo>
                <a:lnTo>
                  <a:pt x="6112" y="10001"/>
                </a:lnTo>
                <a:lnTo>
                  <a:pt x="5001" y="10001"/>
                </a:lnTo>
                <a:lnTo>
                  <a:pt x="3889" y="10001"/>
                </a:lnTo>
                <a:lnTo>
                  <a:pt x="3334" y="9446"/>
                </a:lnTo>
                <a:lnTo>
                  <a:pt x="2222" y="9446"/>
                </a:lnTo>
                <a:lnTo>
                  <a:pt x="1667" y="8890"/>
                </a:lnTo>
                <a:lnTo>
                  <a:pt x="1111" y="8334"/>
                </a:lnTo>
                <a:lnTo>
                  <a:pt x="556" y="7779"/>
                </a:lnTo>
                <a:lnTo>
                  <a:pt x="556" y="6667"/>
                </a:lnTo>
                <a:lnTo>
                  <a:pt x="0" y="6112"/>
                </a:lnTo>
                <a:lnTo>
                  <a:pt x="0" y="5001"/>
                </a:lnTo>
                <a:lnTo>
                  <a:pt x="0" y="3889"/>
                </a:lnTo>
                <a:lnTo>
                  <a:pt x="556" y="3334"/>
                </a:lnTo>
                <a:lnTo>
                  <a:pt x="556" y="2222"/>
                </a:lnTo>
                <a:lnTo>
                  <a:pt x="1111" y="1667"/>
                </a:lnTo>
                <a:lnTo>
                  <a:pt x="1667" y="1111"/>
                </a:lnTo>
                <a:lnTo>
                  <a:pt x="2222" y="556"/>
                </a:lnTo>
                <a:lnTo>
                  <a:pt x="3334" y="556"/>
                </a:lnTo>
                <a:lnTo>
                  <a:pt x="3889" y="0"/>
                </a:lnTo>
                <a:lnTo>
                  <a:pt x="5001" y="0"/>
                </a:lnTo>
                <a:lnTo>
                  <a:pt x="6112" y="0"/>
                </a:lnTo>
                <a:lnTo>
                  <a:pt x="6667" y="556"/>
                </a:lnTo>
                <a:lnTo>
                  <a:pt x="7779" y="556"/>
                </a:lnTo>
                <a:lnTo>
                  <a:pt x="8334" y="1111"/>
                </a:lnTo>
                <a:lnTo>
                  <a:pt x="8890" y="1667"/>
                </a:lnTo>
                <a:lnTo>
                  <a:pt x="9446" y="2222"/>
                </a:lnTo>
                <a:lnTo>
                  <a:pt x="9446" y="3334"/>
                </a:lnTo>
                <a:lnTo>
                  <a:pt x="10001" y="3889"/>
                </a:lnTo>
                <a:close/>
              </a:path>
            </a:pathLst>
          </a:custGeom>
          <a:solidFill>
            <a:srgbClr val="C7372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5" name="Kształt 27"/>
          <p:cNvSpPr/>
          <p:nvPr/>
        </p:nvSpPr>
        <p:spPr>
          <a:xfrm>
            <a:off x="7897019" y="4201269"/>
            <a:ext cx="50006" cy="47228"/>
          </a:xfrm>
          <a:custGeom>
            <a:avLst/>
            <a:gdLst/>
            <a:ahLst/>
            <a:cxnLst/>
            <a:rect l="0" t="0" r="r" b="b"/>
            <a:pathLst>
              <a:path w="50006" h="47228">
                <a:moveTo>
                  <a:pt x="0" y="16669"/>
                </a:moveTo>
                <a:lnTo>
                  <a:pt x="25003" y="0"/>
                </a:lnTo>
                <a:lnTo>
                  <a:pt x="50006" y="11112"/>
                </a:lnTo>
                <a:lnTo>
                  <a:pt x="41672" y="41672"/>
                </a:lnTo>
                <a:lnTo>
                  <a:pt x="16669" y="47228"/>
                </a:lnTo>
                <a:lnTo>
                  <a:pt x="2778" y="36116"/>
                </a:lnTo>
                <a:close/>
              </a:path>
            </a:pathLst>
          </a:custGeom>
          <a:solidFill>
            <a:srgbClr val="D9342B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6" name="Kształt 28"/>
          <p:cNvSpPr/>
          <p:nvPr/>
        </p:nvSpPr>
        <p:spPr>
          <a:xfrm>
            <a:off x="7905353" y="4207937"/>
            <a:ext cx="19447" cy="21114"/>
          </a:xfrm>
          <a:custGeom>
            <a:avLst/>
            <a:gdLst/>
            <a:ahLst/>
            <a:cxnLst/>
            <a:rect l="0" t="0" r="r" b="b"/>
            <a:pathLst>
              <a:path w="19447" h="21114">
                <a:moveTo>
                  <a:pt x="0" y="10001"/>
                </a:moveTo>
                <a:lnTo>
                  <a:pt x="16669" y="0"/>
                </a:lnTo>
                <a:lnTo>
                  <a:pt x="19447" y="12779"/>
                </a:lnTo>
                <a:lnTo>
                  <a:pt x="5556" y="21114"/>
                </a:lnTo>
                <a:close/>
              </a:path>
            </a:pathLst>
          </a:custGeom>
          <a:solidFill>
            <a:srgbClr val="EF5A4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7" name="Kształt 29"/>
          <p:cNvSpPr/>
          <p:nvPr/>
        </p:nvSpPr>
        <p:spPr>
          <a:xfrm>
            <a:off x="7920355" y="4184600"/>
            <a:ext cx="15557" cy="21114"/>
          </a:xfrm>
          <a:custGeom>
            <a:avLst/>
            <a:gdLst/>
            <a:ahLst/>
            <a:cxnLst/>
            <a:rect l="0" t="0" r="r" b="b"/>
            <a:pathLst>
              <a:path w="15557" h="21114">
                <a:moveTo>
                  <a:pt x="0" y="19447"/>
                </a:moveTo>
                <a:lnTo>
                  <a:pt x="7223" y="0"/>
                </a:lnTo>
                <a:lnTo>
                  <a:pt x="15557" y="3334"/>
                </a:lnTo>
                <a:lnTo>
                  <a:pt x="7779" y="21114"/>
                </a:lnTo>
                <a:close/>
              </a:path>
            </a:pathLst>
          </a:custGeom>
          <a:solidFill>
            <a:srgbClr val="3F8A3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8" name="Tekst: B"/>
          <p:cNvSpPr txBox="1"/>
          <p:nvPr/>
        </p:nvSpPr>
        <p:spPr>
          <a:xfrm>
            <a:off x="7702550" y="4019500"/>
            <a:ext cx="355600" cy="952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750" kern="100" dirty="0">
                <a:solidFill>
                  <a:srgbClr val="FFFFFF"/>
                </a:solidFill>
                <a:latin typeface="Lato Black"/>
                <a:cs typeface="Lato Black"/>
              </a:rPr>
              <a:t>B</a:t>
            </a:r>
            <a:endParaRPr lang="pl-PL" sz="750" kern="100" dirty="0">
              <a:solidFill>
                <a:srgbClr val="FFFFFF"/>
              </a:solidFill>
              <a:latin typeface="Lato Black"/>
              <a:cs typeface="Lato Black"/>
            </a:endParaRPr>
          </a:p>
        </p:txBody>
      </p:sp>
      <p:sp>
        <p:nvSpPr>
          <p:cNvPr id="69" name="Tekst: Chipsy paprykowe · marka B"/>
          <p:cNvSpPr txBox="1"/>
          <p:nvPr/>
        </p:nvSpPr>
        <p:spPr>
          <a:xfrm>
            <a:off x="8152978" y="3971850"/>
            <a:ext cx="2263200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100" b="1" kern="100" dirty="0">
                <a:solidFill>
                  <a:srgbClr val="1C1C1C"/>
                </a:solidFill>
                <a:latin typeface="Lato"/>
                <a:cs typeface="Lato"/>
              </a:rPr>
              <a:t>Chipsy paprykowe · marka B</a:t>
            </a:r>
            <a:endParaRPr lang="pl-PL" sz="1100" b="1" kern="100" dirty="0">
              <a:solidFill>
                <a:srgbClr val="1C1C1C"/>
              </a:solidFill>
              <a:latin typeface="Lato"/>
              <a:cs typeface="Lato"/>
            </a:endParaRPr>
          </a:p>
        </p:txBody>
      </p:sp>
      <p:sp>
        <p:nvSpPr>
          <p:cNvPr id="70" name="Tekst: 150 g"/>
          <p:cNvSpPr txBox="1"/>
          <p:nvPr/>
        </p:nvSpPr>
        <p:spPr>
          <a:xfrm>
            <a:off x="8152978" y="4169966"/>
            <a:ext cx="2209800" cy="137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900" kern="100" dirty="0">
                <a:solidFill>
                  <a:srgbClr val="888888"/>
                </a:solidFill>
                <a:latin typeface="Lato"/>
                <a:cs typeface="Lato"/>
              </a:rPr>
              <a:t>150 g</a:t>
            </a:r>
            <a:endParaRPr lang="pl-PL" sz="900" kern="100" dirty="0">
              <a:solidFill>
                <a:srgbClr val="888888"/>
              </a:solidFill>
              <a:latin typeface="Lato"/>
              <a:cs typeface="Lato"/>
            </a:endParaRPr>
          </a:p>
        </p:txBody>
      </p:sp>
      <p:sp>
        <p:nvSpPr>
          <p:cNvPr id="71" name="Tekst: 6,99 zł"/>
          <p:cNvSpPr txBox="1"/>
          <p:nvPr/>
        </p:nvSpPr>
        <p:spPr>
          <a:xfrm>
            <a:off x="10451678" y="4057600"/>
            <a:ext cx="656331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100" b="1" kern="100" dirty="0">
                <a:solidFill>
                  <a:srgbClr val="1C1C1C"/>
                </a:solidFill>
                <a:latin typeface="Lato"/>
                <a:cs typeface="Lato"/>
              </a:rPr>
              <a:t>6,99 zł</a:t>
            </a:r>
            <a:endParaRPr lang="pl-PL" sz="1100" b="1" kern="100" dirty="0">
              <a:solidFill>
                <a:srgbClr val="1C1C1C"/>
              </a:solidFill>
              <a:latin typeface="Lato"/>
              <a:cs typeface="Lato"/>
            </a:endParaRPr>
          </a:p>
        </p:txBody>
      </p:sp>
      <p:sp>
        <p:nvSpPr>
          <p:cNvPr id="72" name="Kształt 30"/>
          <p:cNvSpPr/>
          <p:nvPr/>
        </p:nvSpPr>
        <p:spPr>
          <a:xfrm>
            <a:off x="10960100" y="4038550"/>
            <a:ext cx="203200" cy="203200"/>
          </a:xfrm>
          <a:prstGeom prst="ellipse">
            <a:avLst/>
          </a:prstGeom>
          <a:solidFill>
            <a:srgbClr val="F1F1F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3" name="Tekst: + 2"/>
          <p:cNvSpPr txBox="1"/>
          <p:nvPr/>
        </p:nvSpPr>
        <p:spPr>
          <a:xfrm>
            <a:off x="10960100" y="4052838"/>
            <a:ext cx="254080" cy="1752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150" b="1" kern="100" dirty="0">
                <a:solidFill>
                  <a:srgbClr val="151515"/>
                </a:solidFill>
                <a:latin typeface="Lato"/>
                <a:cs typeface="Lato"/>
              </a:rPr>
              <a:t>+</a:t>
            </a:r>
            <a:endParaRPr lang="pl-PL" sz="1150" b="1" kern="100" dirty="0">
              <a:solidFill>
                <a:srgbClr val="151515"/>
              </a:solidFill>
              <a:latin typeface="Lato"/>
              <a:cs typeface="Lato"/>
            </a:endParaRPr>
          </a:p>
        </p:txBody>
      </p:sp>
      <p:sp>
        <p:nvSpPr>
          <p:cNvPr id="74" name="Linia 6"/>
          <p:cNvSpPr/>
          <p:nvPr/>
        </p:nvSpPr>
        <p:spPr>
          <a:xfrm>
            <a:off x="7696199" y="4898975"/>
            <a:ext cx="3467100" cy="635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5" name="Kształt 31"/>
          <p:cNvSpPr/>
          <p:nvPr/>
        </p:nvSpPr>
        <p:spPr>
          <a:xfrm>
            <a:off x="7791450" y="4503687"/>
            <a:ext cx="177800" cy="288925"/>
          </a:xfrm>
          <a:custGeom>
            <a:avLst/>
            <a:gdLst/>
            <a:ahLst/>
            <a:cxnLst/>
            <a:rect l="0" t="0" r="r" b="b"/>
            <a:pathLst>
              <a:path w="177800" h="288925">
                <a:moveTo>
                  <a:pt x="11112" y="0"/>
                </a:moveTo>
                <a:lnTo>
                  <a:pt x="166687" y="0"/>
                </a:lnTo>
                <a:lnTo>
                  <a:pt x="175022" y="77787"/>
                </a:lnTo>
                <a:lnTo>
                  <a:pt x="177800" y="144462"/>
                </a:lnTo>
                <a:lnTo>
                  <a:pt x="175022" y="211137"/>
                </a:lnTo>
                <a:lnTo>
                  <a:pt x="166687" y="288925"/>
                </a:lnTo>
                <a:lnTo>
                  <a:pt x="11112" y="288925"/>
                </a:lnTo>
                <a:lnTo>
                  <a:pt x="2778" y="211137"/>
                </a:lnTo>
                <a:lnTo>
                  <a:pt x="0" y="144462"/>
                </a:lnTo>
                <a:lnTo>
                  <a:pt x="2778" y="77787"/>
                </a:lnTo>
                <a:close/>
              </a:path>
            </a:pathLst>
          </a:custGeom>
          <a:solidFill>
            <a:srgbClr val="2F7D5B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6" name="Kształt 32"/>
          <p:cNvSpPr/>
          <p:nvPr/>
        </p:nvSpPr>
        <p:spPr>
          <a:xfrm>
            <a:off x="7791450" y="4503687"/>
            <a:ext cx="44450" cy="288925"/>
          </a:xfrm>
          <a:custGeom>
            <a:avLst/>
            <a:gdLst/>
            <a:ahLst/>
            <a:cxnLst/>
            <a:rect l="0" t="0" r="r" b="b"/>
            <a:pathLst>
              <a:path w="44450" h="288925">
                <a:moveTo>
                  <a:pt x="11112" y="0"/>
                </a:moveTo>
                <a:lnTo>
                  <a:pt x="44450" y="0"/>
                </a:lnTo>
                <a:lnTo>
                  <a:pt x="44450" y="288925"/>
                </a:lnTo>
                <a:lnTo>
                  <a:pt x="11112" y="288925"/>
                </a:lnTo>
                <a:lnTo>
                  <a:pt x="2778" y="211137"/>
                </a:lnTo>
                <a:lnTo>
                  <a:pt x="0" y="144462"/>
                </a:lnTo>
                <a:lnTo>
                  <a:pt x="2778" y="77787"/>
                </a:lnTo>
                <a:close/>
              </a:path>
            </a:pathLst>
          </a:custGeom>
          <a:solidFill>
            <a:srgbClr val="3A8F6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7" name="Kształt 33"/>
          <p:cNvSpPr/>
          <p:nvPr/>
        </p:nvSpPr>
        <p:spPr>
          <a:xfrm>
            <a:off x="7930356" y="4503687"/>
            <a:ext cx="38894" cy="288925"/>
          </a:xfrm>
          <a:custGeom>
            <a:avLst/>
            <a:gdLst/>
            <a:ahLst/>
            <a:cxnLst/>
            <a:rect l="0" t="0" r="r" b="b"/>
            <a:pathLst>
              <a:path w="38894" h="288925">
                <a:moveTo>
                  <a:pt x="0" y="0"/>
                </a:moveTo>
                <a:lnTo>
                  <a:pt x="27781" y="0"/>
                </a:lnTo>
                <a:lnTo>
                  <a:pt x="36116" y="77787"/>
                </a:lnTo>
                <a:lnTo>
                  <a:pt x="38894" y="144462"/>
                </a:lnTo>
                <a:lnTo>
                  <a:pt x="36116" y="211137"/>
                </a:lnTo>
                <a:lnTo>
                  <a:pt x="27781" y="288925"/>
                </a:lnTo>
                <a:lnTo>
                  <a:pt x="0" y="288925"/>
                </a:lnTo>
                <a:close/>
              </a:path>
            </a:pathLst>
          </a:custGeom>
          <a:solidFill>
            <a:srgbClr val="276B4D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8" name="Kształt 34"/>
          <p:cNvSpPr/>
          <p:nvPr/>
        </p:nvSpPr>
        <p:spPr>
          <a:xfrm>
            <a:off x="7802562" y="4464794"/>
            <a:ext cx="155575" cy="38894"/>
          </a:xfrm>
          <a:custGeom>
            <a:avLst/>
            <a:gdLst/>
            <a:ahLst/>
            <a:cxnLst/>
            <a:rect l="0" t="0" r="r" b="b"/>
            <a:pathLst>
              <a:path w="155575" h="38894">
                <a:moveTo>
                  <a:pt x="0" y="0"/>
                </a:moveTo>
                <a:lnTo>
                  <a:pt x="19447" y="16669"/>
                </a:lnTo>
                <a:lnTo>
                  <a:pt x="38894" y="0"/>
                </a:lnTo>
                <a:lnTo>
                  <a:pt x="58341" y="16669"/>
                </a:lnTo>
                <a:lnTo>
                  <a:pt x="77787" y="0"/>
                </a:lnTo>
                <a:lnTo>
                  <a:pt x="97234" y="16669"/>
                </a:lnTo>
                <a:lnTo>
                  <a:pt x="116681" y="0"/>
                </a:lnTo>
                <a:lnTo>
                  <a:pt x="136128" y="16669"/>
                </a:lnTo>
                <a:lnTo>
                  <a:pt x="155575" y="0"/>
                </a:lnTo>
                <a:lnTo>
                  <a:pt x="155575" y="38894"/>
                </a:lnTo>
                <a:lnTo>
                  <a:pt x="0" y="38894"/>
                </a:lnTo>
                <a:close/>
              </a:path>
            </a:pathLst>
          </a:custGeom>
          <a:solidFill>
            <a:srgbClr val="1F5C42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9" name="Kształt 35"/>
          <p:cNvSpPr/>
          <p:nvPr/>
        </p:nvSpPr>
        <p:spPr>
          <a:xfrm>
            <a:off x="7802562" y="4792612"/>
            <a:ext cx="155575" cy="38894"/>
          </a:xfrm>
          <a:custGeom>
            <a:avLst/>
            <a:gdLst/>
            <a:ahLst/>
            <a:cxnLst/>
            <a:rect l="0" t="0" r="r" b="b"/>
            <a:pathLst>
              <a:path w="155575" h="38894">
                <a:moveTo>
                  <a:pt x="0" y="0"/>
                </a:moveTo>
                <a:lnTo>
                  <a:pt x="155575" y="0"/>
                </a:lnTo>
                <a:lnTo>
                  <a:pt x="155575" y="38894"/>
                </a:lnTo>
                <a:lnTo>
                  <a:pt x="136128" y="22225"/>
                </a:lnTo>
                <a:lnTo>
                  <a:pt x="116681" y="38894"/>
                </a:lnTo>
                <a:lnTo>
                  <a:pt x="97234" y="22225"/>
                </a:lnTo>
                <a:lnTo>
                  <a:pt x="77787" y="38894"/>
                </a:lnTo>
                <a:lnTo>
                  <a:pt x="58341" y="22225"/>
                </a:lnTo>
                <a:lnTo>
                  <a:pt x="38894" y="38894"/>
                </a:lnTo>
                <a:lnTo>
                  <a:pt x="19447" y="22225"/>
                </a:lnTo>
                <a:lnTo>
                  <a:pt x="0" y="38894"/>
                </a:lnTo>
                <a:close/>
              </a:path>
            </a:pathLst>
          </a:custGeom>
          <a:solidFill>
            <a:srgbClr val="1F5C42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0" name="Kształt 36"/>
          <p:cNvSpPr/>
          <p:nvPr/>
        </p:nvSpPr>
        <p:spPr>
          <a:xfrm>
            <a:off x="7824787" y="4598144"/>
            <a:ext cx="111125" cy="172244"/>
          </a:xfrm>
          <a:custGeom>
            <a:avLst/>
            <a:gdLst/>
            <a:ahLst/>
            <a:cxnLst/>
            <a:rect l="0" t="0" r="r" b="b"/>
            <a:pathLst>
              <a:path w="111125" h="172244">
                <a:moveTo>
                  <a:pt x="11112" y="0"/>
                </a:moveTo>
                <a:lnTo>
                  <a:pt x="100012" y="0"/>
                </a:lnTo>
                <a:lnTo>
                  <a:pt x="111125" y="11112"/>
                </a:lnTo>
                <a:lnTo>
                  <a:pt x="111125" y="161131"/>
                </a:lnTo>
                <a:lnTo>
                  <a:pt x="100012" y="172244"/>
                </a:lnTo>
                <a:lnTo>
                  <a:pt x="11112" y="172244"/>
                </a:lnTo>
                <a:lnTo>
                  <a:pt x="0" y="161131"/>
                </a:lnTo>
                <a:lnTo>
                  <a:pt x="0" y="11112"/>
                </a:lnTo>
                <a:close/>
              </a:path>
            </a:pathLst>
          </a:custGeom>
          <a:solidFill>
            <a:srgbClr val="EEF4E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1" name="Kształt 37"/>
          <p:cNvSpPr/>
          <p:nvPr/>
        </p:nvSpPr>
        <p:spPr>
          <a:xfrm>
            <a:off x="7833122" y="4625925"/>
            <a:ext cx="41116" cy="133350"/>
          </a:xfrm>
          <a:custGeom>
            <a:avLst/>
            <a:gdLst/>
            <a:ahLst/>
            <a:cxnLst/>
            <a:rect l="0" t="0" r="r" b="b"/>
            <a:pathLst>
              <a:path w="41116" h="133350">
                <a:moveTo>
                  <a:pt x="0" y="133350"/>
                </a:moveTo>
                <a:lnTo>
                  <a:pt x="14446" y="133350"/>
                </a:lnTo>
                <a:lnTo>
                  <a:pt x="41116" y="0"/>
                </a:lnTo>
                <a:lnTo>
                  <a:pt x="26670" y="0"/>
                </a:lnTo>
                <a:close/>
              </a:path>
            </a:pathLst>
          </a:custGeom>
          <a:solidFill>
            <a:srgbClr val="D9A05B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2" name="Kształt 38"/>
          <p:cNvSpPr/>
          <p:nvPr/>
        </p:nvSpPr>
        <p:spPr>
          <a:xfrm>
            <a:off x="7852569" y="4609256"/>
            <a:ext cx="45006" cy="152797"/>
          </a:xfrm>
          <a:custGeom>
            <a:avLst/>
            <a:gdLst/>
            <a:ahLst/>
            <a:cxnLst/>
            <a:rect l="0" t="0" r="r" b="b"/>
            <a:pathLst>
              <a:path w="45006" h="152797">
                <a:moveTo>
                  <a:pt x="0" y="152797"/>
                </a:moveTo>
                <a:lnTo>
                  <a:pt x="14446" y="152797"/>
                </a:lnTo>
                <a:lnTo>
                  <a:pt x="45006" y="0"/>
                </a:lnTo>
                <a:lnTo>
                  <a:pt x="30559" y="0"/>
                </a:lnTo>
                <a:close/>
              </a:path>
            </a:pathLst>
          </a:custGeom>
          <a:solidFill>
            <a:srgbClr val="E8B87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3" name="Kształt 39"/>
          <p:cNvSpPr/>
          <p:nvPr/>
        </p:nvSpPr>
        <p:spPr>
          <a:xfrm>
            <a:off x="7872016" y="4617591"/>
            <a:ext cx="41672" cy="136128"/>
          </a:xfrm>
          <a:custGeom>
            <a:avLst/>
            <a:gdLst/>
            <a:ahLst/>
            <a:cxnLst/>
            <a:rect l="0" t="0" r="r" b="b"/>
            <a:pathLst>
              <a:path w="41672" h="136128">
                <a:moveTo>
                  <a:pt x="0" y="136128"/>
                </a:moveTo>
                <a:lnTo>
                  <a:pt x="14446" y="136128"/>
                </a:lnTo>
                <a:lnTo>
                  <a:pt x="41672" y="0"/>
                </a:lnTo>
                <a:lnTo>
                  <a:pt x="27226" y="0"/>
                </a:lnTo>
                <a:close/>
              </a:path>
            </a:pathLst>
          </a:custGeom>
          <a:solidFill>
            <a:srgbClr val="D9A05B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4" name="Kształt 40"/>
          <p:cNvSpPr/>
          <p:nvPr/>
        </p:nvSpPr>
        <p:spPr>
          <a:xfrm>
            <a:off x="7891462" y="4625925"/>
            <a:ext cx="41672" cy="136128"/>
          </a:xfrm>
          <a:custGeom>
            <a:avLst/>
            <a:gdLst/>
            <a:ahLst/>
            <a:cxnLst/>
            <a:rect l="0" t="0" r="r" b="b"/>
            <a:pathLst>
              <a:path w="41672" h="136128">
                <a:moveTo>
                  <a:pt x="0" y="136128"/>
                </a:moveTo>
                <a:lnTo>
                  <a:pt x="14446" y="136128"/>
                </a:lnTo>
                <a:lnTo>
                  <a:pt x="41672" y="0"/>
                </a:lnTo>
                <a:lnTo>
                  <a:pt x="27226" y="0"/>
                </a:lnTo>
                <a:close/>
              </a:path>
            </a:pathLst>
          </a:custGeom>
          <a:solidFill>
            <a:srgbClr val="E8B87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5" name="Kształt 41"/>
          <p:cNvSpPr/>
          <p:nvPr/>
        </p:nvSpPr>
        <p:spPr>
          <a:xfrm>
            <a:off x="7860903" y="4670375"/>
            <a:ext cx="23336" cy="44450"/>
          </a:xfrm>
          <a:custGeom>
            <a:avLst/>
            <a:gdLst/>
            <a:ahLst/>
            <a:cxnLst/>
            <a:rect l="0" t="0" r="r" b="b"/>
            <a:pathLst>
              <a:path w="23336" h="44450">
                <a:moveTo>
                  <a:pt x="0" y="44450"/>
                </a:moveTo>
                <a:lnTo>
                  <a:pt x="14446" y="44450"/>
                </a:lnTo>
                <a:lnTo>
                  <a:pt x="23336" y="0"/>
                </a:lnTo>
                <a:lnTo>
                  <a:pt x="8890" y="0"/>
                </a:lnTo>
                <a:close/>
              </a:path>
            </a:pathLst>
          </a:custGeom>
          <a:solidFill>
            <a:srgbClr val="CF9450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6" name="Kształt 42"/>
          <p:cNvSpPr/>
          <p:nvPr/>
        </p:nvSpPr>
        <p:spPr>
          <a:xfrm>
            <a:off x="7837567" y="4727604"/>
            <a:ext cx="7779" cy="7779"/>
          </a:xfrm>
          <a:custGeom>
            <a:avLst/>
            <a:gdLst/>
            <a:ahLst/>
            <a:cxnLst/>
            <a:rect l="0" t="0" r="r" b="b"/>
            <a:pathLst>
              <a:path w="7779" h="7779">
                <a:moveTo>
                  <a:pt x="7779" y="3889"/>
                </a:moveTo>
                <a:lnTo>
                  <a:pt x="7779" y="4445"/>
                </a:lnTo>
                <a:lnTo>
                  <a:pt x="7779" y="5001"/>
                </a:lnTo>
                <a:lnTo>
                  <a:pt x="7223" y="6112"/>
                </a:lnTo>
                <a:lnTo>
                  <a:pt x="6667" y="6112"/>
                </a:lnTo>
                <a:lnTo>
                  <a:pt x="6112" y="6667"/>
                </a:lnTo>
                <a:lnTo>
                  <a:pt x="6112" y="7223"/>
                </a:lnTo>
                <a:lnTo>
                  <a:pt x="5001" y="7779"/>
                </a:lnTo>
                <a:lnTo>
                  <a:pt x="4445" y="7779"/>
                </a:lnTo>
                <a:lnTo>
                  <a:pt x="3889" y="7779"/>
                </a:lnTo>
                <a:lnTo>
                  <a:pt x="3334" y="7779"/>
                </a:lnTo>
                <a:lnTo>
                  <a:pt x="2778" y="7779"/>
                </a:lnTo>
                <a:lnTo>
                  <a:pt x="1667" y="7223"/>
                </a:lnTo>
                <a:lnTo>
                  <a:pt x="1667" y="6667"/>
                </a:lnTo>
                <a:lnTo>
                  <a:pt x="1111" y="6112"/>
                </a:lnTo>
                <a:lnTo>
                  <a:pt x="556" y="6112"/>
                </a:lnTo>
                <a:lnTo>
                  <a:pt x="0" y="5001"/>
                </a:lnTo>
                <a:lnTo>
                  <a:pt x="0" y="4445"/>
                </a:lnTo>
                <a:lnTo>
                  <a:pt x="0" y="3889"/>
                </a:lnTo>
                <a:lnTo>
                  <a:pt x="0" y="3334"/>
                </a:lnTo>
                <a:lnTo>
                  <a:pt x="0" y="2778"/>
                </a:lnTo>
                <a:lnTo>
                  <a:pt x="556" y="1667"/>
                </a:lnTo>
                <a:lnTo>
                  <a:pt x="1111" y="1667"/>
                </a:lnTo>
                <a:lnTo>
                  <a:pt x="1667" y="1111"/>
                </a:lnTo>
                <a:lnTo>
                  <a:pt x="1667" y="556"/>
                </a:lnTo>
                <a:lnTo>
                  <a:pt x="2778" y="0"/>
                </a:lnTo>
                <a:lnTo>
                  <a:pt x="3334" y="0"/>
                </a:lnTo>
                <a:lnTo>
                  <a:pt x="3889" y="0"/>
                </a:lnTo>
                <a:lnTo>
                  <a:pt x="4445" y="0"/>
                </a:lnTo>
                <a:lnTo>
                  <a:pt x="5001" y="0"/>
                </a:lnTo>
                <a:lnTo>
                  <a:pt x="6112" y="556"/>
                </a:lnTo>
                <a:lnTo>
                  <a:pt x="6112" y="1111"/>
                </a:lnTo>
                <a:lnTo>
                  <a:pt x="6667" y="1667"/>
                </a:lnTo>
                <a:lnTo>
                  <a:pt x="7223" y="1667"/>
                </a:lnTo>
                <a:lnTo>
                  <a:pt x="7779" y="2778"/>
                </a:lnTo>
                <a:lnTo>
                  <a:pt x="7779" y="3334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7" name="Kształt 43"/>
          <p:cNvSpPr/>
          <p:nvPr/>
        </p:nvSpPr>
        <p:spPr>
          <a:xfrm>
            <a:off x="7846457" y="4666486"/>
            <a:ext cx="7779" cy="7779"/>
          </a:xfrm>
          <a:custGeom>
            <a:avLst/>
            <a:gdLst/>
            <a:ahLst/>
            <a:cxnLst/>
            <a:rect l="0" t="0" r="r" b="b"/>
            <a:pathLst>
              <a:path w="7779" h="7779">
                <a:moveTo>
                  <a:pt x="7779" y="3889"/>
                </a:moveTo>
                <a:lnTo>
                  <a:pt x="7779" y="4445"/>
                </a:lnTo>
                <a:lnTo>
                  <a:pt x="7779" y="5001"/>
                </a:lnTo>
                <a:lnTo>
                  <a:pt x="7223" y="6112"/>
                </a:lnTo>
                <a:lnTo>
                  <a:pt x="6667" y="6112"/>
                </a:lnTo>
                <a:lnTo>
                  <a:pt x="6112" y="6667"/>
                </a:lnTo>
                <a:lnTo>
                  <a:pt x="6112" y="7223"/>
                </a:lnTo>
                <a:lnTo>
                  <a:pt x="5001" y="7779"/>
                </a:lnTo>
                <a:lnTo>
                  <a:pt x="4445" y="7779"/>
                </a:lnTo>
                <a:lnTo>
                  <a:pt x="3889" y="7779"/>
                </a:lnTo>
                <a:lnTo>
                  <a:pt x="3334" y="7779"/>
                </a:lnTo>
                <a:lnTo>
                  <a:pt x="2778" y="7779"/>
                </a:lnTo>
                <a:lnTo>
                  <a:pt x="2222" y="7223"/>
                </a:lnTo>
                <a:lnTo>
                  <a:pt x="1667" y="6667"/>
                </a:lnTo>
                <a:lnTo>
                  <a:pt x="1111" y="6112"/>
                </a:lnTo>
                <a:lnTo>
                  <a:pt x="556" y="6112"/>
                </a:lnTo>
                <a:lnTo>
                  <a:pt x="0" y="5001"/>
                </a:lnTo>
                <a:lnTo>
                  <a:pt x="0" y="4445"/>
                </a:lnTo>
                <a:lnTo>
                  <a:pt x="0" y="3889"/>
                </a:lnTo>
                <a:lnTo>
                  <a:pt x="0" y="3334"/>
                </a:lnTo>
                <a:lnTo>
                  <a:pt x="0" y="2778"/>
                </a:lnTo>
                <a:lnTo>
                  <a:pt x="556" y="1667"/>
                </a:lnTo>
                <a:lnTo>
                  <a:pt x="1111" y="1667"/>
                </a:lnTo>
                <a:lnTo>
                  <a:pt x="1667" y="1111"/>
                </a:lnTo>
                <a:lnTo>
                  <a:pt x="2222" y="556"/>
                </a:lnTo>
                <a:lnTo>
                  <a:pt x="2778" y="0"/>
                </a:lnTo>
                <a:lnTo>
                  <a:pt x="3334" y="0"/>
                </a:lnTo>
                <a:lnTo>
                  <a:pt x="3889" y="0"/>
                </a:lnTo>
                <a:lnTo>
                  <a:pt x="4445" y="0"/>
                </a:lnTo>
                <a:lnTo>
                  <a:pt x="5001" y="0"/>
                </a:lnTo>
                <a:lnTo>
                  <a:pt x="6112" y="556"/>
                </a:lnTo>
                <a:lnTo>
                  <a:pt x="6112" y="1111"/>
                </a:lnTo>
                <a:lnTo>
                  <a:pt x="6667" y="1667"/>
                </a:lnTo>
                <a:lnTo>
                  <a:pt x="7223" y="1667"/>
                </a:lnTo>
                <a:lnTo>
                  <a:pt x="7779" y="2778"/>
                </a:lnTo>
                <a:lnTo>
                  <a:pt x="7779" y="3334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8" name="Kształt 44"/>
          <p:cNvSpPr/>
          <p:nvPr/>
        </p:nvSpPr>
        <p:spPr>
          <a:xfrm>
            <a:off x="7859792" y="4710936"/>
            <a:ext cx="7779" cy="7779"/>
          </a:xfrm>
          <a:custGeom>
            <a:avLst/>
            <a:gdLst/>
            <a:ahLst/>
            <a:cxnLst/>
            <a:rect l="0" t="0" r="r" b="b"/>
            <a:pathLst>
              <a:path w="7779" h="7779">
                <a:moveTo>
                  <a:pt x="7779" y="3889"/>
                </a:moveTo>
                <a:lnTo>
                  <a:pt x="7779" y="4445"/>
                </a:lnTo>
                <a:lnTo>
                  <a:pt x="7779" y="5001"/>
                </a:lnTo>
                <a:lnTo>
                  <a:pt x="7223" y="6112"/>
                </a:lnTo>
                <a:lnTo>
                  <a:pt x="6667" y="6112"/>
                </a:lnTo>
                <a:lnTo>
                  <a:pt x="6112" y="6667"/>
                </a:lnTo>
                <a:lnTo>
                  <a:pt x="6112" y="7223"/>
                </a:lnTo>
                <a:lnTo>
                  <a:pt x="5001" y="7779"/>
                </a:lnTo>
                <a:lnTo>
                  <a:pt x="4445" y="7779"/>
                </a:lnTo>
                <a:lnTo>
                  <a:pt x="3889" y="7779"/>
                </a:lnTo>
                <a:lnTo>
                  <a:pt x="3334" y="7779"/>
                </a:lnTo>
                <a:lnTo>
                  <a:pt x="2778" y="7779"/>
                </a:lnTo>
                <a:lnTo>
                  <a:pt x="1667" y="7223"/>
                </a:lnTo>
                <a:lnTo>
                  <a:pt x="1667" y="6667"/>
                </a:lnTo>
                <a:lnTo>
                  <a:pt x="1111" y="6112"/>
                </a:lnTo>
                <a:lnTo>
                  <a:pt x="556" y="6112"/>
                </a:lnTo>
                <a:lnTo>
                  <a:pt x="0" y="5001"/>
                </a:lnTo>
                <a:lnTo>
                  <a:pt x="0" y="4445"/>
                </a:lnTo>
                <a:lnTo>
                  <a:pt x="0" y="3889"/>
                </a:lnTo>
                <a:lnTo>
                  <a:pt x="0" y="3334"/>
                </a:lnTo>
                <a:lnTo>
                  <a:pt x="0" y="2778"/>
                </a:lnTo>
                <a:lnTo>
                  <a:pt x="556" y="1667"/>
                </a:lnTo>
                <a:lnTo>
                  <a:pt x="1111" y="1667"/>
                </a:lnTo>
                <a:lnTo>
                  <a:pt x="1667" y="1111"/>
                </a:lnTo>
                <a:lnTo>
                  <a:pt x="1667" y="556"/>
                </a:lnTo>
                <a:lnTo>
                  <a:pt x="2778" y="0"/>
                </a:lnTo>
                <a:lnTo>
                  <a:pt x="3334" y="0"/>
                </a:lnTo>
                <a:lnTo>
                  <a:pt x="3889" y="0"/>
                </a:lnTo>
                <a:lnTo>
                  <a:pt x="4445" y="0"/>
                </a:lnTo>
                <a:lnTo>
                  <a:pt x="5001" y="0"/>
                </a:lnTo>
                <a:lnTo>
                  <a:pt x="6112" y="556"/>
                </a:lnTo>
                <a:lnTo>
                  <a:pt x="6112" y="1111"/>
                </a:lnTo>
                <a:lnTo>
                  <a:pt x="6667" y="1667"/>
                </a:lnTo>
                <a:lnTo>
                  <a:pt x="7223" y="1667"/>
                </a:lnTo>
                <a:lnTo>
                  <a:pt x="7779" y="2778"/>
                </a:lnTo>
                <a:lnTo>
                  <a:pt x="7779" y="3334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9" name="Kształt 45"/>
          <p:cNvSpPr/>
          <p:nvPr/>
        </p:nvSpPr>
        <p:spPr>
          <a:xfrm>
            <a:off x="7867571" y="4644261"/>
            <a:ext cx="7779" cy="7779"/>
          </a:xfrm>
          <a:custGeom>
            <a:avLst/>
            <a:gdLst/>
            <a:ahLst/>
            <a:cxnLst/>
            <a:rect l="0" t="0" r="r" b="b"/>
            <a:pathLst>
              <a:path w="7779" h="7779">
                <a:moveTo>
                  <a:pt x="7779" y="3889"/>
                </a:moveTo>
                <a:lnTo>
                  <a:pt x="7779" y="4445"/>
                </a:lnTo>
                <a:lnTo>
                  <a:pt x="7779" y="5001"/>
                </a:lnTo>
                <a:lnTo>
                  <a:pt x="7223" y="6112"/>
                </a:lnTo>
                <a:lnTo>
                  <a:pt x="6667" y="6112"/>
                </a:lnTo>
                <a:lnTo>
                  <a:pt x="6112" y="6667"/>
                </a:lnTo>
                <a:lnTo>
                  <a:pt x="6112" y="7223"/>
                </a:lnTo>
                <a:lnTo>
                  <a:pt x="5001" y="7779"/>
                </a:lnTo>
                <a:lnTo>
                  <a:pt x="4445" y="7779"/>
                </a:lnTo>
                <a:lnTo>
                  <a:pt x="3889" y="7779"/>
                </a:lnTo>
                <a:lnTo>
                  <a:pt x="3334" y="7779"/>
                </a:lnTo>
                <a:lnTo>
                  <a:pt x="2778" y="7779"/>
                </a:lnTo>
                <a:lnTo>
                  <a:pt x="1667" y="7223"/>
                </a:lnTo>
                <a:lnTo>
                  <a:pt x="1667" y="6667"/>
                </a:lnTo>
                <a:lnTo>
                  <a:pt x="1111" y="6112"/>
                </a:lnTo>
                <a:lnTo>
                  <a:pt x="556" y="6112"/>
                </a:lnTo>
                <a:lnTo>
                  <a:pt x="0" y="5001"/>
                </a:lnTo>
                <a:lnTo>
                  <a:pt x="0" y="4445"/>
                </a:lnTo>
                <a:lnTo>
                  <a:pt x="0" y="3889"/>
                </a:lnTo>
                <a:lnTo>
                  <a:pt x="0" y="3334"/>
                </a:lnTo>
                <a:lnTo>
                  <a:pt x="0" y="2778"/>
                </a:lnTo>
                <a:lnTo>
                  <a:pt x="556" y="1667"/>
                </a:lnTo>
                <a:lnTo>
                  <a:pt x="1111" y="1667"/>
                </a:lnTo>
                <a:lnTo>
                  <a:pt x="1667" y="1111"/>
                </a:lnTo>
                <a:lnTo>
                  <a:pt x="1667" y="556"/>
                </a:lnTo>
                <a:lnTo>
                  <a:pt x="2778" y="0"/>
                </a:lnTo>
                <a:lnTo>
                  <a:pt x="3334" y="0"/>
                </a:lnTo>
                <a:lnTo>
                  <a:pt x="3889" y="0"/>
                </a:lnTo>
                <a:lnTo>
                  <a:pt x="4445" y="0"/>
                </a:lnTo>
                <a:lnTo>
                  <a:pt x="5001" y="0"/>
                </a:lnTo>
                <a:lnTo>
                  <a:pt x="6112" y="556"/>
                </a:lnTo>
                <a:lnTo>
                  <a:pt x="6112" y="1111"/>
                </a:lnTo>
                <a:lnTo>
                  <a:pt x="6667" y="1667"/>
                </a:lnTo>
                <a:lnTo>
                  <a:pt x="7223" y="1667"/>
                </a:lnTo>
                <a:lnTo>
                  <a:pt x="7779" y="2778"/>
                </a:lnTo>
                <a:lnTo>
                  <a:pt x="7779" y="3334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0" name="Kształt 46"/>
          <p:cNvSpPr/>
          <p:nvPr/>
        </p:nvSpPr>
        <p:spPr>
          <a:xfrm>
            <a:off x="7882017" y="4733161"/>
            <a:ext cx="7779" cy="7779"/>
          </a:xfrm>
          <a:custGeom>
            <a:avLst/>
            <a:gdLst/>
            <a:ahLst/>
            <a:cxnLst/>
            <a:rect l="0" t="0" r="r" b="b"/>
            <a:pathLst>
              <a:path w="7779" h="7779">
                <a:moveTo>
                  <a:pt x="7779" y="3889"/>
                </a:moveTo>
                <a:lnTo>
                  <a:pt x="7779" y="4445"/>
                </a:lnTo>
                <a:lnTo>
                  <a:pt x="7779" y="5001"/>
                </a:lnTo>
                <a:lnTo>
                  <a:pt x="7223" y="6112"/>
                </a:lnTo>
                <a:lnTo>
                  <a:pt x="6667" y="6112"/>
                </a:lnTo>
                <a:lnTo>
                  <a:pt x="6112" y="6667"/>
                </a:lnTo>
                <a:lnTo>
                  <a:pt x="6112" y="7223"/>
                </a:lnTo>
                <a:lnTo>
                  <a:pt x="5001" y="7779"/>
                </a:lnTo>
                <a:lnTo>
                  <a:pt x="4445" y="7779"/>
                </a:lnTo>
                <a:lnTo>
                  <a:pt x="3889" y="7779"/>
                </a:lnTo>
                <a:lnTo>
                  <a:pt x="3334" y="7779"/>
                </a:lnTo>
                <a:lnTo>
                  <a:pt x="2778" y="7779"/>
                </a:lnTo>
                <a:lnTo>
                  <a:pt x="1667" y="7223"/>
                </a:lnTo>
                <a:lnTo>
                  <a:pt x="1667" y="6667"/>
                </a:lnTo>
                <a:lnTo>
                  <a:pt x="1111" y="6112"/>
                </a:lnTo>
                <a:lnTo>
                  <a:pt x="556" y="6112"/>
                </a:lnTo>
                <a:lnTo>
                  <a:pt x="0" y="5001"/>
                </a:lnTo>
                <a:lnTo>
                  <a:pt x="0" y="4445"/>
                </a:lnTo>
                <a:lnTo>
                  <a:pt x="0" y="3889"/>
                </a:lnTo>
                <a:lnTo>
                  <a:pt x="0" y="3334"/>
                </a:lnTo>
                <a:lnTo>
                  <a:pt x="0" y="2778"/>
                </a:lnTo>
                <a:lnTo>
                  <a:pt x="556" y="1667"/>
                </a:lnTo>
                <a:lnTo>
                  <a:pt x="1111" y="1667"/>
                </a:lnTo>
                <a:lnTo>
                  <a:pt x="1667" y="1111"/>
                </a:lnTo>
                <a:lnTo>
                  <a:pt x="1667" y="556"/>
                </a:lnTo>
                <a:lnTo>
                  <a:pt x="2778" y="0"/>
                </a:lnTo>
                <a:lnTo>
                  <a:pt x="3334" y="0"/>
                </a:lnTo>
                <a:lnTo>
                  <a:pt x="3889" y="0"/>
                </a:lnTo>
                <a:lnTo>
                  <a:pt x="4445" y="0"/>
                </a:lnTo>
                <a:lnTo>
                  <a:pt x="5001" y="0"/>
                </a:lnTo>
                <a:lnTo>
                  <a:pt x="6112" y="556"/>
                </a:lnTo>
                <a:lnTo>
                  <a:pt x="6112" y="1111"/>
                </a:lnTo>
                <a:lnTo>
                  <a:pt x="6667" y="1667"/>
                </a:lnTo>
                <a:lnTo>
                  <a:pt x="7223" y="1667"/>
                </a:lnTo>
                <a:lnTo>
                  <a:pt x="7779" y="2778"/>
                </a:lnTo>
                <a:lnTo>
                  <a:pt x="7779" y="3334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1" name="Kształt 47"/>
          <p:cNvSpPr/>
          <p:nvPr/>
        </p:nvSpPr>
        <p:spPr>
          <a:xfrm>
            <a:off x="7890907" y="4666486"/>
            <a:ext cx="7779" cy="7779"/>
          </a:xfrm>
          <a:custGeom>
            <a:avLst/>
            <a:gdLst/>
            <a:ahLst/>
            <a:cxnLst/>
            <a:rect l="0" t="0" r="r" b="b"/>
            <a:pathLst>
              <a:path w="7779" h="7779">
                <a:moveTo>
                  <a:pt x="7779" y="3889"/>
                </a:moveTo>
                <a:lnTo>
                  <a:pt x="7779" y="4445"/>
                </a:lnTo>
                <a:lnTo>
                  <a:pt x="7779" y="5001"/>
                </a:lnTo>
                <a:lnTo>
                  <a:pt x="7223" y="6112"/>
                </a:lnTo>
                <a:lnTo>
                  <a:pt x="6667" y="6112"/>
                </a:lnTo>
                <a:lnTo>
                  <a:pt x="6112" y="6667"/>
                </a:lnTo>
                <a:lnTo>
                  <a:pt x="6112" y="7223"/>
                </a:lnTo>
                <a:lnTo>
                  <a:pt x="5001" y="7779"/>
                </a:lnTo>
                <a:lnTo>
                  <a:pt x="4445" y="7779"/>
                </a:lnTo>
                <a:lnTo>
                  <a:pt x="3889" y="7779"/>
                </a:lnTo>
                <a:lnTo>
                  <a:pt x="3334" y="7779"/>
                </a:lnTo>
                <a:lnTo>
                  <a:pt x="2778" y="7779"/>
                </a:lnTo>
                <a:lnTo>
                  <a:pt x="2222" y="7223"/>
                </a:lnTo>
                <a:lnTo>
                  <a:pt x="1667" y="6667"/>
                </a:lnTo>
                <a:lnTo>
                  <a:pt x="1111" y="6112"/>
                </a:lnTo>
                <a:lnTo>
                  <a:pt x="556" y="6112"/>
                </a:lnTo>
                <a:lnTo>
                  <a:pt x="0" y="5001"/>
                </a:lnTo>
                <a:lnTo>
                  <a:pt x="0" y="4445"/>
                </a:lnTo>
                <a:lnTo>
                  <a:pt x="0" y="3889"/>
                </a:lnTo>
                <a:lnTo>
                  <a:pt x="0" y="3334"/>
                </a:lnTo>
                <a:lnTo>
                  <a:pt x="0" y="2778"/>
                </a:lnTo>
                <a:lnTo>
                  <a:pt x="556" y="1667"/>
                </a:lnTo>
                <a:lnTo>
                  <a:pt x="1111" y="1667"/>
                </a:lnTo>
                <a:lnTo>
                  <a:pt x="1667" y="1111"/>
                </a:lnTo>
                <a:lnTo>
                  <a:pt x="2222" y="556"/>
                </a:lnTo>
                <a:lnTo>
                  <a:pt x="2778" y="0"/>
                </a:lnTo>
                <a:lnTo>
                  <a:pt x="3334" y="0"/>
                </a:lnTo>
                <a:lnTo>
                  <a:pt x="3889" y="0"/>
                </a:lnTo>
                <a:lnTo>
                  <a:pt x="4445" y="0"/>
                </a:lnTo>
                <a:lnTo>
                  <a:pt x="5001" y="0"/>
                </a:lnTo>
                <a:lnTo>
                  <a:pt x="6112" y="556"/>
                </a:lnTo>
                <a:lnTo>
                  <a:pt x="6112" y="1111"/>
                </a:lnTo>
                <a:lnTo>
                  <a:pt x="6667" y="1667"/>
                </a:lnTo>
                <a:lnTo>
                  <a:pt x="7223" y="1667"/>
                </a:lnTo>
                <a:lnTo>
                  <a:pt x="7779" y="2778"/>
                </a:lnTo>
                <a:lnTo>
                  <a:pt x="7779" y="3334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2" name="Kształt 48"/>
          <p:cNvSpPr/>
          <p:nvPr/>
        </p:nvSpPr>
        <p:spPr>
          <a:xfrm>
            <a:off x="7902019" y="4627592"/>
            <a:ext cx="7779" cy="7779"/>
          </a:xfrm>
          <a:custGeom>
            <a:avLst/>
            <a:gdLst/>
            <a:ahLst/>
            <a:cxnLst/>
            <a:rect l="0" t="0" r="r" b="b"/>
            <a:pathLst>
              <a:path w="7779" h="7779">
                <a:moveTo>
                  <a:pt x="7779" y="3889"/>
                </a:moveTo>
                <a:lnTo>
                  <a:pt x="7779" y="4445"/>
                </a:lnTo>
                <a:lnTo>
                  <a:pt x="7779" y="5001"/>
                </a:lnTo>
                <a:lnTo>
                  <a:pt x="7223" y="6112"/>
                </a:lnTo>
                <a:lnTo>
                  <a:pt x="6667" y="6112"/>
                </a:lnTo>
                <a:lnTo>
                  <a:pt x="6112" y="6667"/>
                </a:lnTo>
                <a:lnTo>
                  <a:pt x="6112" y="7223"/>
                </a:lnTo>
                <a:lnTo>
                  <a:pt x="5001" y="7779"/>
                </a:lnTo>
                <a:lnTo>
                  <a:pt x="4445" y="7779"/>
                </a:lnTo>
                <a:lnTo>
                  <a:pt x="3889" y="7779"/>
                </a:lnTo>
                <a:lnTo>
                  <a:pt x="3334" y="7779"/>
                </a:lnTo>
                <a:lnTo>
                  <a:pt x="2778" y="7779"/>
                </a:lnTo>
                <a:lnTo>
                  <a:pt x="2222" y="7223"/>
                </a:lnTo>
                <a:lnTo>
                  <a:pt x="1667" y="6667"/>
                </a:lnTo>
                <a:lnTo>
                  <a:pt x="1111" y="6112"/>
                </a:lnTo>
                <a:lnTo>
                  <a:pt x="556" y="6112"/>
                </a:lnTo>
                <a:lnTo>
                  <a:pt x="0" y="5001"/>
                </a:lnTo>
                <a:lnTo>
                  <a:pt x="0" y="4445"/>
                </a:lnTo>
                <a:lnTo>
                  <a:pt x="0" y="3889"/>
                </a:lnTo>
                <a:lnTo>
                  <a:pt x="0" y="3334"/>
                </a:lnTo>
                <a:lnTo>
                  <a:pt x="0" y="2778"/>
                </a:lnTo>
                <a:lnTo>
                  <a:pt x="556" y="1667"/>
                </a:lnTo>
                <a:lnTo>
                  <a:pt x="1111" y="1667"/>
                </a:lnTo>
                <a:lnTo>
                  <a:pt x="1667" y="1111"/>
                </a:lnTo>
                <a:lnTo>
                  <a:pt x="2222" y="556"/>
                </a:lnTo>
                <a:lnTo>
                  <a:pt x="2778" y="0"/>
                </a:lnTo>
                <a:lnTo>
                  <a:pt x="3334" y="0"/>
                </a:lnTo>
                <a:lnTo>
                  <a:pt x="3889" y="0"/>
                </a:lnTo>
                <a:lnTo>
                  <a:pt x="4445" y="0"/>
                </a:lnTo>
                <a:lnTo>
                  <a:pt x="5001" y="0"/>
                </a:lnTo>
                <a:lnTo>
                  <a:pt x="6112" y="556"/>
                </a:lnTo>
                <a:lnTo>
                  <a:pt x="6112" y="1111"/>
                </a:lnTo>
                <a:lnTo>
                  <a:pt x="6667" y="1667"/>
                </a:lnTo>
                <a:lnTo>
                  <a:pt x="7223" y="1667"/>
                </a:lnTo>
                <a:lnTo>
                  <a:pt x="7779" y="2778"/>
                </a:lnTo>
                <a:lnTo>
                  <a:pt x="7779" y="3334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3" name="Kształt 49"/>
          <p:cNvSpPr/>
          <p:nvPr/>
        </p:nvSpPr>
        <p:spPr>
          <a:xfrm>
            <a:off x="7876461" y="4694267"/>
            <a:ext cx="7779" cy="7779"/>
          </a:xfrm>
          <a:custGeom>
            <a:avLst/>
            <a:gdLst/>
            <a:ahLst/>
            <a:cxnLst/>
            <a:rect l="0" t="0" r="r" b="b"/>
            <a:pathLst>
              <a:path w="7779" h="7779">
                <a:moveTo>
                  <a:pt x="7779" y="3889"/>
                </a:moveTo>
                <a:lnTo>
                  <a:pt x="7779" y="4445"/>
                </a:lnTo>
                <a:lnTo>
                  <a:pt x="7779" y="5001"/>
                </a:lnTo>
                <a:lnTo>
                  <a:pt x="7223" y="6112"/>
                </a:lnTo>
                <a:lnTo>
                  <a:pt x="6667" y="6112"/>
                </a:lnTo>
                <a:lnTo>
                  <a:pt x="6112" y="6667"/>
                </a:lnTo>
                <a:lnTo>
                  <a:pt x="6112" y="7223"/>
                </a:lnTo>
                <a:lnTo>
                  <a:pt x="5001" y="7779"/>
                </a:lnTo>
                <a:lnTo>
                  <a:pt x="4445" y="7779"/>
                </a:lnTo>
                <a:lnTo>
                  <a:pt x="3889" y="7779"/>
                </a:lnTo>
                <a:lnTo>
                  <a:pt x="3334" y="7779"/>
                </a:lnTo>
                <a:lnTo>
                  <a:pt x="2778" y="7779"/>
                </a:lnTo>
                <a:lnTo>
                  <a:pt x="1667" y="7223"/>
                </a:lnTo>
                <a:lnTo>
                  <a:pt x="1667" y="6667"/>
                </a:lnTo>
                <a:lnTo>
                  <a:pt x="1111" y="6112"/>
                </a:lnTo>
                <a:lnTo>
                  <a:pt x="556" y="6112"/>
                </a:lnTo>
                <a:lnTo>
                  <a:pt x="0" y="5001"/>
                </a:lnTo>
                <a:lnTo>
                  <a:pt x="0" y="4445"/>
                </a:lnTo>
                <a:lnTo>
                  <a:pt x="0" y="3889"/>
                </a:lnTo>
                <a:lnTo>
                  <a:pt x="0" y="3334"/>
                </a:lnTo>
                <a:lnTo>
                  <a:pt x="0" y="2778"/>
                </a:lnTo>
                <a:lnTo>
                  <a:pt x="556" y="1667"/>
                </a:lnTo>
                <a:lnTo>
                  <a:pt x="1111" y="1667"/>
                </a:lnTo>
                <a:lnTo>
                  <a:pt x="1667" y="1111"/>
                </a:lnTo>
                <a:lnTo>
                  <a:pt x="1667" y="556"/>
                </a:lnTo>
                <a:lnTo>
                  <a:pt x="2778" y="0"/>
                </a:lnTo>
                <a:lnTo>
                  <a:pt x="3334" y="0"/>
                </a:lnTo>
                <a:lnTo>
                  <a:pt x="3889" y="0"/>
                </a:lnTo>
                <a:lnTo>
                  <a:pt x="4445" y="0"/>
                </a:lnTo>
                <a:lnTo>
                  <a:pt x="5001" y="0"/>
                </a:lnTo>
                <a:lnTo>
                  <a:pt x="6112" y="556"/>
                </a:lnTo>
                <a:lnTo>
                  <a:pt x="6112" y="1111"/>
                </a:lnTo>
                <a:lnTo>
                  <a:pt x="6667" y="1667"/>
                </a:lnTo>
                <a:lnTo>
                  <a:pt x="7223" y="1667"/>
                </a:lnTo>
                <a:lnTo>
                  <a:pt x="7779" y="2778"/>
                </a:lnTo>
                <a:lnTo>
                  <a:pt x="7779" y="3334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4" name="Kształt 50"/>
          <p:cNvSpPr/>
          <p:nvPr/>
        </p:nvSpPr>
        <p:spPr>
          <a:xfrm>
            <a:off x="7916466" y="4609256"/>
            <a:ext cx="19447" cy="161131"/>
          </a:xfrm>
          <a:custGeom>
            <a:avLst/>
            <a:gdLst/>
            <a:ahLst/>
            <a:cxnLst/>
            <a:rect l="0" t="0" r="r" b="b"/>
            <a:pathLst>
              <a:path w="19447" h="161131">
                <a:moveTo>
                  <a:pt x="0" y="0"/>
                </a:moveTo>
                <a:lnTo>
                  <a:pt x="19447" y="0"/>
                </a:lnTo>
                <a:lnTo>
                  <a:pt x="19447" y="150019"/>
                </a:lnTo>
                <a:lnTo>
                  <a:pt x="8334" y="161131"/>
                </a:lnTo>
                <a:lnTo>
                  <a:pt x="0" y="161131"/>
                </a:lnTo>
                <a:close/>
              </a:path>
            </a:pathLst>
          </a:custGeom>
          <a:solidFill>
            <a:srgbClr val="FFFFFF">
              <a:alpha val="4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5" name="Tekst: C"/>
          <p:cNvSpPr txBox="1"/>
          <p:nvPr/>
        </p:nvSpPr>
        <p:spPr>
          <a:xfrm>
            <a:off x="7702550" y="4517340"/>
            <a:ext cx="355600" cy="76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600" kern="100" dirty="0">
                <a:solidFill>
                  <a:srgbClr val="FFFFFF"/>
                </a:solidFill>
                <a:latin typeface="Lato Black"/>
                <a:cs typeface="Lato Black"/>
              </a:rPr>
              <a:t>C</a:t>
            </a:r>
            <a:endParaRPr lang="pl-PL" sz="600" kern="100" dirty="0">
              <a:solidFill>
                <a:srgbClr val="FFFFFF"/>
              </a:solidFill>
              <a:latin typeface="Lato Black"/>
              <a:cs typeface="Lato Black"/>
            </a:endParaRPr>
          </a:p>
        </p:txBody>
      </p:sp>
      <p:sp>
        <p:nvSpPr>
          <p:cNvPr id="96" name="Tekst: Paluszki solone · marka C"/>
          <p:cNvSpPr txBox="1"/>
          <p:nvPr/>
        </p:nvSpPr>
        <p:spPr>
          <a:xfrm>
            <a:off x="8152978" y="4479851"/>
            <a:ext cx="2209800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100" b="1" kern="100" dirty="0">
                <a:solidFill>
                  <a:srgbClr val="1C1C1C"/>
                </a:solidFill>
                <a:latin typeface="Lato"/>
                <a:cs typeface="Lato"/>
              </a:rPr>
              <a:t>Paluszki solone · marka C</a:t>
            </a:r>
            <a:endParaRPr lang="pl-PL" sz="1100" b="1" kern="100" dirty="0">
              <a:solidFill>
                <a:srgbClr val="1C1C1C"/>
              </a:solidFill>
              <a:latin typeface="Lato"/>
              <a:cs typeface="Lato"/>
            </a:endParaRPr>
          </a:p>
        </p:txBody>
      </p:sp>
      <p:sp>
        <p:nvSpPr>
          <p:cNvPr id="97" name="Tekst: 200 g"/>
          <p:cNvSpPr txBox="1"/>
          <p:nvPr/>
        </p:nvSpPr>
        <p:spPr>
          <a:xfrm>
            <a:off x="8152978" y="4677965"/>
            <a:ext cx="2209800" cy="137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900" kern="100" dirty="0">
                <a:solidFill>
                  <a:srgbClr val="888888"/>
                </a:solidFill>
                <a:latin typeface="Lato"/>
                <a:cs typeface="Lato"/>
              </a:rPr>
              <a:t>200 g</a:t>
            </a:r>
            <a:endParaRPr lang="pl-PL" sz="900" kern="100" dirty="0">
              <a:solidFill>
                <a:srgbClr val="888888"/>
              </a:solidFill>
              <a:latin typeface="Lato"/>
              <a:cs typeface="Lato"/>
            </a:endParaRPr>
          </a:p>
        </p:txBody>
      </p:sp>
      <p:sp>
        <p:nvSpPr>
          <p:cNvPr id="98" name="Tekst: 4,49 zł"/>
          <p:cNvSpPr txBox="1"/>
          <p:nvPr/>
        </p:nvSpPr>
        <p:spPr>
          <a:xfrm>
            <a:off x="10451678" y="4565600"/>
            <a:ext cx="656331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100" b="1" kern="100" dirty="0">
                <a:solidFill>
                  <a:srgbClr val="1C1C1C"/>
                </a:solidFill>
                <a:latin typeface="Lato"/>
                <a:cs typeface="Lato"/>
              </a:rPr>
              <a:t>4,49 zł</a:t>
            </a:r>
            <a:endParaRPr lang="pl-PL" sz="1100" b="1" kern="100" dirty="0">
              <a:solidFill>
                <a:srgbClr val="1C1C1C"/>
              </a:solidFill>
              <a:latin typeface="Lato"/>
              <a:cs typeface="Lato"/>
            </a:endParaRPr>
          </a:p>
        </p:txBody>
      </p:sp>
      <p:sp>
        <p:nvSpPr>
          <p:cNvPr id="99" name="Kształt 51"/>
          <p:cNvSpPr/>
          <p:nvPr/>
        </p:nvSpPr>
        <p:spPr>
          <a:xfrm>
            <a:off x="10960100" y="4546550"/>
            <a:ext cx="203200" cy="203200"/>
          </a:xfrm>
          <a:prstGeom prst="ellipse">
            <a:avLst/>
          </a:prstGeom>
          <a:solidFill>
            <a:srgbClr val="F1F1F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0" name="Tekst: + 3"/>
          <p:cNvSpPr txBox="1"/>
          <p:nvPr/>
        </p:nvSpPr>
        <p:spPr>
          <a:xfrm>
            <a:off x="10960100" y="4560838"/>
            <a:ext cx="254080" cy="1752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150" b="1" kern="100" dirty="0">
                <a:solidFill>
                  <a:srgbClr val="151515"/>
                </a:solidFill>
                <a:latin typeface="Lato"/>
                <a:cs typeface="Lato"/>
              </a:rPr>
              <a:t>+</a:t>
            </a:r>
            <a:endParaRPr lang="pl-PL" sz="1150" b="1" kern="100" dirty="0">
              <a:solidFill>
                <a:srgbClr val="151515"/>
              </a:solidFill>
              <a:latin typeface="Lato"/>
              <a:cs typeface="Lato"/>
            </a:endParaRPr>
          </a:p>
        </p:txBody>
      </p:sp>
      <p:sp>
        <p:nvSpPr>
          <p:cNvPr id="101" name="Linia 7"/>
          <p:cNvSpPr/>
          <p:nvPr/>
        </p:nvSpPr>
        <p:spPr>
          <a:xfrm>
            <a:off x="7696199" y="5406975"/>
            <a:ext cx="3467100" cy="635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2" name="Kształt 52"/>
          <p:cNvSpPr/>
          <p:nvPr/>
        </p:nvSpPr>
        <p:spPr>
          <a:xfrm>
            <a:off x="7774781" y="5111700"/>
            <a:ext cx="55562" cy="222250"/>
          </a:xfrm>
          <a:custGeom>
            <a:avLst/>
            <a:gdLst/>
            <a:ahLst/>
            <a:cxnLst/>
            <a:rect l="0" t="0" r="r" b="b"/>
            <a:pathLst>
              <a:path w="55562" h="222250">
                <a:moveTo>
                  <a:pt x="0" y="0"/>
                </a:moveTo>
                <a:lnTo>
                  <a:pt x="35560" y="0"/>
                </a:lnTo>
                <a:lnTo>
                  <a:pt x="55562" y="222250"/>
                </a:lnTo>
                <a:lnTo>
                  <a:pt x="30559" y="222250"/>
                </a:lnTo>
                <a:close/>
              </a:path>
            </a:pathLst>
          </a:custGeom>
          <a:solidFill>
            <a:srgbClr val="7A3E22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3" name="Kształt 53"/>
          <p:cNvSpPr/>
          <p:nvPr/>
        </p:nvSpPr>
        <p:spPr>
          <a:xfrm>
            <a:off x="7810341" y="5111700"/>
            <a:ext cx="45006" cy="222250"/>
          </a:xfrm>
          <a:custGeom>
            <a:avLst/>
            <a:gdLst/>
            <a:ahLst/>
            <a:cxnLst/>
            <a:rect l="0" t="0" r="r" b="b"/>
            <a:pathLst>
              <a:path w="45006" h="222250">
                <a:moveTo>
                  <a:pt x="0" y="0"/>
                </a:moveTo>
                <a:lnTo>
                  <a:pt x="35560" y="0"/>
                </a:lnTo>
                <a:lnTo>
                  <a:pt x="45006" y="222250"/>
                </a:lnTo>
                <a:lnTo>
                  <a:pt x="20002" y="222250"/>
                </a:lnTo>
                <a:close/>
              </a:path>
            </a:pathLst>
          </a:custGeom>
          <a:solidFill>
            <a:srgbClr val="FFF4E6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4" name="Kształt 54"/>
          <p:cNvSpPr/>
          <p:nvPr/>
        </p:nvSpPr>
        <p:spPr>
          <a:xfrm>
            <a:off x="7845901" y="5111700"/>
            <a:ext cx="35560" cy="222250"/>
          </a:xfrm>
          <a:custGeom>
            <a:avLst/>
            <a:gdLst/>
            <a:ahLst/>
            <a:cxnLst/>
            <a:rect l="0" t="0" r="r" b="b"/>
            <a:pathLst>
              <a:path w="35560" h="222250">
                <a:moveTo>
                  <a:pt x="0" y="0"/>
                </a:moveTo>
                <a:lnTo>
                  <a:pt x="35560" y="0"/>
                </a:lnTo>
                <a:lnTo>
                  <a:pt x="34449" y="222250"/>
                </a:lnTo>
                <a:lnTo>
                  <a:pt x="9446" y="222250"/>
                </a:lnTo>
                <a:close/>
              </a:path>
            </a:pathLst>
          </a:custGeom>
          <a:solidFill>
            <a:srgbClr val="7A3E22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5" name="Kształt 55"/>
          <p:cNvSpPr/>
          <p:nvPr/>
        </p:nvSpPr>
        <p:spPr>
          <a:xfrm>
            <a:off x="7880350" y="5111700"/>
            <a:ext cx="36671" cy="222250"/>
          </a:xfrm>
          <a:custGeom>
            <a:avLst/>
            <a:gdLst/>
            <a:ahLst/>
            <a:cxnLst/>
            <a:rect l="0" t="0" r="r" b="b"/>
            <a:pathLst>
              <a:path w="36671" h="222250">
                <a:moveTo>
                  <a:pt x="1111" y="0"/>
                </a:moveTo>
                <a:lnTo>
                  <a:pt x="36671" y="0"/>
                </a:lnTo>
                <a:lnTo>
                  <a:pt x="25003" y="222250"/>
                </a:lnTo>
                <a:lnTo>
                  <a:pt x="0" y="222250"/>
                </a:lnTo>
                <a:close/>
              </a:path>
            </a:pathLst>
          </a:custGeom>
          <a:solidFill>
            <a:srgbClr val="F1E6D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6" name="Kształt 56"/>
          <p:cNvSpPr/>
          <p:nvPr/>
        </p:nvSpPr>
        <p:spPr>
          <a:xfrm>
            <a:off x="7905353" y="5111700"/>
            <a:ext cx="47228" cy="222250"/>
          </a:xfrm>
          <a:custGeom>
            <a:avLst/>
            <a:gdLst/>
            <a:ahLst/>
            <a:cxnLst/>
            <a:rect l="0" t="0" r="r" b="b"/>
            <a:pathLst>
              <a:path w="47228" h="222250">
                <a:moveTo>
                  <a:pt x="11668" y="0"/>
                </a:moveTo>
                <a:lnTo>
                  <a:pt x="47228" y="0"/>
                </a:lnTo>
                <a:lnTo>
                  <a:pt x="25003" y="222250"/>
                </a:lnTo>
                <a:lnTo>
                  <a:pt x="0" y="222250"/>
                </a:lnTo>
                <a:close/>
              </a:path>
            </a:pathLst>
          </a:custGeom>
          <a:solidFill>
            <a:srgbClr val="65321B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7" name="Kształt 57"/>
          <p:cNvSpPr/>
          <p:nvPr/>
        </p:nvSpPr>
        <p:spPr>
          <a:xfrm>
            <a:off x="7930356" y="5111700"/>
            <a:ext cx="57785" cy="222250"/>
          </a:xfrm>
          <a:custGeom>
            <a:avLst/>
            <a:gdLst/>
            <a:ahLst/>
            <a:cxnLst/>
            <a:rect l="0" t="0" r="r" b="b"/>
            <a:pathLst>
              <a:path w="57785" h="222250">
                <a:moveTo>
                  <a:pt x="22225" y="0"/>
                </a:moveTo>
                <a:lnTo>
                  <a:pt x="57785" y="0"/>
                </a:lnTo>
                <a:lnTo>
                  <a:pt x="25003" y="222250"/>
                </a:lnTo>
                <a:lnTo>
                  <a:pt x="0" y="222250"/>
                </a:lnTo>
                <a:close/>
              </a:path>
            </a:pathLst>
          </a:custGeom>
          <a:solidFill>
            <a:srgbClr val="F1E6D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8" name="Kształt 58"/>
          <p:cNvSpPr/>
          <p:nvPr/>
        </p:nvSpPr>
        <p:spPr>
          <a:xfrm>
            <a:off x="7772003" y="5079474"/>
            <a:ext cx="55562" cy="51117"/>
          </a:xfrm>
          <a:custGeom>
            <a:avLst/>
            <a:gdLst/>
            <a:ahLst/>
            <a:cxnLst/>
            <a:rect l="0" t="0" r="r" b="b"/>
            <a:pathLst>
              <a:path w="55562" h="51117">
                <a:moveTo>
                  <a:pt x="55562" y="25559"/>
                </a:moveTo>
                <a:lnTo>
                  <a:pt x="55007" y="30004"/>
                </a:lnTo>
                <a:lnTo>
                  <a:pt x="53896" y="34449"/>
                </a:lnTo>
                <a:lnTo>
                  <a:pt x="51673" y="38338"/>
                </a:lnTo>
                <a:lnTo>
                  <a:pt x="48895" y="42227"/>
                </a:lnTo>
                <a:lnTo>
                  <a:pt x="45561" y="45006"/>
                </a:lnTo>
                <a:lnTo>
                  <a:pt x="41672" y="47784"/>
                </a:lnTo>
                <a:lnTo>
                  <a:pt x="37227" y="49451"/>
                </a:lnTo>
                <a:lnTo>
                  <a:pt x="32782" y="50562"/>
                </a:lnTo>
                <a:lnTo>
                  <a:pt x="27781" y="51117"/>
                </a:lnTo>
                <a:lnTo>
                  <a:pt x="22781" y="50562"/>
                </a:lnTo>
                <a:lnTo>
                  <a:pt x="18336" y="49451"/>
                </a:lnTo>
                <a:lnTo>
                  <a:pt x="13891" y="47784"/>
                </a:lnTo>
                <a:lnTo>
                  <a:pt x="10001" y="45006"/>
                </a:lnTo>
                <a:lnTo>
                  <a:pt x="6667" y="42227"/>
                </a:lnTo>
                <a:lnTo>
                  <a:pt x="3889" y="38338"/>
                </a:lnTo>
                <a:lnTo>
                  <a:pt x="1667" y="34449"/>
                </a:lnTo>
                <a:lnTo>
                  <a:pt x="556" y="30004"/>
                </a:lnTo>
                <a:lnTo>
                  <a:pt x="0" y="25559"/>
                </a:lnTo>
                <a:lnTo>
                  <a:pt x="556" y="21114"/>
                </a:lnTo>
                <a:lnTo>
                  <a:pt x="1667" y="16669"/>
                </a:lnTo>
                <a:lnTo>
                  <a:pt x="3889" y="12779"/>
                </a:lnTo>
                <a:lnTo>
                  <a:pt x="6667" y="8890"/>
                </a:lnTo>
                <a:lnTo>
                  <a:pt x="10001" y="6112"/>
                </a:lnTo>
                <a:lnTo>
                  <a:pt x="13891" y="3334"/>
                </a:lnTo>
                <a:lnTo>
                  <a:pt x="18336" y="1667"/>
                </a:lnTo>
                <a:lnTo>
                  <a:pt x="22781" y="556"/>
                </a:lnTo>
                <a:lnTo>
                  <a:pt x="27781" y="0"/>
                </a:lnTo>
                <a:lnTo>
                  <a:pt x="32782" y="556"/>
                </a:lnTo>
                <a:lnTo>
                  <a:pt x="37227" y="1667"/>
                </a:lnTo>
                <a:lnTo>
                  <a:pt x="41672" y="3334"/>
                </a:lnTo>
                <a:lnTo>
                  <a:pt x="45561" y="6112"/>
                </a:lnTo>
                <a:lnTo>
                  <a:pt x="48895" y="8890"/>
                </a:lnTo>
                <a:lnTo>
                  <a:pt x="51673" y="12779"/>
                </a:lnTo>
                <a:lnTo>
                  <a:pt x="53896" y="16669"/>
                </a:lnTo>
                <a:lnTo>
                  <a:pt x="55007" y="21114"/>
                </a:lnTo>
                <a:close/>
              </a:path>
            </a:pathLst>
          </a:custGeom>
          <a:solidFill>
            <a:srgbClr val="E7CF8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9" name="Kształt 59"/>
          <p:cNvSpPr/>
          <p:nvPr/>
        </p:nvSpPr>
        <p:spPr>
          <a:xfrm>
            <a:off x="7771447" y="5076696"/>
            <a:ext cx="51117" cy="47784"/>
          </a:xfrm>
          <a:custGeom>
            <a:avLst/>
            <a:gdLst/>
            <a:ahLst/>
            <a:cxnLst/>
            <a:rect l="0" t="0" r="r" b="b"/>
            <a:pathLst>
              <a:path w="51117" h="47784">
                <a:moveTo>
                  <a:pt x="51117" y="23892"/>
                </a:moveTo>
                <a:lnTo>
                  <a:pt x="50562" y="27781"/>
                </a:lnTo>
                <a:lnTo>
                  <a:pt x="49451" y="32226"/>
                </a:lnTo>
                <a:lnTo>
                  <a:pt x="47784" y="35560"/>
                </a:lnTo>
                <a:lnTo>
                  <a:pt x="45006" y="39449"/>
                </a:lnTo>
                <a:lnTo>
                  <a:pt x="42227" y="42227"/>
                </a:lnTo>
                <a:lnTo>
                  <a:pt x="38338" y="44450"/>
                </a:lnTo>
                <a:lnTo>
                  <a:pt x="34449" y="46117"/>
                </a:lnTo>
                <a:lnTo>
                  <a:pt x="30004" y="47228"/>
                </a:lnTo>
                <a:lnTo>
                  <a:pt x="25559" y="47784"/>
                </a:lnTo>
                <a:lnTo>
                  <a:pt x="21114" y="47228"/>
                </a:lnTo>
                <a:lnTo>
                  <a:pt x="16669" y="46117"/>
                </a:lnTo>
                <a:lnTo>
                  <a:pt x="12779" y="44450"/>
                </a:lnTo>
                <a:lnTo>
                  <a:pt x="8890" y="42227"/>
                </a:lnTo>
                <a:lnTo>
                  <a:pt x="6112" y="39449"/>
                </a:lnTo>
                <a:lnTo>
                  <a:pt x="3334" y="35560"/>
                </a:lnTo>
                <a:lnTo>
                  <a:pt x="1667" y="32226"/>
                </a:lnTo>
                <a:lnTo>
                  <a:pt x="556" y="27781"/>
                </a:lnTo>
                <a:lnTo>
                  <a:pt x="0" y="23892"/>
                </a:lnTo>
                <a:lnTo>
                  <a:pt x="556" y="20002"/>
                </a:lnTo>
                <a:lnTo>
                  <a:pt x="1667" y="15557"/>
                </a:lnTo>
                <a:lnTo>
                  <a:pt x="3334" y="12224"/>
                </a:lnTo>
                <a:lnTo>
                  <a:pt x="6112" y="8334"/>
                </a:lnTo>
                <a:lnTo>
                  <a:pt x="8890" y="5556"/>
                </a:lnTo>
                <a:lnTo>
                  <a:pt x="12779" y="3334"/>
                </a:lnTo>
                <a:lnTo>
                  <a:pt x="16669" y="1667"/>
                </a:lnTo>
                <a:lnTo>
                  <a:pt x="21114" y="556"/>
                </a:lnTo>
                <a:lnTo>
                  <a:pt x="25559" y="0"/>
                </a:lnTo>
                <a:lnTo>
                  <a:pt x="30004" y="556"/>
                </a:lnTo>
                <a:lnTo>
                  <a:pt x="34449" y="1667"/>
                </a:lnTo>
                <a:lnTo>
                  <a:pt x="38338" y="3334"/>
                </a:lnTo>
                <a:lnTo>
                  <a:pt x="42227" y="5556"/>
                </a:lnTo>
                <a:lnTo>
                  <a:pt x="45006" y="8334"/>
                </a:lnTo>
                <a:lnTo>
                  <a:pt x="47784" y="11668"/>
                </a:lnTo>
                <a:lnTo>
                  <a:pt x="49451" y="15557"/>
                </a:lnTo>
                <a:lnTo>
                  <a:pt x="50562" y="20002"/>
                </a:lnTo>
                <a:close/>
              </a:path>
            </a:pathLst>
          </a:custGeom>
          <a:solidFill>
            <a:srgbClr val="FFF1C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10" name="Kształt 60"/>
          <p:cNvSpPr/>
          <p:nvPr/>
        </p:nvSpPr>
        <p:spPr>
          <a:xfrm>
            <a:off x="7778671" y="5083363"/>
            <a:ext cx="23336" cy="21114"/>
          </a:xfrm>
          <a:custGeom>
            <a:avLst/>
            <a:gdLst/>
            <a:ahLst/>
            <a:cxnLst/>
            <a:rect l="0" t="0" r="r" b="b"/>
            <a:pathLst>
              <a:path w="23336" h="21114">
                <a:moveTo>
                  <a:pt x="23336" y="10557"/>
                </a:moveTo>
                <a:lnTo>
                  <a:pt x="23336" y="12224"/>
                </a:lnTo>
                <a:lnTo>
                  <a:pt x="22781" y="13891"/>
                </a:lnTo>
                <a:lnTo>
                  <a:pt x="21669" y="16113"/>
                </a:lnTo>
                <a:lnTo>
                  <a:pt x="20558" y="17224"/>
                </a:lnTo>
                <a:lnTo>
                  <a:pt x="18891" y="18891"/>
                </a:lnTo>
                <a:lnTo>
                  <a:pt x="17780" y="19447"/>
                </a:lnTo>
                <a:lnTo>
                  <a:pt x="15557" y="20558"/>
                </a:lnTo>
                <a:lnTo>
                  <a:pt x="13891" y="21114"/>
                </a:lnTo>
                <a:lnTo>
                  <a:pt x="11668" y="21114"/>
                </a:lnTo>
                <a:lnTo>
                  <a:pt x="9446" y="21114"/>
                </a:lnTo>
                <a:lnTo>
                  <a:pt x="7779" y="20558"/>
                </a:lnTo>
                <a:lnTo>
                  <a:pt x="6112" y="19447"/>
                </a:lnTo>
                <a:lnTo>
                  <a:pt x="4445" y="18891"/>
                </a:lnTo>
                <a:lnTo>
                  <a:pt x="2778" y="17224"/>
                </a:lnTo>
                <a:lnTo>
                  <a:pt x="1667" y="16113"/>
                </a:lnTo>
                <a:lnTo>
                  <a:pt x="556" y="13891"/>
                </a:lnTo>
                <a:lnTo>
                  <a:pt x="0" y="12224"/>
                </a:lnTo>
                <a:lnTo>
                  <a:pt x="0" y="10557"/>
                </a:lnTo>
                <a:lnTo>
                  <a:pt x="0" y="8890"/>
                </a:lnTo>
                <a:lnTo>
                  <a:pt x="556" y="7223"/>
                </a:lnTo>
                <a:lnTo>
                  <a:pt x="1667" y="5556"/>
                </a:lnTo>
                <a:lnTo>
                  <a:pt x="2778" y="3889"/>
                </a:lnTo>
                <a:lnTo>
                  <a:pt x="4445" y="2222"/>
                </a:lnTo>
                <a:lnTo>
                  <a:pt x="6112" y="1667"/>
                </a:lnTo>
                <a:lnTo>
                  <a:pt x="7779" y="556"/>
                </a:lnTo>
                <a:lnTo>
                  <a:pt x="9446" y="0"/>
                </a:lnTo>
                <a:lnTo>
                  <a:pt x="11668" y="0"/>
                </a:lnTo>
                <a:lnTo>
                  <a:pt x="13891" y="0"/>
                </a:lnTo>
                <a:lnTo>
                  <a:pt x="15557" y="556"/>
                </a:lnTo>
                <a:lnTo>
                  <a:pt x="17780" y="1667"/>
                </a:lnTo>
                <a:lnTo>
                  <a:pt x="18891" y="2222"/>
                </a:lnTo>
                <a:lnTo>
                  <a:pt x="20558" y="3889"/>
                </a:lnTo>
                <a:lnTo>
                  <a:pt x="21669" y="5556"/>
                </a:lnTo>
                <a:lnTo>
                  <a:pt x="22781" y="7223"/>
                </a:lnTo>
                <a:lnTo>
                  <a:pt x="23336" y="8890"/>
                </a:lnTo>
                <a:close/>
              </a:path>
            </a:pathLst>
          </a:custGeom>
          <a:solidFill>
            <a:srgbClr val="FFFDF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11" name="Kształt 61"/>
          <p:cNvSpPr/>
          <p:nvPr/>
        </p:nvSpPr>
        <p:spPr>
          <a:xfrm>
            <a:off x="7816453" y="5068362"/>
            <a:ext cx="55562" cy="51117"/>
          </a:xfrm>
          <a:custGeom>
            <a:avLst/>
            <a:gdLst/>
            <a:ahLst/>
            <a:cxnLst/>
            <a:rect l="0" t="0" r="r" b="b"/>
            <a:pathLst>
              <a:path w="55562" h="51117">
                <a:moveTo>
                  <a:pt x="55562" y="25559"/>
                </a:moveTo>
                <a:lnTo>
                  <a:pt x="55007" y="30004"/>
                </a:lnTo>
                <a:lnTo>
                  <a:pt x="53896" y="34449"/>
                </a:lnTo>
                <a:lnTo>
                  <a:pt x="51673" y="38338"/>
                </a:lnTo>
                <a:lnTo>
                  <a:pt x="48895" y="42227"/>
                </a:lnTo>
                <a:lnTo>
                  <a:pt x="45561" y="45006"/>
                </a:lnTo>
                <a:lnTo>
                  <a:pt x="41672" y="47784"/>
                </a:lnTo>
                <a:lnTo>
                  <a:pt x="37227" y="49451"/>
                </a:lnTo>
                <a:lnTo>
                  <a:pt x="32782" y="50562"/>
                </a:lnTo>
                <a:lnTo>
                  <a:pt x="27781" y="51117"/>
                </a:lnTo>
                <a:lnTo>
                  <a:pt x="22781" y="50562"/>
                </a:lnTo>
                <a:lnTo>
                  <a:pt x="18336" y="49451"/>
                </a:lnTo>
                <a:lnTo>
                  <a:pt x="13891" y="47784"/>
                </a:lnTo>
                <a:lnTo>
                  <a:pt x="10001" y="45006"/>
                </a:lnTo>
                <a:lnTo>
                  <a:pt x="6667" y="42227"/>
                </a:lnTo>
                <a:lnTo>
                  <a:pt x="3889" y="38338"/>
                </a:lnTo>
                <a:lnTo>
                  <a:pt x="1667" y="34449"/>
                </a:lnTo>
                <a:lnTo>
                  <a:pt x="556" y="30004"/>
                </a:lnTo>
                <a:lnTo>
                  <a:pt x="0" y="25559"/>
                </a:lnTo>
                <a:lnTo>
                  <a:pt x="556" y="21114"/>
                </a:lnTo>
                <a:lnTo>
                  <a:pt x="1667" y="16669"/>
                </a:lnTo>
                <a:lnTo>
                  <a:pt x="3889" y="12779"/>
                </a:lnTo>
                <a:lnTo>
                  <a:pt x="6667" y="8890"/>
                </a:lnTo>
                <a:lnTo>
                  <a:pt x="10001" y="6112"/>
                </a:lnTo>
                <a:lnTo>
                  <a:pt x="13891" y="3334"/>
                </a:lnTo>
                <a:lnTo>
                  <a:pt x="18336" y="1667"/>
                </a:lnTo>
                <a:lnTo>
                  <a:pt x="22781" y="556"/>
                </a:lnTo>
                <a:lnTo>
                  <a:pt x="27781" y="0"/>
                </a:lnTo>
                <a:lnTo>
                  <a:pt x="32782" y="556"/>
                </a:lnTo>
                <a:lnTo>
                  <a:pt x="37227" y="1667"/>
                </a:lnTo>
                <a:lnTo>
                  <a:pt x="41672" y="3334"/>
                </a:lnTo>
                <a:lnTo>
                  <a:pt x="45561" y="6112"/>
                </a:lnTo>
                <a:lnTo>
                  <a:pt x="48895" y="8890"/>
                </a:lnTo>
                <a:lnTo>
                  <a:pt x="51673" y="12779"/>
                </a:lnTo>
                <a:lnTo>
                  <a:pt x="53896" y="16669"/>
                </a:lnTo>
                <a:lnTo>
                  <a:pt x="55007" y="21114"/>
                </a:lnTo>
                <a:close/>
              </a:path>
            </a:pathLst>
          </a:custGeom>
          <a:solidFill>
            <a:srgbClr val="E7CF8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12" name="Kształt 62"/>
          <p:cNvSpPr/>
          <p:nvPr/>
        </p:nvSpPr>
        <p:spPr>
          <a:xfrm>
            <a:off x="7815897" y="5065583"/>
            <a:ext cx="51117" cy="47784"/>
          </a:xfrm>
          <a:custGeom>
            <a:avLst/>
            <a:gdLst/>
            <a:ahLst/>
            <a:cxnLst/>
            <a:rect l="0" t="0" r="r" b="b"/>
            <a:pathLst>
              <a:path w="51117" h="47784">
                <a:moveTo>
                  <a:pt x="51117" y="23892"/>
                </a:moveTo>
                <a:lnTo>
                  <a:pt x="50562" y="27781"/>
                </a:lnTo>
                <a:lnTo>
                  <a:pt x="49451" y="32226"/>
                </a:lnTo>
                <a:lnTo>
                  <a:pt x="47784" y="35560"/>
                </a:lnTo>
                <a:lnTo>
                  <a:pt x="45006" y="39449"/>
                </a:lnTo>
                <a:lnTo>
                  <a:pt x="42227" y="42227"/>
                </a:lnTo>
                <a:lnTo>
                  <a:pt x="38338" y="44450"/>
                </a:lnTo>
                <a:lnTo>
                  <a:pt x="34449" y="46117"/>
                </a:lnTo>
                <a:lnTo>
                  <a:pt x="30004" y="47228"/>
                </a:lnTo>
                <a:lnTo>
                  <a:pt x="25559" y="47784"/>
                </a:lnTo>
                <a:lnTo>
                  <a:pt x="21114" y="47228"/>
                </a:lnTo>
                <a:lnTo>
                  <a:pt x="16669" y="46117"/>
                </a:lnTo>
                <a:lnTo>
                  <a:pt x="12779" y="44450"/>
                </a:lnTo>
                <a:lnTo>
                  <a:pt x="8890" y="42227"/>
                </a:lnTo>
                <a:lnTo>
                  <a:pt x="6112" y="39449"/>
                </a:lnTo>
                <a:lnTo>
                  <a:pt x="3334" y="35560"/>
                </a:lnTo>
                <a:lnTo>
                  <a:pt x="1667" y="32226"/>
                </a:lnTo>
                <a:lnTo>
                  <a:pt x="556" y="27781"/>
                </a:lnTo>
                <a:lnTo>
                  <a:pt x="0" y="23892"/>
                </a:lnTo>
                <a:lnTo>
                  <a:pt x="556" y="20002"/>
                </a:lnTo>
                <a:lnTo>
                  <a:pt x="1667" y="15557"/>
                </a:lnTo>
                <a:lnTo>
                  <a:pt x="3334" y="12224"/>
                </a:lnTo>
                <a:lnTo>
                  <a:pt x="6112" y="8334"/>
                </a:lnTo>
                <a:lnTo>
                  <a:pt x="8890" y="5556"/>
                </a:lnTo>
                <a:lnTo>
                  <a:pt x="12779" y="3334"/>
                </a:lnTo>
                <a:lnTo>
                  <a:pt x="16669" y="1667"/>
                </a:lnTo>
                <a:lnTo>
                  <a:pt x="21114" y="556"/>
                </a:lnTo>
                <a:lnTo>
                  <a:pt x="25559" y="0"/>
                </a:lnTo>
                <a:lnTo>
                  <a:pt x="30004" y="556"/>
                </a:lnTo>
                <a:lnTo>
                  <a:pt x="34449" y="1667"/>
                </a:lnTo>
                <a:lnTo>
                  <a:pt x="38338" y="3334"/>
                </a:lnTo>
                <a:lnTo>
                  <a:pt x="42227" y="5556"/>
                </a:lnTo>
                <a:lnTo>
                  <a:pt x="45006" y="8334"/>
                </a:lnTo>
                <a:lnTo>
                  <a:pt x="47784" y="11668"/>
                </a:lnTo>
                <a:lnTo>
                  <a:pt x="49451" y="15557"/>
                </a:lnTo>
                <a:lnTo>
                  <a:pt x="50562" y="20002"/>
                </a:lnTo>
                <a:close/>
              </a:path>
            </a:pathLst>
          </a:custGeom>
          <a:solidFill>
            <a:srgbClr val="F8E7B0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13" name="Kształt 63"/>
          <p:cNvSpPr/>
          <p:nvPr/>
        </p:nvSpPr>
        <p:spPr>
          <a:xfrm>
            <a:off x="7823121" y="5072251"/>
            <a:ext cx="23336" cy="21114"/>
          </a:xfrm>
          <a:custGeom>
            <a:avLst/>
            <a:gdLst/>
            <a:ahLst/>
            <a:cxnLst/>
            <a:rect l="0" t="0" r="r" b="b"/>
            <a:pathLst>
              <a:path w="23336" h="21114">
                <a:moveTo>
                  <a:pt x="23336" y="10557"/>
                </a:moveTo>
                <a:lnTo>
                  <a:pt x="23336" y="12224"/>
                </a:lnTo>
                <a:lnTo>
                  <a:pt x="22781" y="13891"/>
                </a:lnTo>
                <a:lnTo>
                  <a:pt x="21669" y="16113"/>
                </a:lnTo>
                <a:lnTo>
                  <a:pt x="20558" y="17224"/>
                </a:lnTo>
                <a:lnTo>
                  <a:pt x="18891" y="18891"/>
                </a:lnTo>
                <a:lnTo>
                  <a:pt x="17780" y="19447"/>
                </a:lnTo>
                <a:lnTo>
                  <a:pt x="15557" y="20558"/>
                </a:lnTo>
                <a:lnTo>
                  <a:pt x="13891" y="21114"/>
                </a:lnTo>
                <a:lnTo>
                  <a:pt x="11668" y="21114"/>
                </a:lnTo>
                <a:lnTo>
                  <a:pt x="9446" y="21114"/>
                </a:lnTo>
                <a:lnTo>
                  <a:pt x="7779" y="20558"/>
                </a:lnTo>
                <a:lnTo>
                  <a:pt x="6112" y="19447"/>
                </a:lnTo>
                <a:lnTo>
                  <a:pt x="4445" y="18891"/>
                </a:lnTo>
                <a:lnTo>
                  <a:pt x="2778" y="17224"/>
                </a:lnTo>
                <a:lnTo>
                  <a:pt x="1667" y="16113"/>
                </a:lnTo>
                <a:lnTo>
                  <a:pt x="556" y="13891"/>
                </a:lnTo>
                <a:lnTo>
                  <a:pt x="0" y="12224"/>
                </a:lnTo>
                <a:lnTo>
                  <a:pt x="0" y="10557"/>
                </a:lnTo>
                <a:lnTo>
                  <a:pt x="0" y="8890"/>
                </a:lnTo>
                <a:lnTo>
                  <a:pt x="556" y="7223"/>
                </a:lnTo>
                <a:lnTo>
                  <a:pt x="1667" y="5556"/>
                </a:lnTo>
                <a:lnTo>
                  <a:pt x="2778" y="3889"/>
                </a:lnTo>
                <a:lnTo>
                  <a:pt x="4445" y="2222"/>
                </a:lnTo>
                <a:lnTo>
                  <a:pt x="6112" y="1667"/>
                </a:lnTo>
                <a:lnTo>
                  <a:pt x="7779" y="556"/>
                </a:lnTo>
                <a:lnTo>
                  <a:pt x="9446" y="0"/>
                </a:lnTo>
                <a:lnTo>
                  <a:pt x="11668" y="0"/>
                </a:lnTo>
                <a:lnTo>
                  <a:pt x="13891" y="0"/>
                </a:lnTo>
                <a:lnTo>
                  <a:pt x="15557" y="556"/>
                </a:lnTo>
                <a:lnTo>
                  <a:pt x="17780" y="1667"/>
                </a:lnTo>
                <a:lnTo>
                  <a:pt x="18891" y="2222"/>
                </a:lnTo>
                <a:lnTo>
                  <a:pt x="20558" y="3889"/>
                </a:lnTo>
                <a:lnTo>
                  <a:pt x="21669" y="5556"/>
                </a:lnTo>
                <a:lnTo>
                  <a:pt x="22781" y="7223"/>
                </a:lnTo>
                <a:lnTo>
                  <a:pt x="23336" y="8890"/>
                </a:lnTo>
                <a:close/>
              </a:path>
            </a:pathLst>
          </a:custGeom>
          <a:solidFill>
            <a:srgbClr val="FFFDF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14" name="Kształt 64"/>
          <p:cNvSpPr/>
          <p:nvPr/>
        </p:nvSpPr>
        <p:spPr>
          <a:xfrm>
            <a:off x="7860903" y="5079474"/>
            <a:ext cx="55562" cy="51117"/>
          </a:xfrm>
          <a:custGeom>
            <a:avLst/>
            <a:gdLst/>
            <a:ahLst/>
            <a:cxnLst/>
            <a:rect l="0" t="0" r="r" b="b"/>
            <a:pathLst>
              <a:path w="55562" h="51117">
                <a:moveTo>
                  <a:pt x="55562" y="25559"/>
                </a:moveTo>
                <a:lnTo>
                  <a:pt x="55007" y="30004"/>
                </a:lnTo>
                <a:lnTo>
                  <a:pt x="53896" y="34449"/>
                </a:lnTo>
                <a:lnTo>
                  <a:pt x="51673" y="38338"/>
                </a:lnTo>
                <a:lnTo>
                  <a:pt x="48895" y="42227"/>
                </a:lnTo>
                <a:lnTo>
                  <a:pt x="45561" y="45006"/>
                </a:lnTo>
                <a:lnTo>
                  <a:pt x="41672" y="47784"/>
                </a:lnTo>
                <a:lnTo>
                  <a:pt x="37227" y="49451"/>
                </a:lnTo>
                <a:lnTo>
                  <a:pt x="32782" y="50562"/>
                </a:lnTo>
                <a:lnTo>
                  <a:pt x="27781" y="51117"/>
                </a:lnTo>
                <a:lnTo>
                  <a:pt x="22781" y="50562"/>
                </a:lnTo>
                <a:lnTo>
                  <a:pt x="18336" y="49451"/>
                </a:lnTo>
                <a:lnTo>
                  <a:pt x="13891" y="47784"/>
                </a:lnTo>
                <a:lnTo>
                  <a:pt x="10001" y="45006"/>
                </a:lnTo>
                <a:lnTo>
                  <a:pt x="6667" y="42227"/>
                </a:lnTo>
                <a:lnTo>
                  <a:pt x="3889" y="38338"/>
                </a:lnTo>
                <a:lnTo>
                  <a:pt x="1667" y="34449"/>
                </a:lnTo>
                <a:lnTo>
                  <a:pt x="556" y="30004"/>
                </a:lnTo>
                <a:lnTo>
                  <a:pt x="0" y="25559"/>
                </a:lnTo>
                <a:lnTo>
                  <a:pt x="556" y="21114"/>
                </a:lnTo>
                <a:lnTo>
                  <a:pt x="1667" y="16669"/>
                </a:lnTo>
                <a:lnTo>
                  <a:pt x="3889" y="12779"/>
                </a:lnTo>
                <a:lnTo>
                  <a:pt x="6667" y="8890"/>
                </a:lnTo>
                <a:lnTo>
                  <a:pt x="10001" y="6112"/>
                </a:lnTo>
                <a:lnTo>
                  <a:pt x="13891" y="3334"/>
                </a:lnTo>
                <a:lnTo>
                  <a:pt x="18336" y="1667"/>
                </a:lnTo>
                <a:lnTo>
                  <a:pt x="22781" y="556"/>
                </a:lnTo>
                <a:lnTo>
                  <a:pt x="27781" y="0"/>
                </a:lnTo>
                <a:lnTo>
                  <a:pt x="32782" y="556"/>
                </a:lnTo>
                <a:lnTo>
                  <a:pt x="37227" y="1667"/>
                </a:lnTo>
                <a:lnTo>
                  <a:pt x="41672" y="3334"/>
                </a:lnTo>
                <a:lnTo>
                  <a:pt x="45561" y="6112"/>
                </a:lnTo>
                <a:lnTo>
                  <a:pt x="48895" y="8890"/>
                </a:lnTo>
                <a:lnTo>
                  <a:pt x="51673" y="12779"/>
                </a:lnTo>
                <a:lnTo>
                  <a:pt x="53896" y="16669"/>
                </a:lnTo>
                <a:lnTo>
                  <a:pt x="55007" y="21114"/>
                </a:lnTo>
                <a:close/>
              </a:path>
            </a:pathLst>
          </a:custGeom>
          <a:solidFill>
            <a:srgbClr val="E7CF8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15" name="Kształt 65"/>
          <p:cNvSpPr/>
          <p:nvPr/>
        </p:nvSpPr>
        <p:spPr>
          <a:xfrm>
            <a:off x="7860347" y="5076696"/>
            <a:ext cx="51117" cy="47784"/>
          </a:xfrm>
          <a:custGeom>
            <a:avLst/>
            <a:gdLst/>
            <a:ahLst/>
            <a:cxnLst/>
            <a:rect l="0" t="0" r="r" b="b"/>
            <a:pathLst>
              <a:path w="51117" h="47784">
                <a:moveTo>
                  <a:pt x="51117" y="23892"/>
                </a:moveTo>
                <a:lnTo>
                  <a:pt x="50562" y="27781"/>
                </a:lnTo>
                <a:lnTo>
                  <a:pt x="49451" y="32226"/>
                </a:lnTo>
                <a:lnTo>
                  <a:pt x="47784" y="35560"/>
                </a:lnTo>
                <a:lnTo>
                  <a:pt x="45006" y="39449"/>
                </a:lnTo>
                <a:lnTo>
                  <a:pt x="42227" y="42227"/>
                </a:lnTo>
                <a:lnTo>
                  <a:pt x="38338" y="44450"/>
                </a:lnTo>
                <a:lnTo>
                  <a:pt x="34449" y="46117"/>
                </a:lnTo>
                <a:lnTo>
                  <a:pt x="30004" y="47228"/>
                </a:lnTo>
                <a:lnTo>
                  <a:pt x="25559" y="47784"/>
                </a:lnTo>
                <a:lnTo>
                  <a:pt x="21114" y="47228"/>
                </a:lnTo>
                <a:lnTo>
                  <a:pt x="16669" y="46117"/>
                </a:lnTo>
                <a:lnTo>
                  <a:pt x="12779" y="44450"/>
                </a:lnTo>
                <a:lnTo>
                  <a:pt x="8890" y="42227"/>
                </a:lnTo>
                <a:lnTo>
                  <a:pt x="6112" y="39449"/>
                </a:lnTo>
                <a:lnTo>
                  <a:pt x="3334" y="35560"/>
                </a:lnTo>
                <a:lnTo>
                  <a:pt x="1667" y="32226"/>
                </a:lnTo>
                <a:lnTo>
                  <a:pt x="556" y="27781"/>
                </a:lnTo>
                <a:lnTo>
                  <a:pt x="0" y="23892"/>
                </a:lnTo>
                <a:lnTo>
                  <a:pt x="556" y="20002"/>
                </a:lnTo>
                <a:lnTo>
                  <a:pt x="1667" y="15557"/>
                </a:lnTo>
                <a:lnTo>
                  <a:pt x="3334" y="12224"/>
                </a:lnTo>
                <a:lnTo>
                  <a:pt x="6112" y="8334"/>
                </a:lnTo>
                <a:lnTo>
                  <a:pt x="8890" y="5556"/>
                </a:lnTo>
                <a:lnTo>
                  <a:pt x="12779" y="3334"/>
                </a:lnTo>
                <a:lnTo>
                  <a:pt x="16669" y="1667"/>
                </a:lnTo>
                <a:lnTo>
                  <a:pt x="21114" y="556"/>
                </a:lnTo>
                <a:lnTo>
                  <a:pt x="25559" y="0"/>
                </a:lnTo>
                <a:lnTo>
                  <a:pt x="30004" y="556"/>
                </a:lnTo>
                <a:lnTo>
                  <a:pt x="34449" y="1667"/>
                </a:lnTo>
                <a:lnTo>
                  <a:pt x="38338" y="3334"/>
                </a:lnTo>
                <a:lnTo>
                  <a:pt x="42227" y="5556"/>
                </a:lnTo>
                <a:lnTo>
                  <a:pt x="45006" y="8334"/>
                </a:lnTo>
                <a:lnTo>
                  <a:pt x="47784" y="11668"/>
                </a:lnTo>
                <a:lnTo>
                  <a:pt x="49451" y="15557"/>
                </a:lnTo>
                <a:lnTo>
                  <a:pt x="50562" y="20002"/>
                </a:lnTo>
                <a:close/>
              </a:path>
            </a:pathLst>
          </a:custGeom>
          <a:solidFill>
            <a:srgbClr val="FFF1C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16" name="Kształt 66"/>
          <p:cNvSpPr/>
          <p:nvPr/>
        </p:nvSpPr>
        <p:spPr>
          <a:xfrm>
            <a:off x="7867571" y="5083363"/>
            <a:ext cx="23336" cy="21114"/>
          </a:xfrm>
          <a:custGeom>
            <a:avLst/>
            <a:gdLst/>
            <a:ahLst/>
            <a:cxnLst/>
            <a:rect l="0" t="0" r="r" b="b"/>
            <a:pathLst>
              <a:path w="23336" h="21114">
                <a:moveTo>
                  <a:pt x="23336" y="10557"/>
                </a:moveTo>
                <a:lnTo>
                  <a:pt x="23336" y="12224"/>
                </a:lnTo>
                <a:lnTo>
                  <a:pt x="22781" y="13891"/>
                </a:lnTo>
                <a:lnTo>
                  <a:pt x="21669" y="16113"/>
                </a:lnTo>
                <a:lnTo>
                  <a:pt x="20558" y="17224"/>
                </a:lnTo>
                <a:lnTo>
                  <a:pt x="18891" y="18891"/>
                </a:lnTo>
                <a:lnTo>
                  <a:pt x="17780" y="19447"/>
                </a:lnTo>
                <a:lnTo>
                  <a:pt x="15557" y="20558"/>
                </a:lnTo>
                <a:lnTo>
                  <a:pt x="13891" y="21114"/>
                </a:lnTo>
                <a:lnTo>
                  <a:pt x="11668" y="21114"/>
                </a:lnTo>
                <a:lnTo>
                  <a:pt x="9446" y="21114"/>
                </a:lnTo>
                <a:lnTo>
                  <a:pt x="7779" y="20558"/>
                </a:lnTo>
                <a:lnTo>
                  <a:pt x="6112" y="19447"/>
                </a:lnTo>
                <a:lnTo>
                  <a:pt x="4445" y="18891"/>
                </a:lnTo>
                <a:lnTo>
                  <a:pt x="2778" y="17224"/>
                </a:lnTo>
                <a:lnTo>
                  <a:pt x="1667" y="16113"/>
                </a:lnTo>
                <a:lnTo>
                  <a:pt x="556" y="13891"/>
                </a:lnTo>
                <a:lnTo>
                  <a:pt x="0" y="12224"/>
                </a:lnTo>
                <a:lnTo>
                  <a:pt x="0" y="10557"/>
                </a:lnTo>
                <a:lnTo>
                  <a:pt x="0" y="8890"/>
                </a:lnTo>
                <a:lnTo>
                  <a:pt x="556" y="7223"/>
                </a:lnTo>
                <a:lnTo>
                  <a:pt x="1667" y="5556"/>
                </a:lnTo>
                <a:lnTo>
                  <a:pt x="2778" y="3889"/>
                </a:lnTo>
                <a:lnTo>
                  <a:pt x="4445" y="2222"/>
                </a:lnTo>
                <a:lnTo>
                  <a:pt x="6112" y="1667"/>
                </a:lnTo>
                <a:lnTo>
                  <a:pt x="7779" y="556"/>
                </a:lnTo>
                <a:lnTo>
                  <a:pt x="9446" y="0"/>
                </a:lnTo>
                <a:lnTo>
                  <a:pt x="11668" y="0"/>
                </a:lnTo>
                <a:lnTo>
                  <a:pt x="13891" y="0"/>
                </a:lnTo>
                <a:lnTo>
                  <a:pt x="15557" y="556"/>
                </a:lnTo>
                <a:lnTo>
                  <a:pt x="17780" y="1667"/>
                </a:lnTo>
                <a:lnTo>
                  <a:pt x="18891" y="2222"/>
                </a:lnTo>
                <a:lnTo>
                  <a:pt x="20558" y="3889"/>
                </a:lnTo>
                <a:lnTo>
                  <a:pt x="21669" y="5556"/>
                </a:lnTo>
                <a:lnTo>
                  <a:pt x="22781" y="7223"/>
                </a:lnTo>
                <a:lnTo>
                  <a:pt x="23336" y="8890"/>
                </a:lnTo>
                <a:close/>
              </a:path>
            </a:pathLst>
          </a:custGeom>
          <a:solidFill>
            <a:srgbClr val="FFFDF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17" name="Kształt 67"/>
          <p:cNvSpPr/>
          <p:nvPr/>
        </p:nvSpPr>
        <p:spPr>
          <a:xfrm>
            <a:off x="7905353" y="5068362"/>
            <a:ext cx="55562" cy="51117"/>
          </a:xfrm>
          <a:custGeom>
            <a:avLst/>
            <a:gdLst/>
            <a:ahLst/>
            <a:cxnLst/>
            <a:rect l="0" t="0" r="r" b="b"/>
            <a:pathLst>
              <a:path w="55562" h="51117">
                <a:moveTo>
                  <a:pt x="55562" y="25559"/>
                </a:moveTo>
                <a:lnTo>
                  <a:pt x="55007" y="30004"/>
                </a:lnTo>
                <a:lnTo>
                  <a:pt x="53896" y="34449"/>
                </a:lnTo>
                <a:lnTo>
                  <a:pt x="51673" y="38338"/>
                </a:lnTo>
                <a:lnTo>
                  <a:pt x="48895" y="42227"/>
                </a:lnTo>
                <a:lnTo>
                  <a:pt x="45561" y="45006"/>
                </a:lnTo>
                <a:lnTo>
                  <a:pt x="41672" y="47784"/>
                </a:lnTo>
                <a:lnTo>
                  <a:pt x="37227" y="49451"/>
                </a:lnTo>
                <a:lnTo>
                  <a:pt x="32782" y="50562"/>
                </a:lnTo>
                <a:lnTo>
                  <a:pt x="27781" y="51117"/>
                </a:lnTo>
                <a:lnTo>
                  <a:pt x="22781" y="50562"/>
                </a:lnTo>
                <a:lnTo>
                  <a:pt x="18336" y="49451"/>
                </a:lnTo>
                <a:lnTo>
                  <a:pt x="13891" y="47784"/>
                </a:lnTo>
                <a:lnTo>
                  <a:pt x="10001" y="45006"/>
                </a:lnTo>
                <a:lnTo>
                  <a:pt x="6667" y="42227"/>
                </a:lnTo>
                <a:lnTo>
                  <a:pt x="3889" y="38338"/>
                </a:lnTo>
                <a:lnTo>
                  <a:pt x="1667" y="34449"/>
                </a:lnTo>
                <a:lnTo>
                  <a:pt x="556" y="30004"/>
                </a:lnTo>
                <a:lnTo>
                  <a:pt x="0" y="25559"/>
                </a:lnTo>
                <a:lnTo>
                  <a:pt x="556" y="21114"/>
                </a:lnTo>
                <a:lnTo>
                  <a:pt x="1667" y="16669"/>
                </a:lnTo>
                <a:lnTo>
                  <a:pt x="3889" y="12779"/>
                </a:lnTo>
                <a:lnTo>
                  <a:pt x="6667" y="8890"/>
                </a:lnTo>
                <a:lnTo>
                  <a:pt x="10001" y="6112"/>
                </a:lnTo>
                <a:lnTo>
                  <a:pt x="13891" y="3334"/>
                </a:lnTo>
                <a:lnTo>
                  <a:pt x="18336" y="1667"/>
                </a:lnTo>
                <a:lnTo>
                  <a:pt x="22781" y="556"/>
                </a:lnTo>
                <a:lnTo>
                  <a:pt x="27781" y="0"/>
                </a:lnTo>
                <a:lnTo>
                  <a:pt x="32782" y="556"/>
                </a:lnTo>
                <a:lnTo>
                  <a:pt x="37227" y="1667"/>
                </a:lnTo>
                <a:lnTo>
                  <a:pt x="41672" y="3334"/>
                </a:lnTo>
                <a:lnTo>
                  <a:pt x="45561" y="6112"/>
                </a:lnTo>
                <a:lnTo>
                  <a:pt x="48895" y="8890"/>
                </a:lnTo>
                <a:lnTo>
                  <a:pt x="51673" y="12779"/>
                </a:lnTo>
                <a:lnTo>
                  <a:pt x="53896" y="16669"/>
                </a:lnTo>
                <a:lnTo>
                  <a:pt x="55007" y="21114"/>
                </a:lnTo>
                <a:close/>
              </a:path>
            </a:pathLst>
          </a:custGeom>
          <a:solidFill>
            <a:srgbClr val="E7CF8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18" name="Kształt 68"/>
          <p:cNvSpPr/>
          <p:nvPr/>
        </p:nvSpPr>
        <p:spPr>
          <a:xfrm>
            <a:off x="7904797" y="5065583"/>
            <a:ext cx="51117" cy="47784"/>
          </a:xfrm>
          <a:custGeom>
            <a:avLst/>
            <a:gdLst/>
            <a:ahLst/>
            <a:cxnLst/>
            <a:rect l="0" t="0" r="r" b="b"/>
            <a:pathLst>
              <a:path w="51117" h="47784">
                <a:moveTo>
                  <a:pt x="51117" y="23892"/>
                </a:moveTo>
                <a:lnTo>
                  <a:pt x="50562" y="27781"/>
                </a:lnTo>
                <a:lnTo>
                  <a:pt x="49451" y="32226"/>
                </a:lnTo>
                <a:lnTo>
                  <a:pt x="47784" y="35560"/>
                </a:lnTo>
                <a:lnTo>
                  <a:pt x="45006" y="39449"/>
                </a:lnTo>
                <a:lnTo>
                  <a:pt x="42227" y="42227"/>
                </a:lnTo>
                <a:lnTo>
                  <a:pt x="38338" y="44450"/>
                </a:lnTo>
                <a:lnTo>
                  <a:pt x="34449" y="46117"/>
                </a:lnTo>
                <a:lnTo>
                  <a:pt x="30004" y="47228"/>
                </a:lnTo>
                <a:lnTo>
                  <a:pt x="25559" y="47784"/>
                </a:lnTo>
                <a:lnTo>
                  <a:pt x="21114" y="47228"/>
                </a:lnTo>
                <a:lnTo>
                  <a:pt x="16669" y="46117"/>
                </a:lnTo>
                <a:lnTo>
                  <a:pt x="12779" y="44450"/>
                </a:lnTo>
                <a:lnTo>
                  <a:pt x="8890" y="42227"/>
                </a:lnTo>
                <a:lnTo>
                  <a:pt x="6112" y="39449"/>
                </a:lnTo>
                <a:lnTo>
                  <a:pt x="3334" y="35560"/>
                </a:lnTo>
                <a:lnTo>
                  <a:pt x="1667" y="32226"/>
                </a:lnTo>
                <a:lnTo>
                  <a:pt x="556" y="27781"/>
                </a:lnTo>
                <a:lnTo>
                  <a:pt x="0" y="23892"/>
                </a:lnTo>
                <a:lnTo>
                  <a:pt x="556" y="20002"/>
                </a:lnTo>
                <a:lnTo>
                  <a:pt x="1667" y="15557"/>
                </a:lnTo>
                <a:lnTo>
                  <a:pt x="3334" y="12224"/>
                </a:lnTo>
                <a:lnTo>
                  <a:pt x="6112" y="8334"/>
                </a:lnTo>
                <a:lnTo>
                  <a:pt x="8890" y="5556"/>
                </a:lnTo>
                <a:lnTo>
                  <a:pt x="12779" y="3334"/>
                </a:lnTo>
                <a:lnTo>
                  <a:pt x="16669" y="1667"/>
                </a:lnTo>
                <a:lnTo>
                  <a:pt x="21114" y="556"/>
                </a:lnTo>
                <a:lnTo>
                  <a:pt x="25559" y="0"/>
                </a:lnTo>
                <a:lnTo>
                  <a:pt x="30004" y="556"/>
                </a:lnTo>
                <a:lnTo>
                  <a:pt x="34449" y="1667"/>
                </a:lnTo>
                <a:lnTo>
                  <a:pt x="38338" y="3334"/>
                </a:lnTo>
                <a:lnTo>
                  <a:pt x="42227" y="5556"/>
                </a:lnTo>
                <a:lnTo>
                  <a:pt x="45006" y="8334"/>
                </a:lnTo>
                <a:lnTo>
                  <a:pt x="47784" y="11668"/>
                </a:lnTo>
                <a:lnTo>
                  <a:pt x="49451" y="15557"/>
                </a:lnTo>
                <a:lnTo>
                  <a:pt x="50562" y="20002"/>
                </a:lnTo>
                <a:close/>
              </a:path>
            </a:pathLst>
          </a:custGeom>
          <a:solidFill>
            <a:srgbClr val="F8E7B0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19" name="Kształt 69"/>
          <p:cNvSpPr/>
          <p:nvPr/>
        </p:nvSpPr>
        <p:spPr>
          <a:xfrm>
            <a:off x="7912021" y="5072251"/>
            <a:ext cx="23336" cy="21114"/>
          </a:xfrm>
          <a:custGeom>
            <a:avLst/>
            <a:gdLst/>
            <a:ahLst/>
            <a:cxnLst/>
            <a:rect l="0" t="0" r="r" b="b"/>
            <a:pathLst>
              <a:path w="23336" h="21114">
                <a:moveTo>
                  <a:pt x="23336" y="10557"/>
                </a:moveTo>
                <a:lnTo>
                  <a:pt x="23336" y="12224"/>
                </a:lnTo>
                <a:lnTo>
                  <a:pt x="22781" y="13891"/>
                </a:lnTo>
                <a:lnTo>
                  <a:pt x="21669" y="16113"/>
                </a:lnTo>
                <a:lnTo>
                  <a:pt x="20558" y="17224"/>
                </a:lnTo>
                <a:lnTo>
                  <a:pt x="18891" y="18891"/>
                </a:lnTo>
                <a:lnTo>
                  <a:pt x="17224" y="19447"/>
                </a:lnTo>
                <a:lnTo>
                  <a:pt x="15557" y="20558"/>
                </a:lnTo>
                <a:lnTo>
                  <a:pt x="13891" y="21114"/>
                </a:lnTo>
                <a:lnTo>
                  <a:pt x="11668" y="21114"/>
                </a:lnTo>
                <a:lnTo>
                  <a:pt x="9446" y="21114"/>
                </a:lnTo>
                <a:lnTo>
                  <a:pt x="7779" y="20558"/>
                </a:lnTo>
                <a:lnTo>
                  <a:pt x="6112" y="19447"/>
                </a:lnTo>
                <a:lnTo>
                  <a:pt x="4445" y="18891"/>
                </a:lnTo>
                <a:lnTo>
                  <a:pt x="2778" y="17224"/>
                </a:lnTo>
                <a:lnTo>
                  <a:pt x="1667" y="16113"/>
                </a:lnTo>
                <a:lnTo>
                  <a:pt x="556" y="13891"/>
                </a:lnTo>
                <a:lnTo>
                  <a:pt x="0" y="12224"/>
                </a:lnTo>
                <a:lnTo>
                  <a:pt x="0" y="10557"/>
                </a:lnTo>
                <a:lnTo>
                  <a:pt x="0" y="8890"/>
                </a:lnTo>
                <a:lnTo>
                  <a:pt x="556" y="7223"/>
                </a:lnTo>
                <a:lnTo>
                  <a:pt x="1667" y="5556"/>
                </a:lnTo>
                <a:lnTo>
                  <a:pt x="2778" y="3889"/>
                </a:lnTo>
                <a:lnTo>
                  <a:pt x="4445" y="2222"/>
                </a:lnTo>
                <a:lnTo>
                  <a:pt x="5556" y="1667"/>
                </a:lnTo>
                <a:lnTo>
                  <a:pt x="7779" y="556"/>
                </a:lnTo>
                <a:lnTo>
                  <a:pt x="9446" y="0"/>
                </a:lnTo>
                <a:lnTo>
                  <a:pt x="11668" y="0"/>
                </a:lnTo>
                <a:lnTo>
                  <a:pt x="13891" y="0"/>
                </a:lnTo>
                <a:lnTo>
                  <a:pt x="15557" y="556"/>
                </a:lnTo>
                <a:lnTo>
                  <a:pt x="17224" y="1667"/>
                </a:lnTo>
                <a:lnTo>
                  <a:pt x="18891" y="2222"/>
                </a:lnTo>
                <a:lnTo>
                  <a:pt x="20558" y="3889"/>
                </a:lnTo>
                <a:lnTo>
                  <a:pt x="21669" y="5556"/>
                </a:lnTo>
                <a:lnTo>
                  <a:pt x="22781" y="7223"/>
                </a:lnTo>
                <a:lnTo>
                  <a:pt x="23336" y="8890"/>
                </a:lnTo>
                <a:close/>
              </a:path>
            </a:pathLst>
          </a:custGeom>
          <a:solidFill>
            <a:srgbClr val="FFFDF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20" name="Kształt 70"/>
          <p:cNvSpPr/>
          <p:nvPr/>
        </p:nvSpPr>
        <p:spPr>
          <a:xfrm>
            <a:off x="7944247" y="5085030"/>
            <a:ext cx="55562" cy="51117"/>
          </a:xfrm>
          <a:custGeom>
            <a:avLst/>
            <a:gdLst/>
            <a:ahLst/>
            <a:cxnLst/>
            <a:rect l="0" t="0" r="r" b="b"/>
            <a:pathLst>
              <a:path w="55562" h="51117">
                <a:moveTo>
                  <a:pt x="55562" y="25559"/>
                </a:moveTo>
                <a:lnTo>
                  <a:pt x="55007" y="30004"/>
                </a:lnTo>
                <a:lnTo>
                  <a:pt x="53896" y="34449"/>
                </a:lnTo>
                <a:lnTo>
                  <a:pt x="51673" y="38338"/>
                </a:lnTo>
                <a:lnTo>
                  <a:pt x="48895" y="42227"/>
                </a:lnTo>
                <a:lnTo>
                  <a:pt x="45561" y="45006"/>
                </a:lnTo>
                <a:lnTo>
                  <a:pt x="41672" y="47784"/>
                </a:lnTo>
                <a:lnTo>
                  <a:pt x="37227" y="49451"/>
                </a:lnTo>
                <a:lnTo>
                  <a:pt x="32782" y="50562"/>
                </a:lnTo>
                <a:lnTo>
                  <a:pt x="27781" y="51117"/>
                </a:lnTo>
                <a:lnTo>
                  <a:pt x="22781" y="50562"/>
                </a:lnTo>
                <a:lnTo>
                  <a:pt x="18336" y="49451"/>
                </a:lnTo>
                <a:lnTo>
                  <a:pt x="13891" y="47784"/>
                </a:lnTo>
                <a:lnTo>
                  <a:pt x="10001" y="45006"/>
                </a:lnTo>
                <a:lnTo>
                  <a:pt x="6667" y="42227"/>
                </a:lnTo>
                <a:lnTo>
                  <a:pt x="3889" y="38338"/>
                </a:lnTo>
                <a:lnTo>
                  <a:pt x="1667" y="34449"/>
                </a:lnTo>
                <a:lnTo>
                  <a:pt x="556" y="30004"/>
                </a:lnTo>
                <a:lnTo>
                  <a:pt x="0" y="25559"/>
                </a:lnTo>
                <a:lnTo>
                  <a:pt x="556" y="21114"/>
                </a:lnTo>
                <a:lnTo>
                  <a:pt x="1667" y="16669"/>
                </a:lnTo>
                <a:lnTo>
                  <a:pt x="3889" y="12779"/>
                </a:lnTo>
                <a:lnTo>
                  <a:pt x="6667" y="8890"/>
                </a:lnTo>
                <a:lnTo>
                  <a:pt x="10001" y="6112"/>
                </a:lnTo>
                <a:lnTo>
                  <a:pt x="13891" y="3334"/>
                </a:lnTo>
                <a:lnTo>
                  <a:pt x="18336" y="1667"/>
                </a:lnTo>
                <a:lnTo>
                  <a:pt x="22781" y="556"/>
                </a:lnTo>
                <a:lnTo>
                  <a:pt x="27781" y="0"/>
                </a:lnTo>
                <a:lnTo>
                  <a:pt x="32782" y="556"/>
                </a:lnTo>
                <a:lnTo>
                  <a:pt x="37227" y="1667"/>
                </a:lnTo>
                <a:lnTo>
                  <a:pt x="41672" y="3334"/>
                </a:lnTo>
                <a:lnTo>
                  <a:pt x="45561" y="6112"/>
                </a:lnTo>
                <a:lnTo>
                  <a:pt x="48895" y="8890"/>
                </a:lnTo>
                <a:lnTo>
                  <a:pt x="51673" y="12779"/>
                </a:lnTo>
                <a:lnTo>
                  <a:pt x="53896" y="16669"/>
                </a:lnTo>
                <a:lnTo>
                  <a:pt x="55007" y="21114"/>
                </a:lnTo>
                <a:close/>
              </a:path>
            </a:pathLst>
          </a:custGeom>
          <a:solidFill>
            <a:srgbClr val="E7CF8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21" name="Kształt 71"/>
          <p:cNvSpPr/>
          <p:nvPr/>
        </p:nvSpPr>
        <p:spPr>
          <a:xfrm>
            <a:off x="7943691" y="5082252"/>
            <a:ext cx="51117" cy="47784"/>
          </a:xfrm>
          <a:custGeom>
            <a:avLst/>
            <a:gdLst/>
            <a:ahLst/>
            <a:cxnLst/>
            <a:rect l="0" t="0" r="r" b="b"/>
            <a:pathLst>
              <a:path w="51117" h="47784">
                <a:moveTo>
                  <a:pt x="51117" y="23892"/>
                </a:moveTo>
                <a:lnTo>
                  <a:pt x="50562" y="27781"/>
                </a:lnTo>
                <a:lnTo>
                  <a:pt x="49451" y="32226"/>
                </a:lnTo>
                <a:lnTo>
                  <a:pt x="47784" y="35560"/>
                </a:lnTo>
                <a:lnTo>
                  <a:pt x="45006" y="39449"/>
                </a:lnTo>
                <a:lnTo>
                  <a:pt x="42227" y="42227"/>
                </a:lnTo>
                <a:lnTo>
                  <a:pt x="38338" y="44450"/>
                </a:lnTo>
                <a:lnTo>
                  <a:pt x="34449" y="46117"/>
                </a:lnTo>
                <a:lnTo>
                  <a:pt x="30004" y="47228"/>
                </a:lnTo>
                <a:lnTo>
                  <a:pt x="25559" y="47784"/>
                </a:lnTo>
                <a:lnTo>
                  <a:pt x="21114" y="47228"/>
                </a:lnTo>
                <a:lnTo>
                  <a:pt x="16669" y="46117"/>
                </a:lnTo>
                <a:lnTo>
                  <a:pt x="12779" y="44450"/>
                </a:lnTo>
                <a:lnTo>
                  <a:pt x="8890" y="42227"/>
                </a:lnTo>
                <a:lnTo>
                  <a:pt x="6112" y="39449"/>
                </a:lnTo>
                <a:lnTo>
                  <a:pt x="3334" y="35560"/>
                </a:lnTo>
                <a:lnTo>
                  <a:pt x="1667" y="32226"/>
                </a:lnTo>
                <a:lnTo>
                  <a:pt x="556" y="27781"/>
                </a:lnTo>
                <a:lnTo>
                  <a:pt x="0" y="23892"/>
                </a:lnTo>
                <a:lnTo>
                  <a:pt x="556" y="20002"/>
                </a:lnTo>
                <a:lnTo>
                  <a:pt x="1667" y="15557"/>
                </a:lnTo>
                <a:lnTo>
                  <a:pt x="3334" y="12224"/>
                </a:lnTo>
                <a:lnTo>
                  <a:pt x="6112" y="8334"/>
                </a:lnTo>
                <a:lnTo>
                  <a:pt x="8890" y="5556"/>
                </a:lnTo>
                <a:lnTo>
                  <a:pt x="12779" y="3334"/>
                </a:lnTo>
                <a:lnTo>
                  <a:pt x="16669" y="1667"/>
                </a:lnTo>
                <a:lnTo>
                  <a:pt x="21114" y="556"/>
                </a:lnTo>
                <a:lnTo>
                  <a:pt x="25559" y="0"/>
                </a:lnTo>
                <a:lnTo>
                  <a:pt x="30004" y="556"/>
                </a:lnTo>
                <a:lnTo>
                  <a:pt x="34449" y="1667"/>
                </a:lnTo>
                <a:lnTo>
                  <a:pt x="38338" y="3334"/>
                </a:lnTo>
                <a:lnTo>
                  <a:pt x="42227" y="5556"/>
                </a:lnTo>
                <a:lnTo>
                  <a:pt x="45006" y="8334"/>
                </a:lnTo>
                <a:lnTo>
                  <a:pt x="47784" y="11668"/>
                </a:lnTo>
                <a:lnTo>
                  <a:pt x="49451" y="15557"/>
                </a:lnTo>
                <a:lnTo>
                  <a:pt x="50562" y="20002"/>
                </a:lnTo>
                <a:close/>
              </a:path>
            </a:pathLst>
          </a:custGeom>
          <a:solidFill>
            <a:srgbClr val="FFF1C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22" name="Kształt 72"/>
          <p:cNvSpPr/>
          <p:nvPr/>
        </p:nvSpPr>
        <p:spPr>
          <a:xfrm>
            <a:off x="7950914" y="5088920"/>
            <a:ext cx="23336" cy="21114"/>
          </a:xfrm>
          <a:custGeom>
            <a:avLst/>
            <a:gdLst/>
            <a:ahLst/>
            <a:cxnLst/>
            <a:rect l="0" t="0" r="r" b="b"/>
            <a:pathLst>
              <a:path w="23336" h="21114">
                <a:moveTo>
                  <a:pt x="23336" y="10557"/>
                </a:moveTo>
                <a:lnTo>
                  <a:pt x="23336" y="12224"/>
                </a:lnTo>
                <a:lnTo>
                  <a:pt x="22781" y="13891"/>
                </a:lnTo>
                <a:lnTo>
                  <a:pt x="21669" y="16113"/>
                </a:lnTo>
                <a:lnTo>
                  <a:pt x="20558" y="17224"/>
                </a:lnTo>
                <a:lnTo>
                  <a:pt x="18891" y="18891"/>
                </a:lnTo>
                <a:lnTo>
                  <a:pt x="17224" y="19447"/>
                </a:lnTo>
                <a:lnTo>
                  <a:pt x="15557" y="20558"/>
                </a:lnTo>
                <a:lnTo>
                  <a:pt x="13891" y="21114"/>
                </a:lnTo>
                <a:lnTo>
                  <a:pt x="11668" y="21114"/>
                </a:lnTo>
                <a:lnTo>
                  <a:pt x="9446" y="21114"/>
                </a:lnTo>
                <a:lnTo>
                  <a:pt x="7779" y="20558"/>
                </a:lnTo>
                <a:lnTo>
                  <a:pt x="6112" y="19447"/>
                </a:lnTo>
                <a:lnTo>
                  <a:pt x="4445" y="18891"/>
                </a:lnTo>
                <a:lnTo>
                  <a:pt x="2778" y="17224"/>
                </a:lnTo>
                <a:lnTo>
                  <a:pt x="1667" y="16113"/>
                </a:lnTo>
                <a:lnTo>
                  <a:pt x="556" y="13891"/>
                </a:lnTo>
                <a:lnTo>
                  <a:pt x="0" y="12224"/>
                </a:lnTo>
                <a:lnTo>
                  <a:pt x="0" y="10557"/>
                </a:lnTo>
                <a:lnTo>
                  <a:pt x="0" y="8890"/>
                </a:lnTo>
                <a:lnTo>
                  <a:pt x="556" y="7223"/>
                </a:lnTo>
                <a:lnTo>
                  <a:pt x="1667" y="5556"/>
                </a:lnTo>
                <a:lnTo>
                  <a:pt x="2778" y="3889"/>
                </a:lnTo>
                <a:lnTo>
                  <a:pt x="4445" y="2222"/>
                </a:lnTo>
                <a:lnTo>
                  <a:pt x="5556" y="1667"/>
                </a:lnTo>
                <a:lnTo>
                  <a:pt x="7779" y="556"/>
                </a:lnTo>
                <a:lnTo>
                  <a:pt x="9446" y="0"/>
                </a:lnTo>
                <a:lnTo>
                  <a:pt x="11668" y="0"/>
                </a:lnTo>
                <a:lnTo>
                  <a:pt x="13891" y="0"/>
                </a:lnTo>
                <a:lnTo>
                  <a:pt x="15557" y="556"/>
                </a:lnTo>
                <a:lnTo>
                  <a:pt x="17224" y="1667"/>
                </a:lnTo>
                <a:lnTo>
                  <a:pt x="18891" y="2222"/>
                </a:lnTo>
                <a:lnTo>
                  <a:pt x="20558" y="3889"/>
                </a:lnTo>
                <a:lnTo>
                  <a:pt x="21669" y="5556"/>
                </a:lnTo>
                <a:lnTo>
                  <a:pt x="22781" y="7223"/>
                </a:lnTo>
                <a:lnTo>
                  <a:pt x="23336" y="8890"/>
                </a:lnTo>
                <a:close/>
              </a:path>
            </a:pathLst>
          </a:custGeom>
          <a:solidFill>
            <a:srgbClr val="FFFDF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23" name="Kształt 73"/>
          <p:cNvSpPr/>
          <p:nvPr/>
        </p:nvSpPr>
        <p:spPr>
          <a:xfrm>
            <a:off x="7794228" y="5035024"/>
            <a:ext cx="55562" cy="51117"/>
          </a:xfrm>
          <a:custGeom>
            <a:avLst/>
            <a:gdLst/>
            <a:ahLst/>
            <a:cxnLst/>
            <a:rect l="0" t="0" r="r" b="b"/>
            <a:pathLst>
              <a:path w="55562" h="51117">
                <a:moveTo>
                  <a:pt x="55562" y="25559"/>
                </a:moveTo>
                <a:lnTo>
                  <a:pt x="55007" y="30004"/>
                </a:lnTo>
                <a:lnTo>
                  <a:pt x="53896" y="34449"/>
                </a:lnTo>
                <a:lnTo>
                  <a:pt x="51673" y="38338"/>
                </a:lnTo>
                <a:lnTo>
                  <a:pt x="48895" y="42227"/>
                </a:lnTo>
                <a:lnTo>
                  <a:pt x="45561" y="45006"/>
                </a:lnTo>
                <a:lnTo>
                  <a:pt x="41672" y="47784"/>
                </a:lnTo>
                <a:lnTo>
                  <a:pt x="37227" y="49451"/>
                </a:lnTo>
                <a:lnTo>
                  <a:pt x="32782" y="50562"/>
                </a:lnTo>
                <a:lnTo>
                  <a:pt x="27781" y="51117"/>
                </a:lnTo>
                <a:lnTo>
                  <a:pt x="22781" y="50562"/>
                </a:lnTo>
                <a:lnTo>
                  <a:pt x="18336" y="49451"/>
                </a:lnTo>
                <a:lnTo>
                  <a:pt x="13891" y="47784"/>
                </a:lnTo>
                <a:lnTo>
                  <a:pt x="10001" y="45006"/>
                </a:lnTo>
                <a:lnTo>
                  <a:pt x="6667" y="42227"/>
                </a:lnTo>
                <a:lnTo>
                  <a:pt x="3889" y="38338"/>
                </a:lnTo>
                <a:lnTo>
                  <a:pt x="1667" y="34449"/>
                </a:lnTo>
                <a:lnTo>
                  <a:pt x="556" y="30004"/>
                </a:lnTo>
                <a:lnTo>
                  <a:pt x="0" y="25559"/>
                </a:lnTo>
                <a:lnTo>
                  <a:pt x="556" y="21114"/>
                </a:lnTo>
                <a:lnTo>
                  <a:pt x="1667" y="16669"/>
                </a:lnTo>
                <a:lnTo>
                  <a:pt x="3889" y="12779"/>
                </a:lnTo>
                <a:lnTo>
                  <a:pt x="6667" y="8890"/>
                </a:lnTo>
                <a:lnTo>
                  <a:pt x="10001" y="6112"/>
                </a:lnTo>
                <a:lnTo>
                  <a:pt x="13891" y="3334"/>
                </a:lnTo>
                <a:lnTo>
                  <a:pt x="18336" y="1667"/>
                </a:lnTo>
                <a:lnTo>
                  <a:pt x="22781" y="556"/>
                </a:lnTo>
                <a:lnTo>
                  <a:pt x="27781" y="0"/>
                </a:lnTo>
                <a:lnTo>
                  <a:pt x="32782" y="556"/>
                </a:lnTo>
                <a:lnTo>
                  <a:pt x="37227" y="1667"/>
                </a:lnTo>
                <a:lnTo>
                  <a:pt x="41672" y="3334"/>
                </a:lnTo>
                <a:lnTo>
                  <a:pt x="45561" y="6112"/>
                </a:lnTo>
                <a:lnTo>
                  <a:pt x="48895" y="8890"/>
                </a:lnTo>
                <a:lnTo>
                  <a:pt x="51673" y="12779"/>
                </a:lnTo>
                <a:lnTo>
                  <a:pt x="53896" y="16669"/>
                </a:lnTo>
                <a:lnTo>
                  <a:pt x="55007" y="21114"/>
                </a:lnTo>
                <a:close/>
              </a:path>
            </a:pathLst>
          </a:custGeom>
          <a:solidFill>
            <a:srgbClr val="E7CF8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24" name="Kształt 74"/>
          <p:cNvSpPr/>
          <p:nvPr/>
        </p:nvSpPr>
        <p:spPr>
          <a:xfrm>
            <a:off x="7793672" y="5032246"/>
            <a:ext cx="51117" cy="47784"/>
          </a:xfrm>
          <a:custGeom>
            <a:avLst/>
            <a:gdLst/>
            <a:ahLst/>
            <a:cxnLst/>
            <a:rect l="0" t="0" r="r" b="b"/>
            <a:pathLst>
              <a:path w="51117" h="47784">
                <a:moveTo>
                  <a:pt x="51117" y="23892"/>
                </a:moveTo>
                <a:lnTo>
                  <a:pt x="50562" y="27781"/>
                </a:lnTo>
                <a:lnTo>
                  <a:pt x="49451" y="32226"/>
                </a:lnTo>
                <a:lnTo>
                  <a:pt x="47784" y="35560"/>
                </a:lnTo>
                <a:lnTo>
                  <a:pt x="45006" y="39449"/>
                </a:lnTo>
                <a:lnTo>
                  <a:pt x="42227" y="42227"/>
                </a:lnTo>
                <a:lnTo>
                  <a:pt x="38338" y="44450"/>
                </a:lnTo>
                <a:lnTo>
                  <a:pt x="34449" y="46117"/>
                </a:lnTo>
                <a:lnTo>
                  <a:pt x="30004" y="47228"/>
                </a:lnTo>
                <a:lnTo>
                  <a:pt x="25559" y="47784"/>
                </a:lnTo>
                <a:lnTo>
                  <a:pt x="21114" y="47228"/>
                </a:lnTo>
                <a:lnTo>
                  <a:pt x="16669" y="46117"/>
                </a:lnTo>
                <a:lnTo>
                  <a:pt x="12779" y="44450"/>
                </a:lnTo>
                <a:lnTo>
                  <a:pt x="8890" y="42227"/>
                </a:lnTo>
                <a:lnTo>
                  <a:pt x="6112" y="39449"/>
                </a:lnTo>
                <a:lnTo>
                  <a:pt x="3334" y="35560"/>
                </a:lnTo>
                <a:lnTo>
                  <a:pt x="1667" y="32226"/>
                </a:lnTo>
                <a:lnTo>
                  <a:pt x="556" y="27781"/>
                </a:lnTo>
                <a:lnTo>
                  <a:pt x="0" y="23892"/>
                </a:lnTo>
                <a:lnTo>
                  <a:pt x="556" y="20002"/>
                </a:lnTo>
                <a:lnTo>
                  <a:pt x="1667" y="15557"/>
                </a:lnTo>
                <a:lnTo>
                  <a:pt x="3334" y="11668"/>
                </a:lnTo>
                <a:lnTo>
                  <a:pt x="6112" y="8334"/>
                </a:lnTo>
                <a:lnTo>
                  <a:pt x="8890" y="5556"/>
                </a:lnTo>
                <a:lnTo>
                  <a:pt x="12779" y="3334"/>
                </a:lnTo>
                <a:lnTo>
                  <a:pt x="16669" y="1667"/>
                </a:lnTo>
                <a:lnTo>
                  <a:pt x="21114" y="556"/>
                </a:lnTo>
                <a:lnTo>
                  <a:pt x="25559" y="0"/>
                </a:lnTo>
                <a:lnTo>
                  <a:pt x="30004" y="556"/>
                </a:lnTo>
                <a:lnTo>
                  <a:pt x="34449" y="1667"/>
                </a:lnTo>
                <a:lnTo>
                  <a:pt x="38338" y="3334"/>
                </a:lnTo>
                <a:lnTo>
                  <a:pt x="42227" y="5556"/>
                </a:lnTo>
                <a:lnTo>
                  <a:pt x="45006" y="8334"/>
                </a:lnTo>
                <a:lnTo>
                  <a:pt x="47784" y="11668"/>
                </a:lnTo>
                <a:lnTo>
                  <a:pt x="49451" y="15557"/>
                </a:lnTo>
                <a:lnTo>
                  <a:pt x="50562" y="20002"/>
                </a:lnTo>
                <a:close/>
              </a:path>
            </a:pathLst>
          </a:custGeom>
          <a:solidFill>
            <a:srgbClr val="F8E7B0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25" name="Kształt 75"/>
          <p:cNvSpPr/>
          <p:nvPr/>
        </p:nvSpPr>
        <p:spPr>
          <a:xfrm>
            <a:off x="7800896" y="5038913"/>
            <a:ext cx="23336" cy="21114"/>
          </a:xfrm>
          <a:custGeom>
            <a:avLst/>
            <a:gdLst/>
            <a:ahLst/>
            <a:cxnLst/>
            <a:rect l="0" t="0" r="r" b="b"/>
            <a:pathLst>
              <a:path w="23336" h="21114">
                <a:moveTo>
                  <a:pt x="23336" y="10557"/>
                </a:moveTo>
                <a:lnTo>
                  <a:pt x="23336" y="12224"/>
                </a:lnTo>
                <a:lnTo>
                  <a:pt x="22781" y="13891"/>
                </a:lnTo>
                <a:lnTo>
                  <a:pt x="21669" y="16113"/>
                </a:lnTo>
                <a:lnTo>
                  <a:pt x="20558" y="17224"/>
                </a:lnTo>
                <a:lnTo>
                  <a:pt x="18891" y="18891"/>
                </a:lnTo>
                <a:lnTo>
                  <a:pt x="17780" y="19447"/>
                </a:lnTo>
                <a:lnTo>
                  <a:pt x="15557" y="20558"/>
                </a:lnTo>
                <a:lnTo>
                  <a:pt x="13891" y="21114"/>
                </a:lnTo>
                <a:lnTo>
                  <a:pt x="11668" y="21114"/>
                </a:lnTo>
                <a:lnTo>
                  <a:pt x="9446" y="21114"/>
                </a:lnTo>
                <a:lnTo>
                  <a:pt x="7779" y="20558"/>
                </a:lnTo>
                <a:lnTo>
                  <a:pt x="6112" y="19447"/>
                </a:lnTo>
                <a:lnTo>
                  <a:pt x="4445" y="18891"/>
                </a:lnTo>
                <a:lnTo>
                  <a:pt x="2778" y="17224"/>
                </a:lnTo>
                <a:lnTo>
                  <a:pt x="1667" y="16113"/>
                </a:lnTo>
                <a:lnTo>
                  <a:pt x="556" y="13891"/>
                </a:lnTo>
                <a:lnTo>
                  <a:pt x="0" y="12224"/>
                </a:lnTo>
                <a:lnTo>
                  <a:pt x="0" y="10557"/>
                </a:lnTo>
                <a:lnTo>
                  <a:pt x="0" y="8890"/>
                </a:lnTo>
                <a:lnTo>
                  <a:pt x="556" y="7223"/>
                </a:lnTo>
                <a:lnTo>
                  <a:pt x="1667" y="5556"/>
                </a:lnTo>
                <a:lnTo>
                  <a:pt x="2778" y="3889"/>
                </a:lnTo>
                <a:lnTo>
                  <a:pt x="4445" y="2222"/>
                </a:lnTo>
                <a:lnTo>
                  <a:pt x="6112" y="1667"/>
                </a:lnTo>
                <a:lnTo>
                  <a:pt x="7779" y="556"/>
                </a:lnTo>
                <a:lnTo>
                  <a:pt x="9446" y="0"/>
                </a:lnTo>
                <a:lnTo>
                  <a:pt x="11668" y="0"/>
                </a:lnTo>
                <a:lnTo>
                  <a:pt x="13891" y="0"/>
                </a:lnTo>
                <a:lnTo>
                  <a:pt x="15557" y="556"/>
                </a:lnTo>
                <a:lnTo>
                  <a:pt x="17780" y="1667"/>
                </a:lnTo>
                <a:lnTo>
                  <a:pt x="18891" y="2222"/>
                </a:lnTo>
                <a:lnTo>
                  <a:pt x="20558" y="3889"/>
                </a:lnTo>
                <a:lnTo>
                  <a:pt x="21669" y="5001"/>
                </a:lnTo>
                <a:lnTo>
                  <a:pt x="22781" y="7223"/>
                </a:lnTo>
                <a:lnTo>
                  <a:pt x="23336" y="8890"/>
                </a:lnTo>
                <a:close/>
              </a:path>
            </a:pathLst>
          </a:custGeom>
          <a:solidFill>
            <a:srgbClr val="FFFDF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26" name="Kształt 76"/>
          <p:cNvSpPr/>
          <p:nvPr/>
        </p:nvSpPr>
        <p:spPr>
          <a:xfrm>
            <a:off x="7844234" y="5023912"/>
            <a:ext cx="55562" cy="51117"/>
          </a:xfrm>
          <a:custGeom>
            <a:avLst/>
            <a:gdLst/>
            <a:ahLst/>
            <a:cxnLst/>
            <a:rect l="0" t="0" r="r" b="b"/>
            <a:pathLst>
              <a:path w="55562" h="51117">
                <a:moveTo>
                  <a:pt x="55562" y="25559"/>
                </a:moveTo>
                <a:lnTo>
                  <a:pt x="55007" y="30004"/>
                </a:lnTo>
                <a:lnTo>
                  <a:pt x="53896" y="34449"/>
                </a:lnTo>
                <a:lnTo>
                  <a:pt x="51673" y="38338"/>
                </a:lnTo>
                <a:lnTo>
                  <a:pt x="48895" y="42227"/>
                </a:lnTo>
                <a:lnTo>
                  <a:pt x="45561" y="45006"/>
                </a:lnTo>
                <a:lnTo>
                  <a:pt x="41672" y="47784"/>
                </a:lnTo>
                <a:lnTo>
                  <a:pt x="37227" y="49451"/>
                </a:lnTo>
                <a:lnTo>
                  <a:pt x="32782" y="50562"/>
                </a:lnTo>
                <a:lnTo>
                  <a:pt x="27781" y="51117"/>
                </a:lnTo>
                <a:lnTo>
                  <a:pt x="22781" y="50562"/>
                </a:lnTo>
                <a:lnTo>
                  <a:pt x="18336" y="49451"/>
                </a:lnTo>
                <a:lnTo>
                  <a:pt x="13891" y="47784"/>
                </a:lnTo>
                <a:lnTo>
                  <a:pt x="10001" y="45006"/>
                </a:lnTo>
                <a:lnTo>
                  <a:pt x="6667" y="42227"/>
                </a:lnTo>
                <a:lnTo>
                  <a:pt x="3889" y="38338"/>
                </a:lnTo>
                <a:lnTo>
                  <a:pt x="1667" y="34449"/>
                </a:lnTo>
                <a:lnTo>
                  <a:pt x="556" y="30004"/>
                </a:lnTo>
                <a:lnTo>
                  <a:pt x="0" y="25559"/>
                </a:lnTo>
                <a:lnTo>
                  <a:pt x="556" y="21114"/>
                </a:lnTo>
                <a:lnTo>
                  <a:pt x="1667" y="16669"/>
                </a:lnTo>
                <a:lnTo>
                  <a:pt x="3889" y="12779"/>
                </a:lnTo>
                <a:lnTo>
                  <a:pt x="6667" y="8890"/>
                </a:lnTo>
                <a:lnTo>
                  <a:pt x="10001" y="6112"/>
                </a:lnTo>
                <a:lnTo>
                  <a:pt x="13891" y="3334"/>
                </a:lnTo>
                <a:lnTo>
                  <a:pt x="18336" y="1667"/>
                </a:lnTo>
                <a:lnTo>
                  <a:pt x="22781" y="556"/>
                </a:lnTo>
                <a:lnTo>
                  <a:pt x="27781" y="0"/>
                </a:lnTo>
                <a:lnTo>
                  <a:pt x="32782" y="556"/>
                </a:lnTo>
                <a:lnTo>
                  <a:pt x="37227" y="1667"/>
                </a:lnTo>
                <a:lnTo>
                  <a:pt x="41672" y="3334"/>
                </a:lnTo>
                <a:lnTo>
                  <a:pt x="45561" y="6112"/>
                </a:lnTo>
                <a:lnTo>
                  <a:pt x="48895" y="8890"/>
                </a:lnTo>
                <a:lnTo>
                  <a:pt x="51673" y="12779"/>
                </a:lnTo>
                <a:lnTo>
                  <a:pt x="53896" y="16669"/>
                </a:lnTo>
                <a:lnTo>
                  <a:pt x="55007" y="21114"/>
                </a:lnTo>
                <a:close/>
              </a:path>
            </a:pathLst>
          </a:custGeom>
          <a:solidFill>
            <a:srgbClr val="E7CF8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27" name="Kształt 77"/>
          <p:cNvSpPr/>
          <p:nvPr/>
        </p:nvSpPr>
        <p:spPr>
          <a:xfrm>
            <a:off x="7843679" y="5021133"/>
            <a:ext cx="51117" cy="47784"/>
          </a:xfrm>
          <a:custGeom>
            <a:avLst/>
            <a:gdLst/>
            <a:ahLst/>
            <a:cxnLst/>
            <a:rect l="0" t="0" r="r" b="b"/>
            <a:pathLst>
              <a:path w="51117" h="47784">
                <a:moveTo>
                  <a:pt x="51117" y="23892"/>
                </a:moveTo>
                <a:lnTo>
                  <a:pt x="50562" y="27781"/>
                </a:lnTo>
                <a:lnTo>
                  <a:pt x="49451" y="32226"/>
                </a:lnTo>
                <a:lnTo>
                  <a:pt x="47784" y="35560"/>
                </a:lnTo>
                <a:lnTo>
                  <a:pt x="45006" y="39449"/>
                </a:lnTo>
                <a:lnTo>
                  <a:pt x="42227" y="42227"/>
                </a:lnTo>
                <a:lnTo>
                  <a:pt x="38338" y="44450"/>
                </a:lnTo>
                <a:lnTo>
                  <a:pt x="34449" y="46117"/>
                </a:lnTo>
                <a:lnTo>
                  <a:pt x="30004" y="47228"/>
                </a:lnTo>
                <a:lnTo>
                  <a:pt x="25559" y="47784"/>
                </a:lnTo>
                <a:lnTo>
                  <a:pt x="21114" y="47228"/>
                </a:lnTo>
                <a:lnTo>
                  <a:pt x="16669" y="46117"/>
                </a:lnTo>
                <a:lnTo>
                  <a:pt x="12779" y="44450"/>
                </a:lnTo>
                <a:lnTo>
                  <a:pt x="8890" y="42227"/>
                </a:lnTo>
                <a:lnTo>
                  <a:pt x="6112" y="39449"/>
                </a:lnTo>
                <a:lnTo>
                  <a:pt x="3334" y="35560"/>
                </a:lnTo>
                <a:lnTo>
                  <a:pt x="1667" y="32226"/>
                </a:lnTo>
                <a:lnTo>
                  <a:pt x="556" y="27781"/>
                </a:lnTo>
                <a:lnTo>
                  <a:pt x="0" y="23892"/>
                </a:lnTo>
                <a:lnTo>
                  <a:pt x="556" y="20002"/>
                </a:lnTo>
                <a:lnTo>
                  <a:pt x="1667" y="15557"/>
                </a:lnTo>
                <a:lnTo>
                  <a:pt x="3334" y="11668"/>
                </a:lnTo>
                <a:lnTo>
                  <a:pt x="6112" y="8334"/>
                </a:lnTo>
                <a:lnTo>
                  <a:pt x="8890" y="5556"/>
                </a:lnTo>
                <a:lnTo>
                  <a:pt x="12779" y="3334"/>
                </a:lnTo>
                <a:lnTo>
                  <a:pt x="16669" y="1667"/>
                </a:lnTo>
                <a:lnTo>
                  <a:pt x="21114" y="556"/>
                </a:lnTo>
                <a:lnTo>
                  <a:pt x="25559" y="0"/>
                </a:lnTo>
                <a:lnTo>
                  <a:pt x="30004" y="556"/>
                </a:lnTo>
                <a:lnTo>
                  <a:pt x="34449" y="1667"/>
                </a:lnTo>
                <a:lnTo>
                  <a:pt x="38338" y="3334"/>
                </a:lnTo>
                <a:lnTo>
                  <a:pt x="42227" y="5556"/>
                </a:lnTo>
                <a:lnTo>
                  <a:pt x="45006" y="8334"/>
                </a:lnTo>
                <a:lnTo>
                  <a:pt x="47784" y="11668"/>
                </a:lnTo>
                <a:lnTo>
                  <a:pt x="49451" y="15557"/>
                </a:lnTo>
                <a:lnTo>
                  <a:pt x="50562" y="20002"/>
                </a:lnTo>
                <a:close/>
              </a:path>
            </a:pathLst>
          </a:custGeom>
          <a:solidFill>
            <a:srgbClr val="FFF1C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28" name="Kształt 78"/>
          <p:cNvSpPr/>
          <p:nvPr/>
        </p:nvSpPr>
        <p:spPr>
          <a:xfrm>
            <a:off x="7850902" y="5027801"/>
            <a:ext cx="23336" cy="21114"/>
          </a:xfrm>
          <a:custGeom>
            <a:avLst/>
            <a:gdLst/>
            <a:ahLst/>
            <a:cxnLst/>
            <a:rect l="0" t="0" r="r" b="b"/>
            <a:pathLst>
              <a:path w="23336" h="21114">
                <a:moveTo>
                  <a:pt x="23336" y="10557"/>
                </a:moveTo>
                <a:lnTo>
                  <a:pt x="23336" y="12224"/>
                </a:lnTo>
                <a:lnTo>
                  <a:pt x="22781" y="13891"/>
                </a:lnTo>
                <a:lnTo>
                  <a:pt x="21669" y="16113"/>
                </a:lnTo>
                <a:lnTo>
                  <a:pt x="20558" y="17224"/>
                </a:lnTo>
                <a:lnTo>
                  <a:pt x="18891" y="18891"/>
                </a:lnTo>
                <a:lnTo>
                  <a:pt x="17780" y="19447"/>
                </a:lnTo>
                <a:lnTo>
                  <a:pt x="15557" y="20558"/>
                </a:lnTo>
                <a:lnTo>
                  <a:pt x="13891" y="21114"/>
                </a:lnTo>
                <a:lnTo>
                  <a:pt x="11668" y="21114"/>
                </a:lnTo>
                <a:lnTo>
                  <a:pt x="9446" y="21114"/>
                </a:lnTo>
                <a:lnTo>
                  <a:pt x="7779" y="20558"/>
                </a:lnTo>
                <a:lnTo>
                  <a:pt x="6112" y="19447"/>
                </a:lnTo>
                <a:lnTo>
                  <a:pt x="4445" y="18891"/>
                </a:lnTo>
                <a:lnTo>
                  <a:pt x="2778" y="17224"/>
                </a:lnTo>
                <a:lnTo>
                  <a:pt x="1667" y="16113"/>
                </a:lnTo>
                <a:lnTo>
                  <a:pt x="556" y="13891"/>
                </a:lnTo>
                <a:lnTo>
                  <a:pt x="0" y="12224"/>
                </a:lnTo>
                <a:lnTo>
                  <a:pt x="0" y="10557"/>
                </a:lnTo>
                <a:lnTo>
                  <a:pt x="0" y="8890"/>
                </a:lnTo>
                <a:lnTo>
                  <a:pt x="556" y="7223"/>
                </a:lnTo>
                <a:lnTo>
                  <a:pt x="1667" y="5556"/>
                </a:lnTo>
                <a:lnTo>
                  <a:pt x="2778" y="3889"/>
                </a:lnTo>
                <a:lnTo>
                  <a:pt x="4445" y="2222"/>
                </a:lnTo>
                <a:lnTo>
                  <a:pt x="6112" y="1667"/>
                </a:lnTo>
                <a:lnTo>
                  <a:pt x="7779" y="556"/>
                </a:lnTo>
                <a:lnTo>
                  <a:pt x="9446" y="0"/>
                </a:lnTo>
                <a:lnTo>
                  <a:pt x="11668" y="0"/>
                </a:lnTo>
                <a:lnTo>
                  <a:pt x="13891" y="0"/>
                </a:lnTo>
                <a:lnTo>
                  <a:pt x="15557" y="556"/>
                </a:lnTo>
                <a:lnTo>
                  <a:pt x="17780" y="1667"/>
                </a:lnTo>
                <a:lnTo>
                  <a:pt x="18891" y="2222"/>
                </a:lnTo>
                <a:lnTo>
                  <a:pt x="20558" y="3889"/>
                </a:lnTo>
                <a:lnTo>
                  <a:pt x="21669" y="5001"/>
                </a:lnTo>
                <a:lnTo>
                  <a:pt x="22781" y="7223"/>
                </a:lnTo>
                <a:lnTo>
                  <a:pt x="23336" y="8890"/>
                </a:lnTo>
                <a:close/>
              </a:path>
            </a:pathLst>
          </a:custGeom>
          <a:solidFill>
            <a:srgbClr val="FFFDF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29" name="Kształt 79"/>
          <p:cNvSpPr/>
          <p:nvPr/>
        </p:nvSpPr>
        <p:spPr>
          <a:xfrm>
            <a:off x="7888684" y="5029468"/>
            <a:ext cx="55562" cy="51117"/>
          </a:xfrm>
          <a:custGeom>
            <a:avLst/>
            <a:gdLst/>
            <a:ahLst/>
            <a:cxnLst/>
            <a:rect l="0" t="0" r="r" b="b"/>
            <a:pathLst>
              <a:path w="55562" h="51117">
                <a:moveTo>
                  <a:pt x="55562" y="25559"/>
                </a:moveTo>
                <a:lnTo>
                  <a:pt x="55007" y="30004"/>
                </a:lnTo>
                <a:lnTo>
                  <a:pt x="53896" y="34449"/>
                </a:lnTo>
                <a:lnTo>
                  <a:pt x="51673" y="38338"/>
                </a:lnTo>
                <a:lnTo>
                  <a:pt x="48895" y="42227"/>
                </a:lnTo>
                <a:lnTo>
                  <a:pt x="45561" y="45006"/>
                </a:lnTo>
                <a:lnTo>
                  <a:pt x="41672" y="47784"/>
                </a:lnTo>
                <a:lnTo>
                  <a:pt x="37227" y="49451"/>
                </a:lnTo>
                <a:lnTo>
                  <a:pt x="32782" y="50562"/>
                </a:lnTo>
                <a:lnTo>
                  <a:pt x="27781" y="51117"/>
                </a:lnTo>
                <a:lnTo>
                  <a:pt x="22781" y="50562"/>
                </a:lnTo>
                <a:lnTo>
                  <a:pt x="18336" y="49451"/>
                </a:lnTo>
                <a:lnTo>
                  <a:pt x="13891" y="47784"/>
                </a:lnTo>
                <a:lnTo>
                  <a:pt x="10001" y="45006"/>
                </a:lnTo>
                <a:lnTo>
                  <a:pt x="6667" y="42227"/>
                </a:lnTo>
                <a:lnTo>
                  <a:pt x="3889" y="38338"/>
                </a:lnTo>
                <a:lnTo>
                  <a:pt x="1667" y="34449"/>
                </a:lnTo>
                <a:lnTo>
                  <a:pt x="556" y="30004"/>
                </a:lnTo>
                <a:lnTo>
                  <a:pt x="0" y="25559"/>
                </a:lnTo>
                <a:lnTo>
                  <a:pt x="556" y="21114"/>
                </a:lnTo>
                <a:lnTo>
                  <a:pt x="1667" y="16669"/>
                </a:lnTo>
                <a:lnTo>
                  <a:pt x="3889" y="12779"/>
                </a:lnTo>
                <a:lnTo>
                  <a:pt x="6667" y="8890"/>
                </a:lnTo>
                <a:lnTo>
                  <a:pt x="10001" y="6112"/>
                </a:lnTo>
                <a:lnTo>
                  <a:pt x="13891" y="3334"/>
                </a:lnTo>
                <a:lnTo>
                  <a:pt x="18336" y="1667"/>
                </a:lnTo>
                <a:lnTo>
                  <a:pt x="22781" y="556"/>
                </a:lnTo>
                <a:lnTo>
                  <a:pt x="27781" y="0"/>
                </a:lnTo>
                <a:lnTo>
                  <a:pt x="32782" y="556"/>
                </a:lnTo>
                <a:lnTo>
                  <a:pt x="37227" y="1667"/>
                </a:lnTo>
                <a:lnTo>
                  <a:pt x="41672" y="3334"/>
                </a:lnTo>
                <a:lnTo>
                  <a:pt x="45561" y="6112"/>
                </a:lnTo>
                <a:lnTo>
                  <a:pt x="48895" y="8890"/>
                </a:lnTo>
                <a:lnTo>
                  <a:pt x="51673" y="12779"/>
                </a:lnTo>
                <a:lnTo>
                  <a:pt x="53896" y="16669"/>
                </a:lnTo>
                <a:lnTo>
                  <a:pt x="55007" y="21114"/>
                </a:lnTo>
                <a:close/>
              </a:path>
            </a:pathLst>
          </a:custGeom>
          <a:solidFill>
            <a:srgbClr val="E7CF8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30" name="Kształt 80"/>
          <p:cNvSpPr/>
          <p:nvPr/>
        </p:nvSpPr>
        <p:spPr>
          <a:xfrm>
            <a:off x="7888129" y="5026690"/>
            <a:ext cx="51117" cy="47784"/>
          </a:xfrm>
          <a:custGeom>
            <a:avLst/>
            <a:gdLst/>
            <a:ahLst/>
            <a:cxnLst/>
            <a:rect l="0" t="0" r="r" b="b"/>
            <a:pathLst>
              <a:path w="51117" h="47784">
                <a:moveTo>
                  <a:pt x="51117" y="23892"/>
                </a:moveTo>
                <a:lnTo>
                  <a:pt x="50562" y="27781"/>
                </a:lnTo>
                <a:lnTo>
                  <a:pt x="49451" y="32226"/>
                </a:lnTo>
                <a:lnTo>
                  <a:pt x="47784" y="35560"/>
                </a:lnTo>
                <a:lnTo>
                  <a:pt x="45006" y="39449"/>
                </a:lnTo>
                <a:lnTo>
                  <a:pt x="42227" y="42227"/>
                </a:lnTo>
                <a:lnTo>
                  <a:pt x="38338" y="44450"/>
                </a:lnTo>
                <a:lnTo>
                  <a:pt x="34449" y="46117"/>
                </a:lnTo>
                <a:lnTo>
                  <a:pt x="30004" y="47228"/>
                </a:lnTo>
                <a:lnTo>
                  <a:pt x="25559" y="47784"/>
                </a:lnTo>
                <a:lnTo>
                  <a:pt x="21114" y="47228"/>
                </a:lnTo>
                <a:lnTo>
                  <a:pt x="16669" y="46117"/>
                </a:lnTo>
                <a:lnTo>
                  <a:pt x="12779" y="44450"/>
                </a:lnTo>
                <a:lnTo>
                  <a:pt x="8890" y="42227"/>
                </a:lnTo>
                <a:lnTo>
                  <a:pt x="6112" y="39449"/>
                </a:lnTo>
                <a:lnTo>
                  <a:pt x="3334" y="35560"/>
                </a:lnTo>
                <a:lnTo>
                  <a:pt x="1667" y="32226"/>
                </a:lnTo>
                <a:lnTo>
                  <a:pt x="556" y="27781"/>
                </a:lnTo>
                <a:lnTo>
                  <a:pt x="0" y="23892"/>
                </a:lnTo>
                <a:lnTo>
                  <a:pt x="556" y="20002"/>
                </a:lnTo>
                <a:lnTo>
                  <a:pt x="1667" y="15557"/>
                </a:lnTo>
                <a:lnTo>
                  <a:pt x="3334" y="11668"/>
                </a:lnTo>
                <a:lnTo>
                  <a:pt x="6112" y="8334"/>
                </a:lnTo>
                <a:lnTo>
                  <a:pt x="8890" y="5556"/>
                </a:lnTo>
                <a:lnTo>
                  <a:pt x="12779" y="3334"/>
                </a:lnTo>
                <a:lnTo>
                  <a:pt x="16669" y="1667"/>
                </a:lnTo>
                <a:lnTo>
                  <a:pt x="21114" y="556"/>
                </a:lnTo>
                <a:lnTo>
                  <a:pt x="25559" y="0"/>
                </a:lnTo>
                <a:lnTo>
                  <a:pt x="30004" y="556"/>
                </a:lnTo>
                <a:lnTo>
                  <a:pt x="34449" y="1667"/>
                </a:lnTo>
                <a:lnTo>
                  <a:pt x="38338" y="3334"/>
                </a:lnTo>
                <a:lnTo>
                  <a:pt x="42227" y="5556"/>
                </a:lnTo>
                <a:lnTo>
                  <a:pt x="45006" y="8334"/>
                </a:lnTo>
                <a:lnTo>
                  <a:pt x="47784" y="11668"/>
                </a:lnTo>
                <a:lnTo>
                  <a:pt x="49451" y="15557"/>
                </a:lnTo>
                <a:lnTo>
                  <a:pt x="50562" y="20002"/>
                </a:lnTo>
                <a:close/>
              </a:path>
            </a:pathLst>
          </a:custGeom>
          <a:solidFill>
            <a:srgbClr val="F8E7B0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31" name="Kształt 81"/>
          <p:cNvSpPr/>
          <p:nvPr/>
        </p:nvSpPr>
        <p:spPr>
          <a:xfrm>
            <a:off x="7895352" y="5033357"/>
            <a:ext cx="23336" cy="21114"/>
          </a:xfrm>
          <a:custGeom>
            <a:avLst/>
            <a:gdLst/>
            <a:ahLst/>
            <a:cxnLst/>
            <a:rect l="0" t="0" r="r" b="b"/>
            <a:pathLst>
              <a:path w="23336" h="21114">
                <a:moveTo>
                  <a:pt x="23336" y="10557"/>
                </a:moveTo>
                <a:lnTo>
                  <a:pt x="23336" y="12224"/>
                </a:lnTo>
                <a:lnTo>
                  <a:pt x="22781" y="13891"/>
                </a:lnTo>
                <a:lnTo>
                  <a:pt x="21669" y="16113"/>
                </a:lnTo>
                <a:lnTo>
                  <a:pt x="20558" y="17224"/>
                </a:lnTo>
                <a:lnTo>
                  <a:pt x="18891" y="18891"/>
                </a:lnTo>
                <a:lnTo>
                  <a:pt x="17224" y="19447"/>
                </a:lnTo>
                <a:lnTo>
                  <a:pt x="15557" y="20558"/>
                </a:lnTo>
                <a:lnTo>
                  <a:pt x="13891" y="21114"/>
                </a:lnTo>
                <a:lnTo>
                  <a:pt x="11668" y="21114"/>
                </a:lnTo>
                <a:lnTo>
                  <a:pt x="9446" y="21114"/>
                </a:lnTo>
                <a:lnTo>
                  <a:pt x="7779" y="20558"/>
                </a:lnTo>
                <a:lnTo>
                  <a:pt x="6112" y="19447"/>
                </a:lnTo>
                <a:lnTo>
                  <a:pt x="4445" y="18891"/>
                </a:lnTo>
                <a:lnTo>
                  <a:pt x="2778" y="17224"/>
                </a:lnTo>
                <a:lnTo>
                  <a:pt x="1667" y="16113"/>
                </a:lnTo>
                <a:lnTo>
                  <a:pt x="556" y="13891"/>
                </a:lnTo>
                <a:lnTo>
                  <a:pt x="0" y="12224"/>
                </a:lnTo>
                <a:lnTo>
                  <a:pt x="0" y="10557"/>
                </a:lnTo>
                <a:lnTo>
                  <a:pt x="0" y="8890"/>
                </a:lnTo>
                <a:lnTo>
                  <a:pt x="556" y="7223"/>
                </a:lnTo>
                <a:lnTo>
                  <a:pt x="1667" y="5556"/>
                </a:lnTo>
                <a:lnTo>
                  <a:pt x="2778" y="3889"/>
                </a:lnTo>
                <a:lnTo>
                  <a:pt x="4445" y="2222"/>
                </a:lnTo>
                <a:lnTo>
                  <a:pt x="5556" y="1667"/>
                </a:lnTo>
                <a:lnTo>
                  <a:pt x="7779" y="556"/>
                </a:lnTo>
                <a:lnTo>
                  <a:pt x="9446" y="0"/>
                </a:lnTo>
                <a:lnTo>
                  <a:pt x="11668" y="0"/>
                </a:lnTo>
                <a:lnTo>
                  <a:pt x="13891" y="0"/>
                </a:lnTo>
                <a:lnTo>
                  <a:pt x="15557" y="556"/>
                </a:lnTo>
                <a:lnTo>
                  <a:pt x="17224" y="1667"/>
                </a:lnTo>
                <a:lnTo>
                  <a:pt x="18891" y="2222"/>
                </a:lnTo>
                <a:lnTo>
                  <a:pt x="20558" y="3889"/>
                </a:lnTo>
                <a:lnTo>
                  <a:pt x="21669" y="5001"/>
                </a:lnTo>
                <a:lnTo>
                  <a:pt x="22781" y="7223"/>
                </a:lnTo>
                <a:lnTo>
                  <a:pt x="23336" y="8890"/>
                </a:lnTo>
                <a:close/>
              </a:path>
            </a:pathLst>
          </a:custGeom>
          <a:solidFill>
            <a:srgbClr val="FFFDF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32" name="Kształt 82"/>
          <p:cNvSpPr/>
          <p:nvPr/>
        </p:nvSpPr>
        <p:spPr>
          <a:xfrm>
            <a:off x="7927578" y="5046137"/>
            <a:ext cx="55562" cy="51117"/>
          </a:xfrm>
          <a:custGeom>
            <a:avLst/>
            <a:gdLst/>
            <a:ahLst/>
            <a:cxnLst/>
            <a:rect l="0" t="0" r="r" b="b"/>
            <a:pathLst>
              <a:path w="55562" h="51117">
                <a:moveTo>
                  <a:pt x="55562" y="25559"/>
                </a:moveTo>
                <a:lnTo>
                  <a:pt x="55007" y="30004"/>
                </a:lnTo>
                <a:lnTo>
                  <a:pt x="53896" y="34449"/>
                </a:lnTo>
                <a:lnTo>
                  <a:pt x="51673" y="38338"/>
                </a:lnTo>
                <a:lnTo>
                  <a:pt x="48895" y="42227"/>
                </a:lnTo>
                <a:lnTo>
                  <a:pt x="45561" y="45006"/>
                </a:lnTo>
                <a:lnTo>
                  <a:pt x="41672" y="47784"/>
                </a:lnTo>
                <a:lnTo>
                  <a:pt x="37227" y="49451"/>
                </a:lnTo>
                <a:lnTo>
                  <a:pt x="32782" y="50562"/>
                </a:lnTo>
                <a:lnTo>
                  <a:pt x="27781" y="51117"/>
                </a:lnTo>
                <a:lnTo>
                  <a:pt x="22781" y="50562"/>
                </a:lnTo>
                <a:lnTo>
                  <a:pt x="18336" y="49451"/>
                </a:lnTo>
                <a:lnTo>
                  <a:pt x="13891" y="47784"/>
                </a:lnTo>
                <a:lnTo>
                  <a:pt x="10001" y="45006"/>
                </a:lnTo>
                <a:lnTo>
                  <a:pt x="6667" y="42227"/>
                </a:lnTo>
                <a:lnTo>
                  <a:pt x="3889" y="38338"/>
                </a:lnTo>
                <a:lnTo>
                  <a:pt x="1667" y="34449"/>
                </a:lnTo>
                <a:lnTo>
                  <a:pt x="556" y="30004"/>
                </a:lnTo>
                <a:lnTo>
                  <a:pt x="0" y="25559"/>
                </a:lnTo>
                <a:lnTo>
                  <a:pt x="556" y="21114"/>
                </a:lnTo>
                <a:lnTo>
                  <a:pt x="1667" y="16669"/>
                </a:lnTo>
                <a:lnTo>
                  <a:pt x="3889" y="12779"/>
                </a:lnTo>
                <a:lnTo>
                  <a:pt x="6667" y="8890"/>
                </a:lnTo>
                <a:lnTo>
                  <a:pt x="10001" y="6112"/>
                </a:lnTo>
                <a:lnTo>
                  <a:pt x="13891" y="3334"/>
                </a:lnTo>
                <a:lnTo>
                  <a:pt x="18336" y="1667"/>
                </a:lnTo>
                <a:lnTo>
                  <a:pt x="22781" y="556"/>
                </a:lnTo>
                <a:lnTo>
                  <a:pt x="27781" y="0"/>
                </a:lnTo>
                <a:lnTo>
                  <a:pt x="32782" y="556"/>
                </a:lnTo>
                <a:lnTo>
                  <a:pt x="37227" y="1667"/>
                </a:lnTo>
                <a:lnTo>
                  <a:pt x="41672" y="3334"/>
                </a:lnTo>
                <a:lnTo>
                  <a:pt x="45561" y="6112"/>
                </a:lnTo>
                <a:lnTo>
                  <a:pt x="48895" y="8890"/>
                </a:lnTo>
                <a:lnTo>
                  <a:pt x="51673" y="12779"/>
                </a:lnTo>
                <a:lnTo>
                  <a:pt x="53896" y="16669"/>
                </a:lnTo>
                <a:lnTo>
                  <a:pt x="55007" y="21114"/>
                </a:lnTo>
                <a:close/>
              </a:path>
            </a:pathLst>
          </a:custGeom>
          <a:solidFill>
            <a:srgbClr val="E7CF8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33" name="Kształt 83"/>
          <p:cNvSpPr/>
          <p:nvPr/>
        </p:nvSpPr>
        <p:spPr>
          <a:xfrm>
            <a:off x="7927022" y="5043358"/>
            <a:ext cx="51117" cy="47784"/>
          </a:xfrm>
          <a:custGeom>
            <a:avLst/>
            <a:gdLst/>
            <a:ahLst/>
            <a:cxnLst/>
            <a:rect l="0" t="0" r="r" b="b"/>
            <a:pathLst>
              <a:path w="51117" h="47784">
                <a:moveTo>
                  <a:pt x="51117" y="23892"/>
                </a:moveTo>
                <a:lnTo>
                  <a:pt x="50562" y="27781"/>
                </a:lnTo>
                <a:lnTo>
                  <a:pt x="49451" y="32226"/>
                </a:lnTo>
                <a:lnTo>
                  <a:pt x="47784" y="35560"/>
                </a:lnTo>
                <a:lnTo>
                  <a:pt x="45006" y="39449"/>
                </a:lnTo>
                <a:lnTo>
                  <a:pt x="42227" y="42227"/>
                </a:lnTo>
                <a:lnTo>
                  <a:pt x="38338" y="44450"/>
                </a:lnTo>
                <a:lnTo>
                  <a:pt x="34449" y="46117"/>
                </a:lnTo>
                <a:lnTo>
                  <a:pt x="30004" y="47228"/>
                </a:lnTo>
                <a:lnTo>
                  <a:pt x="25559" y="47784"/>
                </a:lnTo>
                <a:lnTo>
                  <a:pt x="21114" y="47228"/>
                </a:lnTo>
                <a:lnTo>
                  <a:pt x="16669" y="46117"/>
                </a:lnTo>
                <a:lnTo>
                  <a:pt x="12779" y="44450"/>
                </a:lnTo>
                <a:lnTo>
                  <a:pt x="8890" y="42227"/>
                </a:lnTo>
                <a:lnTo>
                  <a:pt x="6112" y="39449"/>
                </a:lnTo>
                <a:lnTo>
                  <a:pt x="3334" y="35560"/>
                </a:lnTo>
                <a:lnTo>
                  <a:pt x="1667" y="32226"/>
                </a:lnTo>
                <a:lnTo>
                  <a:pt x="556" y="27781"/>
                </a:lnTo>
                <a:lnTo>
                  <a:pt x="0" y="23892"/>
                </a:lnTo>
                <a:lnTo>
                  <a:pt x="556" y="20002"/>
                </a:lnTo>
                <a:lnTo>
                  <a:pt x="1667" y="15557"/>
                </a:lnTo>
                <a:lnTo>
                  <a:pt x="3334" y="12224"/>
                </a:lnTo>
                <a:lnTo>
                  <a:pt x="6112" y="8334"/>
                </a:lnTo>
                <a:lnTo>
                  <a:pt x="8890" y="5556"/>
                </a:lnTo>
                <a:lnTo>
                  <a:pt x="12779" y="3334"/>
                </a:lnTo>
                <a:lnTo>
                  <a:pt x="16669" y="1667"/>
                </a:lnTo>
                <a:lnTo>
                  <a:pt x="21114" y="556"/>
                </a:lnTo>
                <a:lnTo>
                  <a:pt x="25559" y="0"/>
                </a:lnTo>
                <a:lnTo>
                  <a:pt x="30004" y="556"/>
                </a:lnTo>
                <a:lnTo>
                  <a:pt x="34449" y="1667"/>
                </a:lnTo>
                <a:lnTo>
                  <a:pt x="38338" y="3334"/>
                </a:lnTo>
                <a:lnTo>
                  <a:pt x="42227" y="5556"/>
                </a:lnTo>
                <a:lnTo>
                  <a:pt x="45006" y="8334"/>
                </a:lnTo>
                <a:lnTo>
                  <a:pt x="47784" y="11668"/>
                </a:lnTo>
                <a:lnTo>
                  <a:pt x="49451" y="15557"/>
                </a:lnTo>
                <a:lnTo>
                  <a:pt x="50562" y="20002"/>
                </a:lnTo>
                <a:close/>
              </a:path>
            </a:pathLst>
          </a:custGeom>
          <a:solidFill>
            <a:srgbClr val="FFF1C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34" name="Kształt 84"/>
          <p:cNvSpPr/>
          <p:nvPr/>
        </p:nvSpPr>
        <p:spPr>
          <a:xfrm>
            <a:off x="7934246" y="5050026"/>
            <a:ext cx="23336" cy="21114"/>
          </a:xfrm>
          <a:custGeom>
            <a:avLst/>
            <a:gdLst/>
            <a:ahLst/>
            <a:cxnLst/>
            <a:rect l="0" t="0" r="r" b="b"/>
            <a:pathLst>
              <a:path w="23336" h="21114">
                <a:moveTo>
                  <a:pt x="23336" y="10557"/>
                </a:moveTo>
                <a:lnTo>
                  <a:pt x="23336" y="12224"/>
                </a:lnTo>
                <a:lnTo>
                  <a:pt x="22781" y="13891"/>
                </a:lnTo>
                <a:lnTo>
                  <a:pt x="21669" y="16113"/>
                </a:lnTo>
                <a:lnTo>
                  <a:pt x="20558" y="17224"/>
                </a:lnTo>
                <a:lnTo>
                  <a:pt x="18891" y="18891"/>
                </a:lnTo>
                <a:lnTo>
                  <a:pt x="17224" y="19447"/>
                </a:lnTo>
                <a:lnTo>
                  <a:pt x="15557" y="20558"/>
                </a:lnTo>
                <a:lnTo>
                  <a:pt x="13891" y="21114"/>
                </a:lnTo>
                <a:lnTo>
                  <a:pt x="11668" y="21114"/>
                </a:lnTo>
                <a:lnTo>
                  <a:pt x="9446" y="21114"/>
                </a:lnTo>
                <a:lnTo>
                  <a:pt x="7779" y="20558"/>
                </a:lnTo>
                <a:lnTo>
                  <a:pt x="6112" y="19447"/>
                </a:lnTo>
                <a:lnTo>
                  <a:pt x="4445" y="18891"/>
                </a:lnTo>
                <a:lnTo>
                  <a:pt x="2778" y="17224"/>
                </a:lnTo>
                <a:lnTo>
                  <a:pt x="1667" y="16113"/>
                </a:lnTo>
                <a:lnTo>
                  <a:pt x="556" y="13891"/>
                </a:lnTo>
                <a:lnTo>
                  <a:pt x="0" y="12224"/>
                </a:lnTo>
                <a:lnTo>
                  <a:pt x="0" y="10557"/>
                </a:lnTo>
                <a:lnTo>
                  <a:pt x="0" y="8890"/>
                </a:lnTo>
                <a:lnTo>
                  <a:pt x="556" y="7223"/>
                </a:lnTo>
                <a:lnTo>
                  <a:pt x="1667" y="5556"/>
                </a:lnTo>
                <a:lnTo>
                  <a:pt x="2778" y="3889"/>
                </a:lnTo>
                <a:lnTo>
                  <a:pt x="4445" y="2222"/>
                </a:lnTo>
                <a:lnTo>
                  <a:pt x="5556" y="1667"/>
                </a:lnTo>
                <a:lnTo>
                  <a:pt x="7779" y="556"/>
                </a:lnTo>
                <a:lnTo>
                  <a:pt x="9446" y="0"/>
                </a:lnTo>
                <a:lnTo>
                  <a:pt x="11668" y="0"/>
                </a:lnTo>
                <a:lnTo>
                  <a:pt x="13891" y="0"/>
                </a:lnTo>
                <a:lnTo>
                  <a:pt x="15557" y="556"/>
                </a:lnTo>
                <a:lnTo>
                  <a:pt x="17224" y="1667"/>
                </a:lnTo>
                <a:lnTo>
                  <a:pt x="18891" y="2222"/>
                </a:lnTo>
                <a:lnTo>
                  <a:pt x="20558" y="3889"/>
                </a:lnTo>
                <a:lnTo>
                  <a:pt x="21669" y="5556"/>
                </a:lnTo>
                <a:lnTo>
                  <a:pt x="22781" y="7223"/>
                </a:lnTo>
                <a:lnTo>
                  <a:pt x="23336" y="8890"/>
                </a:lnTo>
                <a:close/>
              </a:path>
            </a:pathLst>
          </a:custGeom>
          <a:solidFill>
            <a:srgbClr val="FFFDF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35" name="Kształt 85"/>
          <p:cNvSpPr/>
          <p:nvPr/>
        </p:nvSpPr>
        <p:spPr>
          <a:xfrm>
            <a:off x="7860903" y="4985018"/>
            <a:ext cx="55562" cy="51117"/>
          </a:xfrm>
          <a:custGeom>
            <a:avLst/>
            <a:gdLst/>
            <a:ahLst/>
            <a:cxnLst/>
            <a:rect l="0" t="0" r="r" b="b"/>
            <a:pathLst>
              <a:path w="55562" h="51117">
                <a:moveTo>
                  <a:pt x="55562" y="25559"/>
                </a:moveTo>
                <a:lnTo>
                  <a:pt x="55007" y="30004"/>
                </a:lnTo>
                <a:lnTo>
                  <a:pt x="53896" y="34449"/>
                </a:lnTo>
                <a:lnTo>
                  <a:pt x="51673" y="38338"/>
                </a:lnTo>
                <a:lnTo>
                  <a:pt x="48895" y="42227"/>
                </a:lnTo>
                <a:lnTo>
                  <a:pt x="45561" y="45006"/>
                </a:lnTo>
                <a:lnTo>
                  <a:pt x="41672" y="47784"/>
                </a:lnTo>
                <a:lnTo>
                  <a:pt x="37227" y="49451"/>
                </a:lnTo>
                <a:lnTo>
                  <a:pt x="32782" y="50562"/>
                </a:lnTo>
                <a:lnTo>
                  <a:pt x="27781" y="51117"/>
                </a:lnTo>
                <a:lnTo>
                  <a:pt x="22781" y="50562"/>
                </a:lnTo>
                <a:lnTo>
                  <a:pt x="18336" y="49451"/>
                </a:lnTo>
                <a:lnTo>
                  <a:pt x="13891" y="47784"/>
                </a:lnTo>
                <a:lnTo>
                  <a:pt x="10001" y="45006"/>
                </a:lnTo>
                <a:lnTo>
                  <a:pt x="6667" y="42227"/>
                </a:lnTo>
                <a:lnTo>
                  <a:pt x="3889" y="38338"/>
                </a:lnTo>
                <a:lnTo>
                  <a:pt x="1667" y="34449"/>
                </a:lnTo>
                <a:lnTo>
                  <a:pt x="556" y="30004"/>
                </a:lnTo>
                <a:lnTo>
                  <a:pt x="0" y="25559"/>
                </a:lnTo>
                <a:lnTo>
                  <a:pt x="556" y="21114"/>
                </a:lnTo>
                <a:lnTo>
                  <a:pt x="1667" y="16669"/>
                </a:lnTo>
                <a:lnTo>
                  <a:pt x="3889" y="12779"/>
                </a:lnTo>
                <a:lnTo>
                  <a:pt x="6667" y="8890"/>
                </a:lnTo>
                <a:lnTo>
                  <a:pt x="10001" y="6112"/>
                </a:lnTo>
                <a:lnTo>
                  <a:pt x="13891" y="3334"/>
                </a:lnTo>
                <a:lnTo>
                  <a:pt x="18336" y="1667"/>
                </a:lnTo>
                <a:lnTo>
                  <a:pt x="22781" y="556"/>
                </a:lnTo>
                <a:lnTo>
                  <a:pt x="27781" y="0"/>
                </a:lnTo>
                <a:lnTo>
                  <a:pt x="32782" y="556"/>
                </a:lnTo>
                <a:lnTo>
                  <a:pt x="37227" y="1667"/>
                </a:lnTo>
                <a:lnTo>
                  <a:pt x="41672" y="3334"/>
                </a:lnTo>
                <a:lnTo>
                  <a:pt x="45561" y="6112"/>
                </a:lnTo>
                <a:lnTo>
                  <a:pt x="48895" y="8890"/>
                </a:lnTo>
                <a:lnTo>
                  <a:pt x="51673" y="12779"/>
                </a:lnTo>
                <a:lnTo>
                  <a:pt x="53896" y="16669"/>
                </a:lnTo>
                <a:lnTo>
                  <a:pt x="55007" y="21114"/>
                </a:lnTo>
                <a:close/>
              </a:path>
            </a:pathLst>
          </a:custGeom>
          <a:solidFill>
            <a:srgbClr val="E7CF8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36" name="Kształt 86"/>
          <p:cNvSpPr/>
          <p:nvPr/>
        </p:nvSpPr>
        <p:spPr>
          <a:xfrm>
            <a:off x="7860347" y="4982240"/>
            <a:ext cx="51117" cy="47784"/>
          </a:xfrm>
          <a:custGeom>
            <a:avLst/>
            <a:gdLst/>
            <a:ahLst/>
            <a:cxnLst/>
            <a:rect l="0" t="0" r="r" b="b"/>
            <a:pathLst>
              <a:path w="51117" h="47784">
                <a:moveTo>
                  <a:pt x="51117" y="23892"/>
                </a:moveTo>
                <a:lnTo>
                  <a:pt x="50562" y="27781"/>
                </a:lnTo>
                <a:lnTo>
                  <a:pt x="49451" y="32226"/>
                </a:lnTo>
                <a:lnTo>
                  <a:pt x="47784" y="35560"/>
                </a:lnTo>
                <a:lnTo>
                  <a:pt x="45006" y="39449"/>
                </a:lnTo>
                <a:lnTo>
                  <a:pt x="42227" y="42227"/>
                </a:lnTo>
                <a:lnTo>
                  <a:pt x="38338" y="44450"/>
                </a:lnTo>
                <a:lnTo>
                  <a:pt x="34449" y="46117"/>
                </a:lnTo>
                <a:lnTo>
                  <a:pt x="30004" y="47228"/>
                </a:lnTo>
                <a:lnTo>
                  <a:pt x="25559" y="47784"/>
                </a:lnTo>
                <a:lnTo>
                  <a:pt x="21114" y="47228"/>
                </a:lnTo>
                <a:lnTo>
                  <a:pt x="16669" y="46117"/>
                </a:lnTo>
                <a:lnTo>
                  <a:pt x="12779" y="44450"/>
                </a:lnTo>
                <a:lnTo>
                  <a:pt x="8890" y="42227"/>
                </a:lnTo>
                <a:lnTo>
                  <a:pt x="6112" y="39449"/>
                </a:lnTo>
                <a:lnTo>
                  <a:pt x="3334" y="35560"/>
                </a:lnTo>
                <a:lnTo>
                  <a:pt x="1667" y="32226"/>
                </a:lnTo>
                <a:lnTo>
                  <a:pt x="556" y="27781"/>
                </a:lnTo>
                <a:lnTo>
                  <a:pt x="0" y="23892"/>
                </a:lnTo>
                <a:lnTo>
                  <a:pt x="556" y="20002"/>
                </a:lnTo>
                <a:lnTo>
                  <a:pt x="1667" y="15557"/>
                </a:lnTo>
                <a:lnTo>
                  <a:pt x="3334" y="11668"/>
                </a:lnTo>
                <a:lnTo>
                  <a:pt x="6112" y="8334"/>
                </a:lnTo>
                <a:lnTo>
                  <a:pt x="8890" y="5556"/>
                </a:lnTo>
                <a:lnTo>
                  <a:pt x="12779" y="3334"/>
                </a:lnTo>
                <a:lnTo>
                  <a:pt x="16669" y="1667"/>
                </a:lnTo>
                <a:lnTo>
                  <a:pt x="21114" y="556"/>
                </a:lnTo>
                <a:lnTo>
                  <a:pt x="25559" y="0"/>
                </a:lnTo>
                <a:lnTo>
                  <a:pt x="30004" y="556"/>
                </a:lnTo>
                <a:lnTo>
                  <a:pt x="34449" y="1667"/>
                </a:lnTo>
                <a:lnTo>
                  <a:pt x="38338" y="3334"/>
                </a:lnTo>
                <a:lnTo>
                  <a:pt x="42227" y="5556"/>
                </a:lnTo>
                <a:lnTo>
                  <a:pt x="45006" y="8334"/>
                </a:lnTo>
                <a:lnTo>
                  <a:pt x="47784" y="11668"/>
                </a:lnTo>
                <a:lnTo>
                  <a:pt x="49451" y="15557"/>
                </a:lnTo>
                <a:lnTo>
                  <a:pt x="50562" y="20002"/>
                </a:lnTo>
                <a:close/>
              </a:path>
            </a:pathLst>
          </a:custGeom>
          <a:solidFill>
            <a:srgbClr val="F8E7B0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37" name="Kształt 87"/>
          <p:cNvSpPr/>
          <p:nvPr/>
        </p:nvSpPr>
        <p:spPr>
          <a:xfrm>
            <a:off x="7867571" y="4988907"/>
            <a:ext cx="23336" cy="21114"/>
          </a:xfrm>
          <a:custGeom>
            <a:avLst/>
            <a:gdLst/>
            <a:ahLst/>
            <a:cxnLst/>
            <a:rect l="0" t="0" r="r" b="b"/>
            <a:pathLst>
              <a:path w="23336" h="21114">
                <a:moveTo>
                  <a:pt x="23336" y="10557"/>
                </a:moveTo>
                <a:lnTo>
                  <a:pt x="23336" y="12224"/>
                </a:lnTo>
                <a:lnTo>
                  <a:pt x="22781" y="13891"/>
                </a:lnTo>
                <a:lnTo>
                  <a:pt x="21669" y="16113"/>
                </a:lnTo>
                <a:lnTo>
                  <a:pt x="20558" y="17224"/>
                </a:lnTo>
                <a:lnTo>
                  <a:pt x="18891" y="18891"/>
                </a:lnTo>
                <a:lnTo>
                  <a:pt x="17780" y="19447"/>
                </a:lnTo>
                <a:lnTo>
                  <a:pt x="15557" y="20558"/>
                </a:lnTo>
                <a:lnTo>
                  <a:pt x="13891" y="21114"/>
                </a:lnTo>
                <a:lnTo>
                  <a:pt x="11668" y="21114"/>
                </a:lnTo>
                <a:lnTo>
                  <a:pt x="9446" y="21114"/>
                </a:lnTo>
                <a:lnTo>
                  <a:pt x="7779" y="20558"/>
                </a:lnTo>
                <a:lnTo>
                  <a:pt x="6112" y="19447"/>
                </a:lnTo>
                <a:lnTo>
                  <a:pt x="4445" y="18891"/>
                </a:lnTo>
                <a:lnTo>
                  <a:pt x="2778" y="17224"/>
                </a:lnTo>
                <a:lnTo>
                  <a:pt x="1667" y="16113"/>
                </a:lnTo>
                <a:lnTo>
                  <a:pt x="556" y="13891"/>
                </a:lnTo>
                <a:lnTo>
                  <a:pt x="0" y="12224"/>
                </a:lnTo>
                <a:lnTo>
                  <a:pt x="0" y="10557"/>
                </a:lnTo>
                <a:lnTo>
                  <a:pt x="0" y="8890"/>
                </a:lnTo>
                <a:lnTo>
                  <a:pt x="556" y="7223"/>
                </a:lnTo>
                <a:lnTo>
                  <a:pt x="1667" y="5001"/>
                </a:lnTo>
                <a:lnTo>
                  <a:pt x="2778" y="3889"/>
                </a:lnTo>
                <a:lnTo>
                  <a:pt x="4445" y="2222"/>
                </a:lnTo>
                <a:lnTo>
                  <a:pt x="6112" y="1667"/>
                </a:lnTo>
                <a:lnTo>
                  <a:pt x="7779" y="556"/>
                </a:lnTo>
                <a:lnTo>
                  <a:pt x="9446" y="0"/>
                </a:lnTo>
                <a:lnTo>
                  <a:pt x="11668" y="0"/>
                </a:lnTo>
                <a:lnTo>
                  <a:pt x="13891" y="0"/>
                </a:lnTo>
                <a:lnTo>
                  <a:pt x="15557" y="556"/>
                </a:lnTo>
                <a:lnTo>
                  <a:pt x="17780" y="1667"/>
                </a:lnTo>
                <a:lnTo>
                  <a:pt x="18891" y="2222"/>
                </a:lnTo>
                <a:lnTo>
                  <a:pt x="20558" y="3889"/>
                </a:lnTo>
                <a:lnTo>
                  <a:pt x="21669" y="5001"/>
                </a:lnTo>
                <a:lnTo>
                  <a:pt x="22781" y="7223"/>
                </a:lnTo>
                <a:lnTo>
                  <a:pt x="23336" y="8890"/>
                </a:lnTo>
                <a:close/>
              </a:path>
            </a:pathLst>
          </a:custGeom>
          <a:solidFill>
            <a:srgbClr val="FFFDF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38" name="Kształt 88"/>
          <p:cNvSpPr/>
          <p:nvPr/>
        </p:nvSpPr>
        <p:spPr>
          <a:xfrm>
            <a:off x="7816453" y="4993352"/>
            <a:ext cx="55562" cy="51117"/>
          </a:xfrm>
          <a:custGeom>
            <a:avLst/>
            <a:gdLst/>
            <a:ahLst/>
            <a:cxnLst/>
            <a:rect l="0" t="0" r="r" b="b"/>
            <a:pathLst>
              <a:path w="55562" h="51117">
                <a:moveTo>
                  <a:pt x="55562" y="25559"/>
                </a:moveTo>
                <a:lnTo>
                  <a:pt x="55007" y="30004"/>
                </a:lnTo>
                <a:lnTo>
                  <a:pt x="53896" y="34449"/>
                </a:lnTo>
                <a:lnTo>
                  <a:pt x="51673" y="38338"/>
                </a:lnTo>
                <a:lnTo>
                  <a:pt x="48895" y="42227"/>
                </a:lnTo>
                <a:lnTo>
                  <a:pt x="45561" y="45006"/>
                </a:lnTo>
                <a:lnTo>
                  <a:pt x="41672" y="47784"/>
                </a:lnTo>
                <a:lnTo>
                  <a:pt x="37227" y="49451"/>
                </a:lnTo>
                <a:lnTo>
                  <a:pt x="32782" y="50562"/>
                </a:lnTo>
                <a:lnTo>
                  <a:pt x="27781" y="51117"/>
                </a:lnTo>
                <a:lnTo>
                  <a:pt x="22781" y="50562"/>
                </a:lnTo>
                <a:lnTo>
                  <a:pt x="18336" y="49451"/>
                </a:lnTo>
                <a:lnTo>
                  <a:pt x="13891" y="47784"/>
                </a:lnTo>
                <a:lnTo>
                  <a:pt x="10001" y="45006"/>
                </a:lnTo>
                <a:lnTo>
                  <a:pt x="6667" y="42227"/>
                </a:lnTo>
                <a:lnTo>
                  <a:pt x="3889" y="38338"/>
                </a:lnTo>
                <a:lnTo>
                  <a:pt x="1667" y="34449"/>
                </a:lnTo>
                <a:lnTo>
                  <a:pt x="556" y="30004"/>
                </a:lnTo>
                <a:lnTo>
                  <a:pt x="0" y="25559"/>
                </a:lnTo>
                <a:lnTo>
                  <a:pt x="556" y="21114"/>
                </a:lnTo>
                <a:lnTo>
                  <a:pt x="1667" y="16669"/>
                </a:lnTo>
                <a:lnTo>
                  <a:pt x="3889" y="12779"/>
                </a:lnTo>
                <a:lnTo>
                  <a:pt x="6667" y="8890"/>
                </a:lnTo>
                <a:lnTo>
                  <a:pt x="10001" y="6112"/>
                </a:lnTo>
                <a:lnTo>
                  <a:pt x="13891" y="3334"/>
                </a:lnTo>
                <a:lnTo>
                  <a:pt x="18336" y="1667"/>
                </a:lnTo>
                <a:lnTo>
                  <a:pt x="22781" y="556"/>
                </a:lnTo>
                <a:lnTo>
                  <a:pt x="27781" y="0"/>
                </a:lnTo>
                <a:lnTo>
                  <a:pt x="32782" y="556"/>
                </a:lnTo>
                <a:lnTo>
                  <a:pt x="37227" y="1667"/>
                </a:lnTo>
                <a:lnTo>
                  <a:pt x="41672" y="3334"/>
                </a:lnTo>
                <a:lnTo>
                  <a:pt x="45561" y="6112"/>
                </a:lnTo>
                <a:lnTo>
                  <a:pt x="48895" y="8890"/>
                </a:lnTo>
                <a:lnTo>
                  <a:pt x="51673" y="12779"/>
                </a:lnTo>
                <a:lnTo>
                  <a:pt x="53896" y="16669"/>
                </a:lnTo>
                <a:lnTo>
                  <a:pt x="55007" y="21114"/>
                </a:lnTo>
                <a:close/>
              </a:path>
            </a:pathLst>
          </a:custGeom>
          <a:solidFill>
            <a:srgbClr val="E7CF8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39" name="Kształt 89"/>
          <p:cNvSpPr/>
          <p:nvPr/>
        </p:nvSpPr>
        <p:spPr>
          <a:xfrm>
            <a:off x="7815897" y="4990574"/>
            <a:ext cx="51117" cy="47784"/>
          </a:xfrm>
          <a:custGeom>
            <a:avLst/>
            <a:gdLst/>
            <a:ahLst/>
            <a:cxnLst/>
            <a:rect l="0" t="0" r="r" b="b"/>
            <a:pathLst>
              <a:path w="51117" h="47784">
                <a:moveTo>
                  <a:pt x="51117" y="23892"/>
                </a:moveTo>
                <a:lnTo>
                  <a:pt x="50562" y="27781"/>
                </a:lnTo>
                <a:lnTo>
                  <a:pt x="49451" y="32226"/>
                </a:lnTo>
                <a:lnTo>
                  <a:pt x="47784" y="35560"/>
                </a:lnTo>
                <a:lnTo>
                  <a:pt x="45006" y="39449"/>
                </a:lnTo>
                <a:lnTo>
                  <a:pt x="42227" y="42227"/>
                </a:lnTo>
                <a:lnTo>
                  <a:pt x="38338" y="44450"/>
                </a:lnTo>
                <a:lnTo>
                  <a:pt x="34449" y="46117"/>
                </a:lnTo>
                <a:lnTo>
                  <a:pt x="30004" y="47228"/>
                </a:lnTo>
                <a:lnTo>
                  <a:pt x="25559" y="47784"/>
                </a:lnTo>
                <a:lnTo>
                  <a:pt x="21114" y="47228"/>
                </a:lnTo>
                <a:lnTo>
                  <a:pt x="16669" y="46117"/>
                </a:lnTo>
                <a:lnTo>
                  <a:pt x="12779" y="44450"/>
                </a:lnTo>
                <a:lnTo>
                  <a:pt x="8890" y="42227"/>
                </a:lnTo>
                <a:lnTo>
                  <a:pt x="6112" y="39449"/>
                </a:lnTo>
                <a:lnTo>
                  <a:pt x="3334" y="35560"/>
                </a:lnTo>
                <a:lnTo>
                  <a:pt x="1667" y="32226"/>
                </a:lnTo>
                <a:lnTo>
                  <a:pt x="556" y="27781"/>
                </a:lnTo>
                <a:lnTo>
                  <a:pt x="0" y="23892"/>
                </a:lnTo>
                <a:lnTo>
                  <a:pt x="556" y="20002"/>
                </a:lnTo>
                <a:lnTo>
                  <a:pt x="1667" y="15557"/>
                </a:lnTo>
                <a:lnTo>
                  <a:pt x="3334" y="11668"/>
                </a:lnTo>
                <a:lnTo>
                  <a:pt x="6112" y="8334"/>
                </a:lnTo>
                <a:lnTo>
                  <a:pt x="8890" y="5556"/>
                </a:lnTo>
                <a:lnTo>
                  <a:pt x="12779" y="3334"/>
                </a:lnTo>
                <a:lnTo>
                  <a:pt x="16669" y="1667"/>
                </a:lnTo>
                <a:lnTo>
                  <a:pt x="21114" y="556"/>
                </a:lnTo>
                <a:lnTo>
                  <a:pt x="25559" y="0"/>
                </a:lnTo>
                <a:lnTo>
                  <a:pt x="30004" y="556"/>
                </a:lnTo>
                <a:lnTo>
                  <a:pt x="34449" y="1667"/>
                </a:lnTo>
                <a:lnTo>
                  <a:pt x="38338" y="3334"/>
                </a:lnTo>
                <a:lnTo>
                  <a:pt x="42227" y="5556"/>
                </a:lnTo>
                <a:lnTo>
                  <a:pt x="45006" y="8334"/>
                </a:lnTo>
                <a:lnTo>
                  <a:pt x="47784" y="11668"/>
                </a:lnTo>
                <a:lnTo>
                  <a:pt x="49451" y="15557"/>
                </a:lnTo>
                <a:lnTo>
                  <a:pt x="50562" y="20002"/>
                </a:lnTo>
                <a:close/>
              </a:path>
            </a:pathLst>
          </a:custGeom>
          <a:solidFill>
            <a:srgbClr val="FFF1C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40" name="Kształt 90"/>
          <p:cNvSpPr/>
          <p:nvPr/>
        </p:nvSpPr>
        <p:spPr>
          <a:xfrm>
            <a:off x="7823121" y="4997242"/>
            <a:ext cx="23336" cy="21114"/>
          </a:xfrm>
          <a:custGeom>
            <a:avLst/>
            <a:gdLst/>
            <a:ahLst/>
            <a:cxnLst/>
            <a:rect l="0" t="0" r="r" b="b"/>
            <a:pathLst>
              <a:path w="23336" h="21114">
                <a:moveTo>
                  <a:pt x="23336" y="10557"/>
                </a:moveTo>
                <a:lnTo>
                  <a:pt x="23336" y="12224"/>
                </a:lnTo>
                <a:lnTo>
                  <a:pt x="22781" y="13891"/>
                </a:lnTo>
                <a:lnTo>
                  <a:pt x="21669" y="16113"/>
                </a:lnTo>
                <a:lnTo>
                  <a:pt x="20558" y="17224"/>
                </a:lnTo>
                <a:lnTo>
                  <a:pt x="18891" y="18891"/>
                </a:lnTo>
                <a:lnTo>
                  <a:pt x="17780" y="19447"/>
                </a:lnTo>
                <a:lnTo>
                  <a:pt x="15557" y="20558"/>
                </a:lnTo>
                <a:lnTo>
                  <a:pt x="13891" y="21114"/>
                </a:lnTo>
                <a:lnTo>
                  <a:pt x="11668" y="21114"/>
                </a:lnTo>
                <a:lnTo>
                  <a:pt x="9446" y="21114"/>
                </a:lnTo>
                <a:lnTo>
                  <a:pt x="7779" y="20558"/>
                </a:lnTo>
                <a:lnTo>
                  <a:pt x="6112" y="19447"/>
                </a:lnTo>
                <a:lnTo>
                  <a:pt x="4445" y="18891"/>
                </a:lnTo>
                <a:lnTo>
                  <a:pt x="2778" y="17224"/>
                </a:lnTo>
                <a:lnTo>
                  <a:pt x="1667" y="16113"/>
                </a:lnTo>
                <a:lnTo>
                  <a:pt x="556" y="13891"/>
                </a:lnTo>
                <a:lnTo>
                  <a:pt x="0" y="12224"/>
                </a:lnTo>
                <a:lnTo>
                  <a:pt x="0" y="10557"/>
                </a:lnTo>
                <a:lnTo>
                  <a:pt x="0" y="8890"/>
                </a:lnTo>
                <a:lnTo>
                  <a:pt x="556" y="7223"/>
                </a:lnTo>
                <a:lnTo>
                  <a:pt x="1667" y="5556"/>
                </a:lnTo>
                <a:lnTo>
                  <a:pt x="2778" y="3889"/>
                </a:lnTo>
                <a:lnTo>
                  <a:pt x="4445" y="2222"/>
                </a:lnTo>
                <a:lnTo>
                  <a:pt x="6112" y="1667"/>
                </a:lnTo>
                <a:lnTo>
                  <a:pt x="7779" y="556"/>
                </a:lnTo>
                <a:lnTo>
                  <a:pt x="9446" y="0"/>
                </a:lnTo>
                <a:lnTo>
                  <a:pt x="11668" y="0"/>
                </a:lnTo>
                <a:lnTo>
                  <a:pt x="13891" y="0"/>
                </a:lnTo>
                <a:lnTo>
                  <a:pt x="15557" y="556"/>
                </a:lnTo>
                <a:lnTo>
                  <a:pt x="17780" y="1667"/>
                </a:lnTo>
                <a:lnTo>
                  <a:pt x="18891" y="2222"/>
                </a:lnTo>
                <a:lnTo>
                  <a:pt x="20558" y="3889"/>
                </a:lnTo>
                <a:lnTo>
                  <a:pt x="21669" y="5001"/>
                </a:lnTo>
                <a:lnTo>
                  <a:pt x="22781" y="7223"/>
                </a:lnTo>
                <a:lnTo>
                  <a:pt x="23336" y="8890"/>
                </a:lnTo>
                <a:close/>
              </a:path>
            </a:pathLst>
          </a:custGeom>
          <a:solidFill>
            <a:srgbClr val="FFFDF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41" name="Kształt 91"/>
          <p:cNvSpPr/>
          <p:nvPr/>
        </p:nvSpPr>
        <p:spPr>
          <a:xfrm>
            <a:off x="7827566" y="5175597"/>
            <a:ext cx="105569" cy="105569"/>
          </a:xfrm>
          <a:custGeom>
            <a:avLst/>
            <a:gdLst/>
            <a:ahLst/>
            <a:cxnLst/>
            <a:rect l="0" t="0" r="r" b="b"/>
            <a:pathLst>
              <a:path w="105569" h="105569">
                <a:moveTo>
                  <a:pt x="105569" y="52784"/>
                </a:moveTo>
                <a:lnTo>
                  <a:pt x="105013" y="61674"/>
                </a:lnTo>
                <a:lnTo>
                  <a:pt x="102235" y="70564"/>
                </a:lnTo>
                <a:lnTo>
                  <a:pt x="98346" y="79454"/>
                </a:lnTo>
                <a:lnTo>
                  <a:pt x="93345" y="86677"/>
                </a:lnTo>
                <a:lnTo>
                  <a:pt x="86677" y="93345"/>
                </a:lnTo>
                <a:lnTo>
                  <a:pt x="79454" y="98346"/>
                </a:lnTo>
                <a:lnTo>
                  <a:pt x="70564" y="102235"/>
                </a:lnTo>
                <a:lnTo>
                  <a:pt x="61674" y="105013"/>
                </a:lnTo>
                <a:lnTo>
                  <a:pt x="52784" y="105569"/>
                </a:lnTo>
                <a:lnTo>
                  <a:pt x="43894" y="105013"/>
                </a:lnTo>
                <a:lnTo>
                  <a:pt x="35004" y="102235"/>
                </a:lnTo>
                <a:lnTo>
                  <a:pt x="26670" y="98346"/>
                </a:lnTo>
                <a:lnTo>
                  <a:pt x="18891" y="93345"/>
                </a:lnTo>
                <a:lnTo>
                  <a:pt x="12224" y="86677"/>
                </a:lnTo>
                <a:lnTo>
                  <a:pt x="7223" y="79454"/>
                </a:lnTo>
                <a:lnTo>
                  <a:pt x="3334" y="70564"/>
                </a:lnTo>
                <a:lnTo>
                  <a:pt x="556" y="61674"/>
                </a:lnTo>
                <a:lnTo>
                  <a:pt x="0" y="52784"/>
                </a:lnTo>
                <a:lnTo>
                  <a:pt x="556" y="43894"/>
                </a:lnTo>
                <a:lnTo>
                  <a:pt x="3334" y="35004"/>
                </a:lnTo>
                <a:lnTo>
                  <a:pt x="7223" y="26670"/>
                </a:lnTo>
                <a:lnTo>
                  <a:pt x="12224" y="18891"/>
                </a:lnTo>
                <a:lnTo>
                  <a:pt x="18891" y="12224"/>
                </a:lnTo>
                <a:lnTo>
                  <a:pt x="26114" y="7223"/>
                </a:lnTo>
                <a:lnTo>
                  <a:pt x="35004" y="3334"/>
                </a:lnTo>
                <a:lnTo>
                  <a:pt x="43894" y="556"/>
                </a:lnTo>
                <a:lnTo>
                  <a:pt x="52784" y="0"/>
                </a:lnTo>
                <a:lnTo>
                  <a:pt x="61674" y="556"/>
                </a:lnTo>
                <a:lnTo>
                  <a:pt x="70564" y="3334"/>
                </a:lnTo>
                <a:lnTo>
                  <a:pt x="79454" y="7223"/>
                </a:lnTo>
                <a:lnTo>
                  <a:pt x="86677" y="12224"/>
                </a:lnTo>
                <a:lnTo>
                  <a:pt x="93345" y="18891"/>
                </a:lnTo>
                <a:lnTo>
                  <a:pt x="98346" y="26114"/>
                </a:lnTo>
                <a:lnTo>
                  <a:pt x="102235" y="35004"/>
                </a:lnTo>
                <a:lnTo>
                  <a:pt x="105013" y="43894"/>
                </a:lnTo>
                <a:close/>
              </a:path>
            </a:pathLst>
          </a:custGeom>
          <a:solidFill>
            <a:srgbClr val="FFF4E6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42" name="Kształt 92"/>
          <p:cNvSpPr/>
          <p:nvPr/>
        </p:nvSpPr>
        <p:spPr>
          <a:xfrm>
            <a:off x="7837011" y="5185043"/>
            <a:ext cx="86677" cy="86677"/>
          </a:xfrm>
          <a:custGeom>
            <a:avLst/>
            <a:gdLst/>
            <a:ahLst/>
            <a:cxnLst/>
            <a:rect l="0" t="0" r="r" b="b"/>
            <a:pathLst>
              <a:path w="86677" h="86677">
                <a:moveTo>
                  <a:pt x="86677" y="43339"/>
                </a:moveTo>
                <a:lnTo>
                  <a:pt x="86122" y="51117"/>
                </a:lnTo>
                <a:lnTo>
                  <a:pt x="83899" y="58341"/>
                </a:lnTo>
                <a:lnTo>
                  <a:pt x="81121" y="65008"/>
                </a:lnTo>
                <a:lnTo>
                  <a:pt x="76676" y="71120"/>
                </a:lnTo>
                <a:lnTo>
                  <a:pt x="71120" y="76676"/>
                </a:lnTo>
                <a:lnTo>
                  <a:pt x="65008" y="81121"/>
                </a:lnTo>
                <a:lnTo>
                  <a:pt x="58341" y="83899"/>
                </a:lnTo>
                <a:lnTo>
                  <a:pt x="51117" y="86122"/>
                </a:lnTo>
                <a:lnTo>
                  <a:pt x="43339" y="86677"/>
                </a:lnTo>
                <a:lnTo>
                  <a:pt x="35560" y="86122"/>
                </a:lnTo>
                <a:lnTo>
                  <a:pt x="28337" y="83899"/>
                </a:lnTo>
                <a:lnTo>
                  <a:pt x="21669" y="81121"/>
                </a:lnTo>
                <a:lnTo>
                  <a:pt x="15557" y="76676"/>
                </a:lnTo>
                <a:lnTo>
                  <a:pt x="10001" y="71120"/>
                </a:lnTo>
                <a:lnTo>
                  <a:pt x="5556" y="65008"/>
                </a:lnTo>
                <a:lnTo>
                  <a:pt x="2778" y="58341"/>
                </a:lnTo>
                <a:lnTo>
                  <a:pt x="556" y="51117"/>
                </a:lnTo>
                <a:lnTo>
                  <a:pt x="0" y="43339"/>
                </a:lnTo>
                <a:lnTo>
                  <a:pt x="556" y="35560"/>
                </a:lnTo>
                <a:lnTo>
                  <a:pt x="2778" y="28337"/>
                </a:lnTo>
                <a:lnTo>
                  <a:pt x="5556" y="21669"/>
                </a:lnTo>
                <a:lnTo>
                  <a:pt x="10001" y="15557"/>
                </a:lnTo>
                <a:lnTo>
                  <a:pt x="15557" y="10001"/>
                </a:lnTo>
                <a:lnTo>
                  <a:pt x="21669" y="5556"/>
                </a:lnTo>
                <a:lnTo>
                  <a:pt x="28337" y="2778"/>
                </a:lnTo>
                <a:lnTo>
                  <a:pt x="35560" y="556"/>
                </a:lnTo>
                <a:lnTo>
                  <a:pt x="43339" y="0"/>
                </a:lnTo>
                <a:lnTo>
                  <a:pt x="51117" y="556"/>
                </a:lnTo>
                <a:lnTo>
                  <a:pt x="58341" y="2778"/>
                </a:lnTo>
                <a:lnTo>
                  <a:pt x="65008" y="5556"/>
                </a:lnTo>
                <a:lnTo>
                  <a:pt x="71120" y="10001"/>
                </a:lnTo>
                <a:lnTo>
                  <a:pt x="76676" y="15557"/>
                </a:lnTo>
                <a:lnTo>
                  <a:pt x="81121" y="21669"/>
                </a:lnTo>
                <a:lnTo>
                  <a:pt x="83899" y="28337"/>
                </a:lnTo>
                <a:lnTo>
                  <a:pt x="86122" y="35560"/>
                </a:lnTo>
                <a:close/>
              </a:path>
            </a:pathLst>
          </a:custGeom>
          <a:solidFill>
            <a:srgbClr val="7A3E22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43" name="Tekst: D"/>
          <p:cNvSpPr txBox="1"/>
          <p:nvPr/>
        </p:nvSpPr>
        <p:spPr>
          <a:xfrm>
            <a:off x="7702550" y="5193615"/>
            <a:ext cx="355600" cy="76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600" kern="100" dirty="0">
                <a:solidFill>
                  <a:srgbClr val="FFFFFF"/>
                </a:solidFill>
                <a:latin typeface="Lato Black"/>
                <a:cs typeface="Lato Black"/>
              </a:rPr>
              <a:t>D</a:t>
            </a:r>
            <a:endParaRPr lang="pl-PL" sz="600" kern="100" dirty="0">
              <a:solidFill>
                <a:srgbClr val="FFFFFF"/>
              </a:solidFill>
              <a:latin typeface="Lato Black"/>
              <a:cs typeface="Lato Black"/>
            </a:endParaRPr>
          </a:p>
        </p:txBody>
      </p:sp>
      <p:sp>
        <p:nvSpPr>
          <p:cNvPr id="144" name="Tekst: Popcorn maślany · marka D"/>
          <p:cNvSpPr txBox="1"/>
          <p:nvPr/>
        </p:nvSpPr>
        <p:spPr>
          <a:xfrm>
            <a:off x="8152978" y="4987850"/>
            <a:ext cx="2209800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100" b="1" kern="100" dirty="0">
                <a:solidFill>
                  <a:srgbClr val="1C1C1C"/>
                </a:solidFill>
                <a:latin typeface="Lato"/>
                <a:cs typeface="Lato"/>
              </a:rPr>
              <a:t>Popcorn maślany · marka D</a:t>
            </a:r>
            <a:endParaRPr lang="pl-PL" sz="1100" b="1" kern="100" dirty="0">
              <a:solidFill>
                <a:srgbClr val="1C1C1C"/>
              </a:solidFill>
              <a:latin typeface="Lato"/>
              <a:cs typeface="Lato"/>
            </a:endParaRPr>
          </a:p>
        </p:txBody>
      </p:sp>
      <p:sp>
        <p:nvSpPr>
          <p:cNvPr id="145" name="Tekst: 90 g"/>
          <p:cNvSpPr txBox="1"/>
          <p:nvPr/>
        </p:nvSpPr>
        <p:spPr>
          <a:xfrm>
            <a:off x="8152978" y="5185965"/>
            <a:ext cx="2209800" cy="137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900" kern="100" dirty="0">
                <a:solidFill>
                  <a:srgbClr val="888888"/>
                </a:solidFill>
                <a:latin typeface="Lato"/>
                <a:cs typeface="Lato"/>
              </a:rPr>
              <a:t>90 g</a:t>
            </a:r>
            <a:endParaRPr lang="pl-PL" sz="900" kern="100" dirty="0">
              <a:solidFill>
                <a:srgbClr val="888888"/>
              </a:solidFill>
              <a:latin typeface="Lato"/>
              <a:cs typeface="Lato"/>
            </a:endParaRPr>
          </a:p>
        </p:txBody>
      </p:sp>
      <p:sp>
        <p:nvSpPr>
          <p:cNvPr id="146" name="Tekst: 5,49 zł"/>
          <p:cNvSpPr txBox="1"/>
          <p:nvPr/>
        </p:nvSpPr>
        <p:spPr>
          <a:xfrm>
            <a:off x="10451678" y="5073600"/>
            <a:ext cx="656331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100" b="1" kern="100" dirty="0">
                <a:solidFill>
                  <a:srgbClr val="1C1C1C"/>
                </a:solidFill>
                <a:latin typeface="Lato"/>
                <a:cs typeface="Lato"/>
              </a:rPr>
              <a:t>5,49 zł</a:t>
            </a:r>
            <a:endParaRPr lang="pl-PL" sz="1100" b="1" kern="100" dirty="0">
              <a:solidFill>
                <a:srgbClr val="1C1C1C"/>
              </a:solidFill>
              <a:latin typeface="Lato"/>
              <a:cs typeface="Lato"/>
            </a:endParaRPr>
          </a:p>
        </p:txBody>
      </p:sp>
      <p:sp>
        <p:nvSpPr>
          <p:cNvPr id="147" name="Kształt 93"/>
          <p:cNvSpPr/>
          <p:nvPr/>
        </p:nvSpPr>
        <p:spPr>
          <a:xfrm>
            <a:off x="10960100" y="5054550"/>
            <a:ext cx="203200" cy="203200"/>
          </a:xfrm>
          <a:prstGeom prst="ellipse">
            <a:avLst/>
          </a:prstGeom>
          <a:solidFill>
            <a:srgbClr val="F1F1F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48" name="Tekst: + 4"/>
          <p:cNvSpPr txBox="1"/>
          <p:nvPr/>
        </p:nvSpPr>
        <p:spPr>
          <a:xfrm>
            <a:off x="10960100" y="5068838"/>
            <a:ext cx="254080" cy="1752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150" b="1" kern="100" dirty="0">
                <a:solidFill>
                  <a:srgbClr val="151515"/>
                </a:solidFill>
                <a:latin typeface="Lato"/>
                <a:cs typeface="Lato"/>
              </a:rPr>
              <a:t>+</a:t>
            </a:r>
            <a:endParaRPr lang="pl-PL" sz="1150" b="1" kern="100" dirty="0">
              <a:solidFill>
                <a:srgbClr val="151515"/>
              </a:solidFill>
              <a:latin typeface="Lato"/>
              <a:cs typeface="Lato"/>
            </a:endParaRPr>
          </a:p>
        </p:txBody>
      </p:sp>
      <p:pic>
        <p:nvPicPr>
          <p:cNvPr id="149" name="!!Logo" descr="I love marketing &amp; technolog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363240"/>
            <a:ext cx="3048000" cy="273050"/>
          </a:xfrm>
          <a:prstGeom prst="rect">
            <a:avLst/>
          </a:prstGeom>
        </p:spPr>
      </p:pic>
      <p:pic>
        <p:nvPicPr>
          <p:cNvPr id="150" name="!!Serce w rogu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66449" y="330349"/>
            <a:ext cx="431800" cy="355600"/>
          </a:xfrm>
          <a:prstGeom prst="rect">
            <a:avLst/>
          </a:prstGeom>
        </p:spPr>
      </p:pic>
      <p:sp>
        <p:nvSpPr>
          <p:cNvPr id="151" name="!!Zegar – napis · 1"/>
          <p:cNvSpPr txBox="1"/>
          <p:nvPr/>
        </p:nvSpPr>
        <p:spPr>
          <a:xfrm>
            <a:off x="9093369" y="393700"/>
            <a:ext cx="1028580" cy="137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900" kern="100" cap="all" spc="108" dirty="0">
                <a:solidFill>
                  <a:srgbClr val="777777"/>
                </a:solidFill>
                <a:latin typeface="Lato Black"/>
                <a:cs typeface="Lato Black"/>
              </a:rPr>
              <a:t>Goście</a:t>
            </a:r>
            <a:endParaRPr lang="pl-PL" sz="900" kern="100" cap="all" spc="108" dirty="0">
              <a:solidFill>
                <a:srgbClr val="777777"/>
              </a:solidFill>
              <a:latin typeface="Lato Black"/>
              <a:cs typeface="Lato Black"/>
            </a:endParaRPr>
          </a:p>
        </p:txBody>
      </p:sp>
      <p:sp>
        <p:nvSpPr>
          <p:cNvPr id="152" name="!!Zegar – napis · 2"/>
          <p:cNvSpPr txBox="1"/>
          <p:nvPr/>
        </p:nvSpPr>
        <p:spPr>
          <a:xfrm>
            <a:off x="9093369" y="530860"/>
            <a:ext cx="1028580" cy="137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900" kern="100" cap="all" spc="108" dirty="0">
                <a:solidFill>
                  <a:srgbClr val="777777"/>
                </a:solidFill>
                <a:latin typeface="Lato Black"/>
                <a:cs typeface="Lato Black"/>
              </a:rPr>
              <a:t>w drodze</a:t>
            </a:r>
            <a:endParaRPr lang="pl-PL" sz="900" kern="100" cap="all" spc="108" dirty="0">
              <a:solidFill>
                <a:srgbClr val="777777"/>
              </a:solidFill>
              <a:latin typeface="Lato Black"/>
              <a:cs typeface="Lato Black"/>
            </a:endParaRPr>
          </a:p>
        </p:txBody>
      </p:sp>
      <p:sp>
        <p:nvSpPr>
          <p:cNvPr id="153" name="!!Zegar – tarcza"/>
          <p:cNvSpPr/>
          <p:nvPr/>
        </p:nvSpPr>
        <p:spPr>
          <a:xfrm>
            <a:off x="10251439" y="281940"/>
            <a:ext cx="502920" cy="502920"/>
          </a:xfrm>
          <a:prstGeom prst="ellipse">
            <a:avLst/>
          </a:prstGeom>
          <a:solidFill>
            <a:srgbClr val="FFFFFF"/>
          </a:solidFill>
          <a:ln w="23283">
            <a:solidFill>
              <a:srgbClr val="151515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54" name="!!Zegar – wycinek 1"/>
          <p:cNvSpPr/>
          <p:nvPr/>
        </p:nvSpPr>
        <p:spPr>
          <a:xfrm>
            <a:off x="10502899" y="314537"/>
            <a:ext cx="67522" cy="218863"/>
          </a:xfrm>
          <a:custGeom>
            <a:avLst/>
            <a:gdLst/>
            <a:ahLst/>
            <a:cxnLst/>
            <a:rect l="0" t="0" r="r" b="b"/>
            <a:pathLst>
              <a:path w="67522" h="218863">
                <a:moveTo>
                  <a:pt x="0" y="218863"/>
                </a:moveTo>
                <a:lnTo>
                  <a:pt x="0" y="0"/>
                </a:lnTo>
                <a:lnTo>
                  <a:pt x="17230" y="466"/>
                </a:lnTo>
                <a:lnTo>
                  <a:pt x="34459" y="2794"/>
                </a:lnTo>
                <a:lnTo>
                  <a:pt x="51223" y="6054"/>
                </a:lnTo>
                <a:lnTo>
                  <a:pt x="67522" y="10710"/>
                </a:lnTo>
                <a:close/>
              </a:path>
            </a:pathLst>
          </a:custGeom>
          <a:solidFill>
            <a:srgbClr val="EE312F"/>
          </a:solidFill>
          <a:ln w="3725">
            <a:solidFill>
              <a:srgbClr val="EE312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55" name="!!Zegar – wycinek 2"/>
          <p:cNvSpPr/>
          <p:nvPr/>
        </p:nvSpPr>
        <p:spPr>
          <a:xfrm>
            <a:off x="10502899" y="325247"/>
            <a:ext cx="128524" cy="208153"/>
          </a:xfrm>
          <a:custGeom>
            <a:avLst/>
            <a:gdLst/>
            <a:ahLst/>
            <a:cxnLst/>
            <a:rect l="0" t="0" r="r" b="b"/>
            <a:pathLst>
              <a:path w="128524" h="208153">
                <a:moveTo>
                  <a:pt x="0" y="208153"/>
                </a:moveTo>
                <a:lnTo>
                  <a:pt x="67522" y="0"/>
                </a:lnTo>
                <a:lnTo>
                  <a:pt x="83820" y="6054"/>
                </a:lnTo>
                <a:lnTo>
                  <a:pt x="99187" y="13039"/>
                </a:lnTo>
                <a:lnTo>
                  <a:pt x="114554" y="21421"/>
                </a:lnTo>
                <a:lnTo>
                  <a:pt x="128524" y="31200"/>
                </a:lnTo>
                <a:close/>
              </a:path>
            </a:pathLst>
          </a:custGeom>
          <a:solidFill>
            <a:srgbClr val="EE312F"/>
          </a:solidFill>
          <a:ln w="3725">
            <a:solidFill>
              <a:srgbClr val="EE312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56" name="!!Zegar – wycinek 3"/>
          <p:cNvSpPr/>
          <p:nvPr/>
        </p:nvSpPr>
        <p:spPr>
          <a:xfrm>
            <a:off x="10502899" y="356447"/>
            <a:ext cx="176953" cy="176953"/>
          </a:xfrm>
          <a:custGeom>
            <a:avLst/>
            <a:gdLst/>
            <a:ahLst/>
            <a:cxnLst/>
            <a:rect l="0" t="0" r="r" b="b"/>
            <a:pathLst>
              <a:path w="176953" h="176953">
                <a:moveTo>
                  <a:pt x="0" y="176953"/>
                </a:moveTo>
                <a:lnTo>
                  <a:pt x="128524" y="0"/>
                </a:lnTo>
                <a:lnTo>
                  <a:pt x="142028" y="10710"/>
                </a:lnTo>
                <a:lnTo>
                  <a:pt x="154601" y="22352"/>
                </a:lnTo>
                <a:lnTo>
                  <a:pt x="166243" y="34925"/>
                </a:lnTo>
                <a:lnTo>
                  <a:pt x="176953" y="48429"/>
                </a:lnTo>
                <a:close/>
              </a:path>
            </a:pathLst>
          </a:custGeom>
          <a:solidFill>
            <a:srgbClr val="EE312F"/>
          </a:solidFill>
          <a:ln w="3725">
            <a:solidFill>
              <a:srgbClr val="EE312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57" name="!!Zegar – wycinek 4"/>
          <p:cNvSpPr/>
          <p:nvPr/>
        </p:nvSpPr>
        <p:spPr>
          <a:xfrm>
            <a:off x="10502899" y="404876"/>
            <a:ext cx="208153" cy="128524"/>
          </a:xfrm>
          <a:custGeom>
            <a:avLst/>
            <a:gdLst/>
            <a:ahLst/>
            <a:cxnLst/>
            <a:rect l="0" t="0" r="r" b="b"/>
            <a:pathLst>
              <a:path w="208153" h="128524">
                <a:moveTo>
                  <a:pt x="0" y="128524"/>
                </a:moveTo>
                <a:lnTo>
                  <a:pt x="176953" y="0"/>
                </a:lnTo>
                <a:lnTo>
                  <a:pt x="186732" y="13970"/>
                </a:lnTo>
                <a:lnTo>
                  <a:pt x="195114" y="29337"/>
                </a:lnTo>
                <a:lnTo>
                  <a:pt x="202099" y="44704"/>
                </a:lnTo>
                <a:lnTo>
                  <a:pt x="208153" y="61002"/>
                </a:lnTo>
                <a:close/>
              </a:path>
            </a:pathLst>
          </a:custGeom>
          <a:solidFill>
            <a:srgbClr val="EE312F"/>
          </a:solidFill>
          <a:ln w="3725">
            <a:solidFill>
              <a:srgbClr val="EE312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58" name="!!Zegar – wycinek 5"/>
          <p:cNvSpPr/>
          <p:nvPr/>
        </p:nvSpPr>
        <p:spPr>
          <a:xfrm>
            <a:off x="10502899" y="465878"/>
            <a:ext cx="218863" cy="67522"/>
          </a:xfrm>
          <a:custGeom>
            <a:avLst/>
            <a:gdLst/>
            <a:ahLst/>
            <a:cxnLst/>
            <a:rect l="0" t="0" r="r" b="b"/>
            <a:pathLst>
              <a:path w="218863" h="67522">
                <a:moveTo>
                  <a:pt x="0" y="67522"/>
                </a:moveTo>
                <a:lnTo>
                  <a:pt x="208153" y="0"/>
                </a:lnTo>
                <a:lnTo>
                  <a:pt x="212810" y="16298"/>
                </a:lnTo>
                <a:lnTo>
                  <a:pt x="216069" y="33062"/>
                </a:lnTo>
                <a:lnTo>
                  <a:pt x="218398" y="50292"/>
                </a:lnTo>
                <a:lnTo>
                  <a:pt x="218863" y="67522"/>
                </a:lnTo>
                <a:close/>
              </a:path>
            </a:pathLst>
          </a:custGeom>
          <a:solidFill>
            <a:srgbClr val="EE312F"/>
          </a:solidFill>
          <a:ln w="3725">
            <a:solidFill>
              <a:srgbClr val="EE312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59" name="!!Zegar – wycinek 6"/>
          <p:cNvSpPr/>
          <p:nvPr/>
        </p:nvSpPr>
        <p:spPr>
          <a:xfrm>
            <a:off x="10502899" y="533400"/>
            <a:ext cx="218863" cy="67522"/>
          </a:xfrm>
          <a:custGeom>
            <a:avLst/>
            <a:gdLst/>
            <a:ahLst/>
            <a:cxnLst/>
            <a:rect l="0" t="0" r="r" b="b"/>
            <a:pathLst>
              <a:path w="218863" h="67522">
                <a:moveTo>
                  <a:pt x="0" y="0"/>
                </a:moveTo>
                <a:lnTo>
                  <a:pt x="218863" y="0"/>
                </a:lnTo>
                <a:lnTo>
                  <a:pt x="218398" y="17230"/>
                </a:lnTo>
                <a:lnTo>
                  <a:pt x="216069" y="34459"/>
                </a:lnTo>
                <a:lnTo>
                  <a:pt x="212810" y="51223"/>
                </a:lnTo>
                <a:lnTo>
                  <a:pt x="208153" y="67522"/>
                </a:lnTo>
                <a:close/>
              </a:path>
            </a:pathLst>
          </a:custGeom>
          <a:solidFill>
            <a:srgbClr val="EE312F"/>
          </a:solidFill>
          <a:ln w="3725">
            <a:solidFill>
              <a:srgbClr val="EE312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60" name="!!Zegar – wycinek 7"/>
          <p:cNvSpPr/>
          <p:nvPr/>
        </p:nvSpPr>
        <p:spPr>
          <a:xfrm>
            <a:off x="10502899" y="533400"/>
            <a:ext cx="208153" cy="128524"/>
          </a:xfrm>
          <a:custGeom>
            <a:avLst/>
            <a:gdLst/>
            <a:ahLst/>
            <a:cxnLst/>
            <a:rect l="0" t="0" r="r" b="b"/>
            <a:pathLst>
              <a:path w="208153" h="128524">
                <a:moveTo>
                  <a:pt x="0" y="0"/>
                </a:moveTo>
                <a:lnTo>
                  <a:pt x="208153" y="67522"/>
                </a:lnTo>
                <a:lnTo>
                  <a:pt x="202099" y="83820"/>
                </a:lnTo>
                <a:lnTo>
                  <a:pt x="195114" y="99187"/>
                </a:lnTo>
                <a:lnTo>
                  <a:pt x="186732" y="114554"/>
                </a:lnTo>
                <a:lnTo>
                  <a:pt x="176953" y="128524"/>
                </a:lnTo>
                <a:close/>
              </a:path>
            </a:pathLst>
          </a:custGeom>
          <a:solidFill>
            <a:srgbClr val="EE312F"/>
          </a:solidFill>
          <a:ln w="3725">
            <a:solidFill>
              <a:srgbClr val="EE312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61" name="!!Zegar – wycinek 8"/>
          <p:cNvSpPr/>
          <p:nvPr/>
        </p:nvSpPr>
        <p:spPr>
          <a:xfrm>
            <a:off x="10502899" y="533400"/>
            <a:ext cx="176953" cy="176953"/>
          </a:xfrm>
          <a:custGeom>
            <a:avLst/>
            <a:gdLst/>
            <a:ahLst/>
            <a:cxnLst/>
            <a:rect l="0" t="0" r="r" b="b"/>
            <a:pathLst>
              <a:path w="176953" h="176953">
                <a:moveTo>
                  <a:pt x="0" y="0"/>
                </a:moveTo>
                <a:lnTo>
                  <a:pt x="176953" y="128524"/>
                </a:lnTo>
                <a:lnTo>
                  <a:pt x="166243" y="142028"/>
                </a:lnTo>
                <a:lnTo>
                  <a:pt x="154601" y="154601"/>
                </a:lnTo>
                <a:lnTo>
                  <a:pt x="142028" y="166243"/>
                </a:lnTo>
                <a:lnTo>
                  <a:pt x="128524" y="176953"/>
                </a:lnTo>
                <a:close/>
              </a:path>
            </a:pathLst>
          </a:custGeom>
          <a:solidFill>
            <a:srgbClr val="EE312F"/>
          </a:solidFill>
          <a:ln w="3725">
            <a:solidFill>
              <a:srgbClr val="EE312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62" name="!!Zegar – wycinek 9"/>
          <p:cNvSpPr/>
          <p:nvPr/>
        </p:nvSpPr>
        <p:spPr>
          <a:xfrm>
            <a:off x="10502899" y="533400"/>
            <a:ext cx="128524" cy="208153"/>
          </a:xfrm>
          <a:custGeom>
            <a:avLst/>
            <a:gdLst/>
            <a:ahLst/>
            <a:cxnLst/>
            <a:rect l="0" t="0" r="r" b="b"/>
            <a:pathLst>
              <a:path w="128524" h="208153">
                <a:moveTo>
                  <a:pt x="0" y="0"/>
                </a:moveTo>
                <a:lnTo>
                  <a:pt x="128524" y="176953"/>
                </a:lnTo>
                <a:lnTo>
                  <a:pt x="114554" y="186732"/>
                </a:lnTo>
                <a:lnTo>
                  <a:pt x="99187" y="195114"/>
                </a:lnTo>
                <a:lnTo>
                  <a:pt x="83820" y="202099"/>
                </a:lnTo>
                <a:lnTo>
                  <a:pt x="67522" y="208153"/>
                </a:lnTo>
                <a:close/>
              </a:path>
            </a:pathLst>
          </a:custGeom>
          <a:solidFill>
            <a:srgbClr val="EE312F"/>
          </a:solidFill>
          <a:ln w="3725">
            <a:solidFill>
              <a:srgbClr val="EE312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63" name="!!Zegar – kreska 1"/>
          <p:cNvSpPr/>
          <p:nvPr/>
        </p:nvSpPr>
        <p:spPr>
          <a:xfrm>
            <a:off x="10491258" y="295910"/>
            <a:ext cx="23283" cy="46567"/>
          </a:xfrm>
          <a:custGeom>
            <a:avLst/>
            <a:gdLst/>
            <a:ahLst/>
            <a:cxnLst/>
            <a:rect l="0" t="0" r="r" b="b"/>
            <a:pathLst>
              <a:path w="23283" h="46567">
                <a:moveTo>
                  <a:pt x="0" y="46567"/>
                </a:moveTo>
                <a:lnTo>
                  <a:pt x="23283" y="46567"/>
                </a:lnTo>
                <a:lnTo>
                  <a:pt x="23283" y="0"/>
                </a:lnTo>
                <a:lnTo>
                  <a:pt x="0" y="0"/>
                </a:lnTo>
                <a:close/>
              </a:path>
            </a:pathLst>
          </a:custGeom>
          <a:solidFill>
            <a:srgbClr val="15151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64" name="!!Zegar – kreska 2"/>
          <p:cNvSpPr/>
          <p:nvPr/>
        </p:nvSpPr>
        <p:spPr>
          <a:xfrm>
            <a:off x="10693823" y="521758"/>
            <a:ext cx="46567" cy="23283"/>
          </a:xfrm>
          <a:custGeom>
            <a:avLst/>
            <a:gdLst/>
            <a:ahLst/>
            <a:cxnLst/>
            <a:rect l="0" t="0" r="r" b="b"/>
            <a:pathLst>
              <a:path w="46567" h="23283">
                <a:moveTo>
                  <a:pt x="0" y="0"/>
                </a:moveTo>
                <a:lnTo>
                  <a:pt x="0" y="23283"/>
                </a:lnTo>
                <a:lnTo>
                  <a:pt x="46567" y="23283"/>
                </a:lnTo>
                <a:lnTo>
                  <a:pt x="46567" y="0"/>
                </a:lnTo>
                <a:close/>
              </a:path>
            </a:pathLst>
          </a:custGeom>
          <a:solidFill>
            <a:srgbClr val="15151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65" name="!!Zegar – kreska 3"/>
          <p:cNvSpPr/>
          <p:nvPr/>
        </p:nvSpPr>
        <p:spPr>
          <a:xfrm>
            <a:off x="10491258" y="724323"/>
            <a:ext cx="23283" cy="46567"/>
          </a:xfrm>
          <a:custGeom>
            <a:avLst/>
            <a:gdLst/>
            <a:ahLst/>
            <a:cxnLst/>
            <a:rect l="0" t="0" r="r" b="b"/>
            <a:pathLst>
              <a:path w="23283" h="46567">
                <a:moveTo>
                  <a:pt x="23283" y="0"/>
                </a:moveTo>
                <a:lnTo>
                  <a:pt x="0" y="0"/>
                </a:lnTo>
                <a:lnTo>
                  <a:pt x="0" y="46567"/>
                </a:lnTo>
                <a:lnTo>
                  <a:pt x="23283" y="46567"/>
                </a:lnTo>
                <a:close/>
              </a:path>
            </a:pathLst>
          </a:custGeom>
          <a:solidFill>
            <a:srgbClr val="15151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66" name="!!Zegar – kreska 4"/>
          <p:cNvSpPr/>
          <p:nvPr/>
        </p:nvSpPr>
        <p:spPr>
          <a:xfrm>
            <a:off x="10265409" y="521758"/>
            <a:ext cx="46567" cy="23283"/>
          </a:xfrm>
          <a:custGeom>
            <a:avLst/>
            <a:gdLst/>
            <a:ahLst/>
            <a:cxnLst/>
            <a:rect l="0" t="0" r="r" b="b"/>
            <a:pathLst>
              <a:path w="46567" h="23283">
                <a:moveTo>
                  <a:pt x="46567" y="23283"/>
                </a:moveTo>
                <a:lnTo>
                  <a:pt x="46567" y="0"/>
                </a:lnTo>
                <a:lnTo>
                  <a:pt x="0" y="0"/>
                </a:lnTo>
                <a:lnTo>
                  <a:pt x="0" y="23283"/>
                </a:lnTo>
                <a:close/>
              </a:path>
            </a:pathLst>
          </a:custGeom>
          <a:solidFill>
            <a:srgbClr val="15151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67" name="!!Zegar – wskazówka"/>
          <p:cNvSpPr/>
          <p:nvPr/>
        </p:nvSpPr>
        <p:spPr>
          <a:xfrm>
            <a:off x="10480979" y="502510"/>
            <a:ext cx="86123" cy="210198"/>
          </a:xfrm>
          <a:custGeom>
            <a:avLst/>
            <a:gdLst/>
            <a:ahLst/>
            <a:cxnLst/>
            <a:rect l="0" t="0" r="r" b="b"/>
            <a:pathLst>
              <a:path w="86123" h="210198">
                <a:moveTo>
                  <a:pt x="26573" y="0"/>
                </a:moveTo>
                <a:lnTo>
                  <a:pt x="0" y="8634"/>
                </a:lnTo>
                <a:lnTo>
                  <a:pt x="72837" y="210198"/>
                </a:lnTo>
                <a:lnTo>
                  <a:pt x="86123" y="205881"/>
                </a:lnTo>
                <a:close/>
              </a:path>
            </a:pathLst>
          </a:custGeom>
          <a:solidFill>
            <a:srgbClr val="15151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68" name="!!Zegar – oś"/>
          <p:cNvSpPr/>
          <p:nvPr/>
        </p:nvSpPr>
        <p:spPr>
          <a:xfrm>
            <a:off x="10474959" y="505460"/>
            <a:ext cx="55880" cy="55880"/>
          </a:xfrm>
          <a:prstGeom prst="ellipse">
            <a:avLst/>
          </a:prstGeom>
          <a:solidFill>
            <a:srgbClr val="15151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69" name="!!Numer slajdu"/>
          <p:cNvSpPr txBox="1"/>
          <p:nvPr/>
        </p:nvSpPr>
        <p:spPr>
          <a:xfrm>
            <a:off x="10850587" y="6428437"/>
            <a:ext cx="773370" cy="1885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100" kern="100" spc="66" dirty="0">
                <a:solidFill>
                  <a:srgbClr val="666666"/>
                </a:solidFill>
                <a:latin typeface="Lato"/>
                <a:cs typeface="Lato"/>
              </a:rPr>
              <a:t>16 / 24</a:t>
            </a:r>
            <a:endParaRPr lang="pl-PL" sz="1100" kern="100" spc="66" dirty="0">
              <a:solidFill>
                <a:srgbClr val="666666"/>
              </a:solidFill>
              <a:latin typeface="Lato"/>
              <a:cs typeface="Lato"/>
            </a:endParaRPr>
          </a:p>
        </p:txBody>
      </p:sp>
      <p:sp>
        <p:nvSpPr>
          <p:cNvPr id="170" name="!!Postęp"/>
          <p:cNvSpPr/>
          <p:nvPr/>
        </p:nvSpPr>
        <p:spPr>
          <a:xfrm>
            <a:off x="-25" y="6826250"/>
            <a:ext cx="8128000" cy="31750"/>
          </a:xfrm>
          <a:prstGeom prst="rect">
            <a:avLst/>
          </a:prstGeom>
          <a:solidFill>
            <a:srgbClr val="EE3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4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4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4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4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4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4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4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4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4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4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4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4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4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4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4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4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4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4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4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4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0" dur="4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" dur="4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6" dur="4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9" dur="4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2" dur="4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5" dur="4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8" dur="4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1" dur="4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4" dur="4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7" dur="4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0" dur="4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3" dur="4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6" dur="4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9" dur="4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2" dur="4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5" dur="4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8" dur="4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1" dur="4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4" dur="4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7" dur="4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0" dur="4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3" dur="4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6" dur="4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9" dur="4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2" dur="4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5" dur="4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8" dur="4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1" dur="4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4" dur="4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7" dur="4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0" dur="4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3" dur="4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6" dur="4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9" dur="4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2" dur="4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5" dur="4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8" dur="4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1" dur="4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4" dur="4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7" dur="4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0" dur="4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3" dur="4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6" dur="4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9" dur="4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2" dur="4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5" dur="4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8" dur="4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1" dur="4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4" dur="4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7" dur="4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0" dur="4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3" dur="40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6" dur="400"/>
                                        <p:tgtEl>
                                          <p:spTgt spid="1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9" dur="4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2" dur="4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5" dur="4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8" dur="4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1" dur="4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4" dur="400"/>
                                        <p:tgtEl>
                                          <p:spTgt spid="1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7" dur="40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0" dur="400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3" dur="400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  <p:bldP spid="72" grpId="0" animBg="1"/>
      <p:bldP spid="73" grpId="0" animBg="1"/>
      <p:bldP spid="74" grpId="0" animBg="1"/>
      <p:bldP spid="75" grpId="0" animBg="1"/>
      <p:bldP spid="76" grpId="0" animBg="1"/>
      <p:bldP spid="77" grpId="0" animBg="1"/>
      <p:bldP spid="78" grpId="0" animBg="1"/>
      <p:bldP spid="79" grpId="0" animBg="1"/>
      <p:bldP spid="80" grpId="0" animBg="1"/>
      <p:bldP spid="81" grpId="0" animBg="1"/>
      <p:bldP spid="82" grpId="0" animBg="1"/>
      <p:bldP spid="83" grpId="0" animBg="1"/>
      <p:bldP spid="84" grpId="0" animBg="1"/>
      <p:bldP spid="85" grpId="0" animBg="1"/>
      <p:bldP spid="86" grpId="0" animBg="1"/>
      <p:bldP spid="87" grpId="0" animBg="1"/>
      <p:bldP spid="88" grpId="0" animBg="1"/>
      <p:bldP spid="89" grpId="0" animBg="1"/>
      <p:bldP spid="90" grpId="0" animBg="1"/>
      <p:bldP spid="91" grpId="0" animBg="1"/>
      <p:bldP spid="92" grpId="0" animBg="1"/>
      <p:bldP spid="93" grpId="0" animBg="1"/>
      <p:bldP spid="94" grpId="0" animBg="1"/>
      <p:bldP spid="95" grpId="0" animBg="1"/>
      <p:bldP spid="96" grpId="0" animBg="1"/>
      <p:bldP spid="97" grpId="0" animBg="1"/>
      <p:bldP spid="98" grpId="0" animBg="1"/>
      <p:bldP spid="99" grpId="0" animBg="1"/>
      <p:bldP spid="100" grpId="0" animBg="1"/>
      <p:bldP spid="101" grpId="0" animBg="1"/>
      <p:bldP spid="102" grpId="0" animBg="1"/>
      <p:bldP spid="103" grpId="0" animBg="1"/>
      <p:bldP spid="104" grpId="0" animBg="1"/>
      <p:bldP spid="105" grpId="0" animBg="1"/>
      <p:bldP spid="106" grpId="0" animBg="1"/>
      <p:bldP spid="107" grpId="0" animBg="1"/>
      <p:bldP spid="108" grpId="0" animBg="1"/>
      <p:bldP spid="109" grpId="0" animBg="1"/>
      <p:bldP spid="110" grpId="0" animBg="1"/>
      <p:bldP spid="111" grpId="0" animBg="1"/>
      <p:bldP spid="112" grpId="0" animBg="1"/>
      <p:bldP spid="113" grpId="0" animBg="1"/>
      <p:bldP spid="114" grpId="0" animBg="1"/>
      <p:bldP spid="115" grpId="0" animBg="1"/>
      <p:bldP spid="116" grpId="0" animBg="1"/>
      <p:bldP spid="117" grpId="0" animBg="1"/>
      <p:bldP spid="118" grpId="0" animBg="1"/>
      <p:bldP spid="119" grpId="0" animBg="1"/>
      <p:bldP spid="120" grpId="0" animBg="1"/>
      <p:bldP spid="121" grpId="0" animBg="1"/>
      <p:bldP spid="122" grpId="0" animBg="1"/>
      <p:bldP spid="123" grpId="0" animBg="1"/>
      <p:bldP spid="124" grpId="0" animBg="1"/>
      <p:bldP spid="125" grpId="0" animBg="1"/>
      <p:bldP spid="126" grpId="0" animBg="1"/>
      <p:bldP spid="127" grpId="0" animBg="1"/>
      <p:bldP spid="128" grpId="0" animBg="1"/>
      <p:bldP spid="129" grpId="0" animBg="1"/>
      <p:bldP spid="130" grpId="0" animBg="1"/>
      <p:bldP spid="131" grpId="0" animBg="1"/>
      <p:bldP spid="132" grpId="0" animBg="1"/>
      <p:bldP spid="133" grpId="0" animBg="1"/>
      <p:bldP spid="134" grpId="0" animBg="1"/>
      <p:bldP spid="135" grpId="0" animBg="1"/>
      <p:bldP spid="136" grpId="0" animBg="1"/>
      <p:bldP spid="137" grpId="0" animBg="1"/>
      <p:bldP spid="138" grpId="0" animBg="1"/>
      <p:bldP spid="139" grpId="0" animBg="1"/>
      <p:bldP spid="140" grpId="0" animBg="1"/>
      <p:bldP spid="141" grpId="0" animBg="1"/>
      <p:bldP spid="142" grpId="0" animBg="1"/>
      <p:bldP spid="143" grpId="0" animBg="1"/>
      <p:bldP spid="144" grpId="0" animBg="1"/>
      <p:bldP spid="145" grpId="0" animBg="1"/>
      <p:bldP spid="146" grpId="0" animBg="1"/>
      <p:bldP spid="147" grpId="0" animBg="1"/>
      <p:bldP spid="14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 name="Które kupić?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kst: Cztery czekolady. Widzę wariant, gramatu · 1"/>
          <p:cNvSpPr txBox="1"/>
          <p:nvPr/>
        </p:nvSpPr>
        <p:spPr>
          <a:xfrm>
            <a:off x="825574" y="3252450"/>
            <a:ext cx="5204638" cy="37973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2300" kern="100" dirty="0">
                <a:solidFill>
                  <a:srgbClr val="151515"/>
                </a:solidFill>
                <a:latin typeface="Lato"/>
                <a:cs typeface="Lato"/>
              </a:rPr>
              <a:t>Cztery czekolady. Widzę wariant,</a:t>
            </a:r>
            <a:endParaRPr lang="pl-PL" sz="2300" kern="100" dirty="0">
              <a:solidFill>
                <a:srgbClr val="151515"/>
              </a:solidFill>
              <a:latin typeface="Lato"/>
              <a:cs typeface="Lato"/>
            </a:endParaRPr>
          </a:p>
        </p:txBody>
      </p:sp>
      <p:sp>
        <p:nvSpPr>
          <p:cNvPr id="3" name="Tekst: Cztery czekolady. Widzę wariant, gramatu · 2"/>
          <p:cNvSpPr txBox="1"/>
          <p:nvPr/>
        </p:nvSpPr>
        <p:spPr>
          <a:xfrm>
            <a:off x="825574" y="3632180"/>
            <a:ext cx="5204638" cy="37973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2300" kern="100" dirty="0">
                <a:solidFill>
                  <a:srgbClr val="151515"/>
                </a:solidFill>
                <a:latin typeface="Lato"/>
                <a:cs typeface="Lato"/>
              </a:rPr>
              <a:t>gramaturę i cenę.</a:t>
            </a:r>
            <a:endParaRPr lang="pl-PL" sz="2300" kern="100" dirty="0">
              <a:solidFill>
                <a:srgbClr val="151515"/>
              </a:solidFill>
              <a:latin typeface="Lato"/>
              <a:cs typeface="Lato"/>
            </a:endParaRPr>
          </a:p>
        </p:txBody>
      </p:sp>
      <p:sp>
        <p:nvSpPr>
          <p:cNvPr id="4" name="Tekst: Wybieram tę, przy której nie muszę zgady · 1"/>
          <p:cNvSpPr txBox="1"/>
          <p:nvPr/>
        </p:nvSpPr>
        <p:spPr>
          <a:xfrm>
            <a:off x="824979" y="4723130"/>
            <a:ext cx="3846850" cy="3492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2200" b="1" kern="100" dirty="0">
                <a:solidFill>
                  <a:srgbClr val="EE312F"/>
                </a:solidFill>
                <a:latin typeface="Lato"/>
                <a:cs typeface="Lato"/>
              </a:rPr>
              <a:t>Wybieram tę, przy której</a:t>
            </a:r>
            <a:endParaRPr lang="pl-PL" sz="2200" b="1" kern="100" dirty="0">
              <a:solidFill>
                <a:srgbClr val="EE312F"/>
              </a:solidFill>
              <a:latin typeface="Lato"/>
              <a:cs typeface="Lato"/>
            </a:endParaRPr>
          </a:p>
        </p:txBody>
      </p:sp>
      <p:sp>
        <p:nvSpPr>
          <p:cNvPr id="5" name="Tekst: Wybieram tę, przy której nie muszę zgady · 2"/>
          <p:cNvSpPr txBox="1"/>
          <p:nvPr/>
        </p:nvSpPr>
        <p:spPr>
          <a:xfrm>
            <a:off x="824979" y="5072380"/>
            <a:ext cx="3846850" cy="3492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2200" b="1" kern="100" dirty="0">
                <a:solidFill>
                  <a:srgbClr val="EE312F"/>
                </a:solidFill>
                <a:latin typeface="Lato"/>
                <a:cs typeface="Lato"/>
              </a:rPr>
              <a:t>nie muszę zgadywać.</a:t>
            </a:r>
            <a:endParaRPr lang="pl-PL" sz="2200" b="1" kern="100" dirty="0">
              <a:solidFill>
                <a:srgbClr val="EE312F"/>
              </a:solidFill>
              <a:latin typeface="Lato"/>
              <a:cs typeface="Lato"/>
            </a:endParaRPr>
          </a:p>
        </p:txBody>
      </p:sp>
      <p:sp>
        <p:nvSpPr>
          <p:cNvPr id="6" name="Tekst: · Wybieram"/>
          <p:cNvSpPr txBox="1"/>
          <p:nvPr/>
        </p:nvSpPr>
        <p:spPr>
          <a:xfrm>
            <a:off x="826715" y="1268412"/>
            <a:ext cx="168910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200" b="1" kern="100" cap="all" spc="96" dirty="0">
                <a:solidFill>
                  <a:srgbClr val="666666"/>
                </a:solidFill>
                <a:latin typeface="Lato"/>
                <a:cs typeface="Lato"/>
              </a:rPr>
              <a:t>· Wybieram</a:t>
            </a:r>
            <a:endParaRPr lang="pl-PL" sz="1200" b="1" kern="100" cap="all" spc="96" dirty="0">
              <a:solidFill>
                <a:srgbClr val="666666"/>
              </a:solidFill>
              <a:latin typeface="Lato"/>
              <a:cs typeface="Lato"/>
            </a:endParaRPr>
          </a:p>
        </p:txBody>
      </p:sp>
      <p:sp>
        <p:nvSpPr>
          <p:cNvPr id="7" name="Tekst: „Które kupić?” · 1"/>
          <p:cNvSpPr txBox="1"/>
          <p:nvPr/>
        </p:nvSpPr>
        <p:spPr>
          <a:xfrm>
            <a:off x="826715" y="1651593"/>
            <a:ext cx="2182237" cy="5923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4400" kern="100" spc="-154" dirty="0">
                <a:solidFill>
                  <a:srgbClr val="151515"/>
                </a:solidFill>
                <a:latin typeface="Lato Black"/>
                <a:cs typeface="Lato Black"/>
              </a:rPr>
              <a:t>„Które</a:t>
            </a:r>
            <a:endParaRPr lang="pl-PL" sz="4400" kern="100" spc="-154" dirty="0">
              <a:solidFill>
                <a:srgbClr val="151515"/>
              </a:solidFill>
              <a:latin typeface="Lato Black"/>
              <a:cs typeface="Lato Black"/>
            </a:endParaRPr>
          </a:p>
        </p:txBody>
      </p:sp>
      <p:sp>
        <p:nvSpPr>
          <p:cNvPr id="8" name="Tekst: „Które kupić?” · 2"/>
          <p:cNvSpPr txBox="1"/>
          <p:nvPr/>
        </p:nvSpPr>
        <p:spPr>
          <a:xfrm>
            <a:off x="826715" y="2243921"/>
            <a:ext cx="2182237" cy="5923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4400" kern="100" spc="-154" dirty="0">
                <a:solidFill>
                  <a:srgbClr val="151515"/>
                </a:solidFill>
                <a:latin typeface="Lato Black"/>
                <a:cs typeface="Lato Black"/>
              </a:rPr>
              <a:t>kupić?”</a:t>
            </a:r>
            <a:endParaRPr lang="pl-PL" sz="4400" kern="100" spc="-154" dirty="0">
              <a:solidFill>
                <a:srgbClr val="151515"/>
              </a:solidFill>
              <a:latin typeface="Lato Black"/>
              <a:cs typeface="Lato Black"/>
            </a:endParaRPr>
          </a:p>
        </p:txBody>
      </p:sp>
      <p:sp>
        <p:nvSpPr>
          <p:cNvPr id="9" name="!!Telefon"/>
          <p:cNvSpPr/>
          <p:nvPr/>
        </p:nvSpPr>
        <p:spPr>
          <a:xfrm>
            <a:off x="7391399" y="1198562"/>
            <a:ext cx="4076700" cy="5187950"/>
          </a:xfrm>
          <a:prstGeom prst="round2SameRect">
            <a:avLst>
              <a:gd name="adj1" fmla="val 9657"/>
              <a:gd name="adj2" fmla="val 0"/>
            </a:avLst>
          </a:prstGeom>
          <a:gradFill rotWithShape="1">
            <a:gsLst>
              <a:gs pos="0">
                <a:srgbClr val="2B2C30"/>
              </a:gs>
              <a:gs pos="18000">
                <a:srgbClr val="5B5D63"/>
              </a:gs>
              <a:gs pos="40000">
                <a:srgbClr val="2E2F33"/>
              </a:gs>
              <a:gs pos="70000">
                <a:srgbClr val="1F2023"/>
              </a:gs>
              <a:gs pos="100000">
                <a:srgbClr val="4A4C51"/>
              </a:gs>
            </a:gsLst>
            <a:lin ang="600000" scaled="0"/>
          </a:gradFill>
          <a:ln>
            <a:noFill/>
          </a:ln>
          <a:effectLst>
            <a:outerShdw blurRad="444500" dist="215900" dir="5400000" algn="ctr" rotWithShape="0">
              <a:srgbClr val="000000">
                <a:alpha val="25000"/>
              </a:srgbClr>
            </a:outerShdw>
          </a:effectLst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" name="!!Telefon before"/>
          <p:cNvSpPr/>
          <p:nvPr/>
        </p:nvSpPr>
        <p:spPr>
          <a:xfrm>
            <a:off x="7410449" y="1217612"/>
            <a:ext cx="4038600" cy="5165725"/>
          </a:xfrm>
          <a:prstGeom prst="round2SameRect">
            <a:avLst>
              <a:gd name="adj1" fmla="val 9277"/>
              <a:gd name="adj2" fmla="val 0"/>
            </a:avLst>
          </a:prstGeom>
          <a:solidFill>
            <a:srgbClr val="0B0B0C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1" name="!!Telefon – przycisk akcji"/>
          <p:cNvSpPr/>
          <p:nvPr/>
        </p:nvSpPr>
        <p:spPr>
          <a:xfrm>
            <a:off x="7359650" y="2012950"/>
            <a:ext cx="31750" cy="2159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B40"/>
              </a:gs>
              <a:gs pos="50000">
                <a:srgbClr val="6A6C72"/>
              </a:gs>
              <a:gs pos="100000">
                <a:srgbClr val="3A3B40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2" name="!!Telefon – głośniej"/>
          <p:cNvSpPr/>
          <p:nvPr/>
        </p:nvSpPr>
        <p:spPr>
          <a:xfrm>
            <a:off x="7359650" y="2406650"/>
            <a:ext cx="31750" cy="3937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B40"/>
              </a:gs>
              <a:gs pos="50000">
                <a:srgbClr val="6A6C72"/>
              </a:gs>
              <a:gs pos="100000">
                <a:srgbClr val="3A3B40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3" name="!!Telefon – ciszej"/>
          <p:cNvSpPr/>
          <p:nvPr/>
        </p:nvSpPr>
        <p:spPr>
          <a:xfrm>
            <a:off x="7359650" y="2889250"/>
            <a:ext cx="31750" cy="3937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B40"/>
              </a:gs>
              <a:gs pos="50000">
                <a:srgbClr val="6A6C72"/>
              </a:gs>
              <a:gs pos="100000">
                <a:srgbClr val="3A3B40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4" name="!!Telefon – zasilanie"/>
          <p:cNvSpPr/>
          <p:nvPr/>
        </p:nvSpPr>
        <p:spPr>
          <a:xfrm>
            <a:off x="11468100" y="2559050"/>
            <a:ext cx="31750" cy="6096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B40"/>
              </a:gs>
              <a:gs pos="50000">
                <a:srgbClr val="6A6C72"/>
              </a:gs>
              <a:gs pos="100000">
                <a:srgbClr val="3A3B40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5" name="!!Telefon after"/>
          <p:cNvSpPr/>
          <p:nvPr/>
        </p:nvSpPr>
        <p:spPr>
          <a:xfrm>
            <a:off x="6883399" y="5240337"/>
            <a:ext cx="5092700" cy="1841500"/>
          </a:xfrm>
          <a:prstGeom prst="rect">
            <a:avLst/>
          </a:prstGeom>
          <a:gradFill rotWithShape="1">
            <a:gsLst>
              <a:gs pos="0">
                <a:srgbClr val="FFFFFF">
                  <a:alpha val="0"/>
                </a:srgbClr>
              </a:gs>
              <a:gs pos="52000">
                <a:srgbClr val="FFFFFF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6" name="!!Telefon – ekran"/>
          <p:cNvSpPr/>
          <p:nvPr/>
        </p:nvSpPr>
        <p:spPr>
          <a:xfrm>
            <a:off x="7492999" y="1300162"/>
            <a:ext cx="3873500" cy="5086350"/>
          </a:xfrm>
          <a:prstGeom prst="round2SameRect">
            <a:avLst>
              <a:gd name="adj1" fmla="val 7541"/>
              <a:gd name="adj2" fmla="val 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7" name="!!Telefon – wyspa"/>
          <p:cNvSpPr/>
          <p:nvPr/>
        </p:nvSpPr>
        <p:spPr>
          <a:xfrm>
            <a:off x="9093199" y="1320800"/>
            <a:ext cx="673100" cy="190500"/>
          </a:xfrm>
          <a:prstGeom prst="roundRect">
            <a:avLst>
              <a:gd name="adj" fmla="val 50000"/>
            </a:avLst>
          </a:prstGeom>
          <a:solidFill>
            <a:srgbClr val="05050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8" name="!!Telefon – wyspa after"/>
          <p:cNvSpPr/>
          <p:nvPr/>
        </p:nvSpPr>
        <p:spPr>
          <a:xfrm>
            <a:off x="9610724" y="1374775"/>
            <a:ext cx="82550" cy="82550"/>
          </a:xfrm>
          <a:prstGeom prst="ellipse">
            <a:avLst/>
          </a:prstGeom>
          <a:solidFill>
            <a:srgbClr val="26304F"/>
          </a:solidFill>
          <a:ln w="19050">
            <a:solidFill>
              <a:srgbClr val="15161B"/>
            </a:solidFill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9" name="!!Telefon – nagłówek"/>
          <p:cNvSpPr/>
          <p:nvPr/>
        </p:nvSpPr>
        <p:spPr>
          <a:xfrm>
            <a:off x="7492999" y="1530350"/>
            <a:ext cx="3873500" cy="406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0" name="Telefon – nagłówek (wariant)"/>
          <p:cNvSpPr/>
          <p:nvPr/>
        </p:nvSpPr>
        <p:spPr>
          <a:xfrm>
            <a:off x="7492999" y="1924050"/>
            <a:ext cx="3873500" cy="12700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1" name="!!Telefon – aplikacja (tekst)"/>
          <p:cNvSpPr txBox="1"/>
          <p:nvPr/>
        </p:nvSpPr>
        <p:spPr>
          <a:xfrm>
            <a:off x="7697291" y="1628775"/>
            <a:ext cx="242577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300" kern="100" spc="-13" dirty="0">
                <a:solidFill>
                  <a:srgbClr val="151515"/>
                </a:solidFill>
                <a:latin typeface="Lato Black"/>
                <a:cs typeface="Lato Black"/>
              </a:rPr>
              <a:t>Aplikacja szybkich dostaw</a:t>
            </a:r>
            <a:endParaRPr lang="pl-PL" sz="1300" kern="100" spc="-13" dirty="0">
              <a:solidFill>
                <a:srgbClr val="151515"/>
              </a:solidFill>
              <a:latin typeface="Lato Black"/>
              <a:cs typeface="Lato Black"/>
            </a:endParaRPr>
          </a:p>
        </p:txBody>
      </p:sp>
      <p:sp>
        <p:nvSpPr>
          <p:cNvPr id="22" name="!!Telefon – koszyk (tekst)"/>
          <p:cNvSpPr txBox="1"/>
          <p:nvPr/>
        </p:nvSpPr>
        <p:spPr>
          <a:xfrm>
            <a:off x="10998348" y="1603375"/>
            <a:ext cx="35016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500" kern="100" dirty="0">
                <a:solidFill>
                  <a:srgbClr val="151515"/>
                </a:solidFill>
                <a:latin typeface="Segoe UI Symbol"/>
                <a:cs typeface="Segoe UI Symbol"/>
              </a:rPr>
              <a:t>▣</a:t>
            </a:r>
            <a:endParaRPr lang="pl-PL" sz="1500" kern="100" dirty="0">
              <a:solidFill>
                <a:srgbClr val="151515"/>
              </a:solidFill>
              <a:latin typeface="Segoe UI Symbol"/>
              <a:cs typeface="Segoe UI Symbol"/>
            </a:endParaRPr>
          </a:p>
        </p:txBody>
      </p:sp>
      <p:sp>
        <p:nvSpPr>
          <p:cNvPr id="23" name="!!Telefon – kontekst (tekst)"/>
          <p:cNvSpPr txBox="1"/>
          <p:nvPr/>
        </p:nvSpPr>
        <p:spPr>
          <a:xfrm>
            <a:off x="7696199" y="2089150"/>
            <a:ext cx="3467100" cy="1600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050" kern="100" dirty="0">
                <a:solidFill>
                  <a:srgbClr val="777777"/>
                </a:solidFill>
                <a:latin typeface="Lato"/>
                <a:cs typeface="Lato"/>
              </a:rPr>
              <a:t>Słodycze</a:t>
            </a:r>
            <a:endParaRPr lang="pl-PL" sz="1050" kern="100" dirty="0">
              <a:solidFill>
                <a:srgbClr val="777777"/>
              </a:solidFill>
              <a:latin typeface="Lato"/>
              <a:cs typeface="Lato"/>
            </a:endParaRPr>
          </a:p>
        </p:txBody>
      </p:sp>
      <p:sp>
        <p:nvSpPr>
          <p:cNvPr id="24" name="!!Telefon – tytuł (tekst)"/>
          <p:cNvSpPr txBox="1"/>
          <p:nvPr/>
        </p:nvSpPr>
        <p:spPr>
          <a:xfrm>
            <a:off x="7696199" y="2297112"/>
            <a:ext cx="3467100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700" kern="100" spc="-42" dirty="0">
                <a:solidFill>
                  <a:srgbClr val="1C1C1C"/>
                </a:solidFill>
                <a:latin typeface="Lato Black"/>
                <a:cs typeface="Lato Black"/>
              </a:rPr>
              <a:t>Czekolady</a:t>
            </a:r>
            <a:endParaRPr lang="pl-PL" sz="1700" kern="100" spc="-42" dirty="0">
              <a:solidFill>
                <a:srgbClr val="1C1C1C"/>
              </a:solidFill>
              <a:latin typeface="Lato Black"/>
              <a:cs typeface="Lato Black"/>
            </a:endParaRPr>
          </a:p>
        </p:txBody>
      </p:sp>
      <p:sp>
        <p:nvSpPr>
          <p:cNvPr id="25" name="Kształt"/>
          <p:cNvSpPr/>
          <p:nvPr/>
        </p:nvSpPr>
        <p:spPr>
          <a:xfrm>
            <a:off x="7699375" y="2673350"/>
            <a:ext cx="1682750" cy="1441450"/>
          </a:xfrm>
          <a:prstGeom prst="roundRect">
            <a:avLst>
              <a:gd name="adj" fmla="val 6140"/>
            </a:avLst>
          </a:prstGeom>
          <a:solidFill>
            <a:srgbClr val="FDE4E4"/>
          </a:solidFill>
          <a:ln w="6350">
            <a:solidFill>
              <a:srgbClr val="FAC1C1"/>
            </a:solidFill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6" name="Kształt 2"/>
          <p:cNvSpPr/>
          <p:nvPr/>
        </p:nvSpPr>
        <p:spPr>
          <a:xfrm>
            <a:off x="7699375" y="2673350"/>
            <a:ext cx="1682750" cy="1441450"/>
          </a:xfrm>
          <a:prstGeom prst="roundRect">
            <a:avLst>
              <a:gd name="adj" fmla="val 6140"/>
            </a:avLst>
          </a:prstGeom>
          <a:solidFill>
            <a:srgbClr val="FDE4E4"/>
          </a:solidFill>
          <a:ln w="6350">
            <a:solidFill>
              <a:srgbClr val="FAC1C1"/>
            </a:solidFill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7" name="Kształt 3"/>
          <p:cNvSpPr/>
          <p:nvPr/>
        </p:nvSpPr>
        <p:spPr>
          <a:xfrm>
            <a:off x="7693025" y="2667000"/>
            <a:ext cx="1695450" cy="1454150"/>
          </a:xfrm>
          <a:prstGeom prst="roundRect">
            <a:avLst>
              <a:gd name="adj" fmla="val 6332"/>
            </a:avLst>
          </a:prstGeom>
          <a:noFill/>
          <a:ln w="19050">
            <a:solidFill>
              <a:srgbClr val="EE312F"/>
            </a:solidFill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8" name="Kształt 4"/>
          <p:cNvSpPr/>
          <p:nvPr/>
        </p:nvSpPr>
        <p:spPr>
          <a:xfrm>
            <a:off x="7791450" y="2752725"/>
            <a:ext cx="1498600" cy="635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9" name="Kształt 5"/>
          <p:cNvSpPr/>
          <p:nvPr/>
        </p:nvSpPr>
        <p:spPr>
          <a:xfrm>
            <a:off x="8712891" y="3202276"/>
            <a:ext cx="458678" cy="85682"/>
          </a:xfrm>
          <a:custGeom>
            <a:avLst/>
            <a:gdLst/>
            <a:ahLst/>
            <a:cxnLst/>
            <a:rect l="0" t="0" r="r" b="b"/>
            <a:pathLst>
              <a:path w="458678" h="85682">
                <a:moveTo>
                  <a:pt x="0" y="47790"/>
                </a:moveTo>
                <a:lnTo>
                  <a:pt x="454695" y="0"/>
                </a:lnTo>
                <a:lnTo>
                  <a:pt x="458678" y="37891"/>
                </a:lnTo>
                <a:lnTo>
                  <a:pt x="3983" y="85682"/>
                </a:lnTo>
                <a:close/>
              </a:path>
            </a:pathLst>
          </a:custGeom>
          <a:solidFill>
            <a:srgbClr val="3D221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0" name="Kształt 6"/>
          <p:cNvSpPr/>
          <p:nvPr/>
        </p:nvSpPr>
        <p:spPr>
          <a:xfrm>
            <a:off x="8670411" y="2798102"/>
            <a:ext cx="498503" cy="464595"/>
          </a:xfrm>
          <a:custGeom>
            <a:avLst/>
            <a:gdLst/>
            <a:ahLst/>
            <a:cxnLst/>
            <a:rect l="0" t="0" r="r" b="b"/>
            <a:pathLst>
              <a:path w="498503" h="464595">
                <a:moveTo>
                  <a:pt x="0" y="47790"/>
                </a:moveTo>
                <a:lnTo>
                  <a:pt x="454695" y="0"/>
                </a:lnTo>
                <a:lnTo>
                  <a:pt x="498503" y="416804"/>
                </a:lnTo>
                <a:lnTo>
                  <a:pt x="43808" y="464595"/>
                </a:lnTo>
                <a:close/>
              </a:path>
            </a:pathLst>
          </a:custGeom>
          <a:solidFill>
            <a:srgbClr val="331C1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1" name="Kształt 7"/>
          <p:cNvSpPr/>
          <p:nvPr/>
        </p:nvSpPr>
        <p:spPr>
          <a:xfrm>
            <a:off x="8677390" y="2836942"/>
            <a:ext cx="138935" cy="34383"/>
          </a:xfrm>
          <a:custGeom>
            <a:avLst/>
            <a:gdLst/>
            <a:ahLst/>
            <a:cxnLst/>
            <a:rect l="0" t="0" r="r" b="b"/>
            <a:pathLst>
              <a:path w="138935" h="34383">
                <a:moveTo>
                  <a:pt x="0" y="14603"/>
                </a:moveTo>
                <a:lnTo>
                  <a:pt x="138935" y="0"/>
                </a:lnTo>
                <a:lnTo>
                  <a:pt x="119155" y="24426"/>
                </a:lnTo>
                <a:lnTo>
                  <a:pt x="24426" y="34383"/>
                </a:lnTo>
                <a:close/>
              </a:path>
            </a:pathLst>
          </a:custGeom>
          <a:solidFill>
            <a:srgbClr val="855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2" name="Kształt 8"/>
          <p:cNvSpPr/>
          <p:nvPr/>
        </p:nvSpPr>
        <p:spPr>
          <a:xfrm>
            <a:off x="8677390" y="2851544"/>
            <a:ext cx="33055" cy="126304"/>
          </a:xfrm>
          <a:custGeom>
            <a:avLst/>
            <a:gdLst/>
            <a:ahLst/>
            <a:cxnLst/>
            <a:rect l="0" t="0" r="r" b="b"/>
            <a:pathLst>
              <a:path w="33055" h="126304">
                <a:moveTo>
                  <a:pt x="0" y="0"/>
                </a:moveTo>
                <a:lnTo>
                  <a:pt x="24426" y="19780"/>
                </a:lnTo>
                <a:lnTo>
                  <a:pt x="33055" y="101878"/>
                </a:lnTo>
                <a:lnTo>
                  <a:pt x="13275" y="126304"/>
                </a:lnTo>
                <a:close/>
              </a:path>
            </a:pathLst>
          </a:custGeom>
          <a:solidFill>
            <a:srgbClr val="7A4A2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3" name="Kształt 9"/>
          <p:cNvSpPr/>
          <p:nvPr/>
        </p:nvSpPr>
        <p:spPr>
          <a:xfrm>
            <a:off x="8796545" y="2836942"/>
            <a:ext cx="33055" cy="126304"/>
          </a:xfrm>
          <a:custGeom>
            <a:avLst/>
            <a:gdLst/>
            <a:ahLst/>
            <a:cxnLst/>
            <a:rect l="0" t="0" r="r" b="b"/>
            <a:pathLst>
              <a:path w="33055" h="126304">
                <a:moveTo>
                  <a:pt x="19780" y="0"/>
                </a:moveTo>
                <a:lnTo>
                  <a:pt x="33055" y="126304"/>
                </a:lnTo>
                <a:lnTo>
                  <a:pt x="8629" y="106524"/>
                </a:lnTo>
                <a:lnTo>
                  <a:pt x="0" y="24426"/>
                </a:lnTo>
                <a:close/>
              </a:path>
            </a:pathLst>
          </a:custGeom>
          <a:solidFill>
            <a:srgbClr val="5A332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4" name="Kształt 10"/>
          <p:cNvSpPr/>
          <p:nvPr/>
        </p:nvSpPr>
        <p:spPr>
          <a:xfrm>
            <a:off x="8690665" y="2943466"/>
            <a:ext cx="138935" cy="34383"/>
          </a:xfrm>
          <a:custGeom>
            <a:avLst/>
            <a:gdLst/>
            <a:ahLst/>
            <a:cxnLst/>
            <a:rect l="0" t="0" r="r" b="b"/>
            <a:pathLst>
              <a:path w="138935" h="34383">
                <a:moveTo>
                  <a:pt x="0" y="34383"/>
                </a:moveTo>
                <a:lnTo>
                  <a:pt x="19780" y="9956"/>
                </a:lnTo>
                <a:lnTo>
                  <a:pt x="114508" y="0"/>
                </a:lnTo>
                <a:lnTo>
                  <a:pt x="138935" y="19780"/>
                </a:lnTo>
                <a:close/>
              </a:path>
            </a:pathLst>
          </a:custGeom>
          <a:solidFill>
            <a:srgbClr val="4A2A1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5" name="Kształt 11"/>
          <p:cNvSpPr/>
          <p:nvPr/>
        </p:nvSpPr>
        <p:spPr>
          <a:xfrm>
            <a:off x="8701816" y="2861368"/>
            <a:ext cx="103357" cy="92054"/>
          </a:xfrm>
          <a:custGeom>
            <a:avLst/>
            <a:gdLst/>
            <a:ahLst/>
            <a:cxnLst/>
            <a:rect l="0" t="0" r="r" b="b"/>
            <a:pathLst>
              <a:path w="103357" h="92054">
                <a:moveTo>
                  <a:pt x="0" y="9956"/>
                </a:moveTo>
                <a:lnTo>
                  <a:pt x="94728" y="0"/>
                </a:lnTo>
                <a:lnTo>
                  <a:pt x="103357" y="82098"/>
                </a:lnTo>
                <a:lnTo>
                  <a:pt x="8629" y="92054"/>
                </a:lnTo>
                <a:close/>
              </a:path>
            </a:pathLst>
          </a:custGeom>
          <a:solidFill>
            <a:srgbClr val="6D402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6" name="Kształt 12"/>
          <p:cNvSpPr/>
          <p:nvPr/>
        </p:nvSpPr>
        <p:spPr>
          <a:xfrm>
            <a:off x="8691993" y="2975876"/>
            <a:ext cx="138935" cy="34383"/>
          </a:xfrm>
          <a:custGeom>
            <a:avLst/>
            <a:gdLst/>
            <a:ahLst/>
            <a:cxnLst/>
            <a:rect l="0" t="0" r="r" b="b"/>
            <a:pathLst>
              <a:path w="138935" h="34383">
                <a:moveTo>
                  <a:pt x="0" y="14603"/>
                </a:moveTo>
                <a:lnTo>
                  <a:pt x="138935" y="0"/>
                </a:lnTo>
                <a:lnTo>
                  <a:pt x="119155" y="24426"/>
                </a:lnTo>
                <a:lnTo>
                  <a:pt x="24426" y="34383"/>
                </a:lnTo>
                <a:close/>
              </a:path>
            </a:pathLst>
          </a:custGeom>
          <a:solidFill>
            <a:srgbClr val="855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7" name="Kształt 13"/>
          <p:cNvSpPr/>
          <p:nvPr/>
        </p:nvSpPr>
        <p:spPr>
          <a:xfrm>
            <a:off x="8691993" y="2990479"/>
            <a:ext cx="33055" cy="126304"/>
          </a:xfrm>
          <a:custGeom>
            <a:avLst/>
            <a:gdLst/>
            <a:ahLst/>
            <a:cxnLst/>
            <a:rect l="0" t="0" r="r" b="b"/>
            <a:pathLst>
              <a:path w="33055" h="126304">
                <a:moveTo>
                  <a:pt x="0" y="0"/>
                </a:moveTo>
                <a:lnTo>
                  <a:pt x="24426" y="19780"/>
                </a:lnTo>
                <a:lnTo>
                  <a:pt x="33055" y="101878"/>
                </a:lnTo>
                <a:lnTo>
                  <a:pt x="13275" y="126304"/>
                </a:lnTo>
                <a:close/>
              </a:path>
            </a:pathLst>
          </a:custGeom>
          <a:solidFill>
            <a:srgbClr val="7A4A2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8" name="Kształt 14"/>
          <p:cNvSpPr/>
          <p:nvPr/>
        </p:nvSpPr>
        <p:spPr>
          <a:xfrm>
            <a:off x="8811147" y="2975876"/>
            <a:ext cx="33055" cy="126304"/>
          </a:xfrm>
          <a:custGeom>
            <a:avLst/>
            <a:gdLst/>
            <a:ahLst/>
            <a:cxnLst/>
            <a:rect l="0" t="0" r="r" b="b"/>
            <a:pathLst>
              <a:path w="33055" h="126304">
                <a:moveTo>
                  <a:pt x="19780" y="0"/>
                </a:moveTo>
                <a:lnTo>
                  <a:pt x="33055" y="126304"/>
                </a:lnTo>
                <a:lnTo>
                  <a:pt x="8629" y="106524"/>
                </a:lnTo>
                <a:lnTo>
                  <a:pt x="0" y="24426"/>
                </a:lnTo>
                <a:close/>
              </a:path>
            </a:pathLst>
          </a:custGeom>
          <a:solidFill>
            <a:srgbClr val="5A332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9" name="Kształt 15"/>
          <p:cNvSpPr/>
          <p:nvPr/>
        </p:nvSpPr>
        <p:spPr>
          <a:xfrm>
            <a:off x="8705268" y="3082400"/>
            <a:ext cx="138935" cy="34383"/>
          </a:xfrm>
          <a:custGeom>
            <a:avLst/>
            <a:gdLst/>
            <a:ahLst/>
            <a:cxnLst/>
            <a:rect l="0" t="0" r="r" b="b"/>
            <a:pathLst>
              <a:path w="138935" h="34383">
                <a:moveTo>
                  <a:pt x="0" y="34383"/>
                </a:moveTo>
                <a:lnTo>
                  <a:pt x="19780" y="9956"/>
                </a:lnTo>
                <a:lnTo>
                  <a:pt x="114508" y="0"/>
                </a:lnTo>
                <a:lnTo>
                  <a:pt x="138935" y="19780"/>
                </a:lnTo>
                <a:close/>
              </a:path>
            </a:pathLst>
          </a:custGeom>
          <a:solidFill>
            <a:srgbClr val="4A2A1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0" name="Kształt 16"/>
          <p:cNvSpPr/>
          <p:nvPr/>
        </p:nvSpPr>
        <p:spPr>
          <a:xfrm>
            <a:off x="8716419" y="3000303"/>
            <a:ext cx="103357" cy="92054"/>
          </a:xfrm>
          <a:custGeom>
            <a:avLst/>
            <a:gdLst/>
            <a:ahLst/>
            <a:cxnLst/>
            <a:rect l="0" t="0" r="r" b="b"/>
            <a:pathLst>
              <a:path w="103357" h="92054">
                <a:moveTo>
                  <a:pt x="0" y="9956"/>
                </a:moveTo>
                <a:lnTo>
                  <a:pt x="94728" y="0"/>
                </a:lnTo>
                <a:lnTo>
                  <a:pt x="103357" y="82098"/>
                </a:lnTo>
                <a:lnTo>
                  <a:pt x="8629" y="92054"/>
                </a:lnTo>
                <a:close/>
              </a:path>
            </a:pathLst>
          </a:custGeom>
          <a:solidFill>
            <a:srgbClr val="6D402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1" name="Kształt 17"/>
          <p:cNvSpPr/>
          <p:nvPr/>
        </p:nvSpPr>
        <p:spPr>
          <a:xfrm>
            <a:off x="8706595" y="3114811"/>
            <a:ext cx="138935" cy="34383"/>
          </a:xfrm>
          <a:custGeom>
            <a:avLst/>
            <a:gdLst/>
            <a:ahLst/>
            <a:cxnLst/>
            <a:rect l="0" t="0" r="r" b="b"/>
            <a:pathLst>
              <a:path w="138935" h="34383">
                <a:moveTo>
                  <a:pt x="0" y="14603"/>
                </a:moveTo>
                <a:lnTo>
                  <a:pt x="138935" y="0"/>
                </a:lnTo>
                <a:lnTo>
                  <a:pt x="119155" y="24426"/>
                </a:lnTo>
                <a:lnTo>
                  <a:pt x="24426" y="34383"/>
                </a:lnTo>
                <a:close/>
              </a:path>
            </a:pathLst>
          </a:custGeom>
          <a:solidFill>
            <a:srgbClr val="855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2" name="Kształt 18"/>
          <p:cNvSpPr/>
          <p:nvPr/>
        </p:nvSpPr>
        <p:spPr>
          <a:xfrm>
            <a:off x="8706595" y="3129414"/>
            <a:ext cx="33055" cy="126304"/>
          </a:xfrm>
          <a:custGeom>
            <a:avLst/>
            <a:gdLst/>
            <a:ahLst/>
            <a:cxnLst/>
            <a:rect l="0" t="0" r="r" b="b"/>
            <a:pathLst>
              <a:path w="33055" h="126304">
                <a:moveTo>
                  <a:pt x="0" y="0"/>
                </a:moveTo>
                <a:lnTo>
                  <a:pt x="24426" y="19780"/>
                </a:lnTo>
                <a:lnTo>
                  <a:pt x="33055" y="101878"/>
                </a:lnTo>
                <a:lnTo>
                  <a:pt x="13275" y="126304"/>
                </a:lnTo>
                <a:close/>
              </a:path>
            </a:pathLst>
          </a:custGeom>
          <a:solidFill>
            <a:srgbClr val="7A4A2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3" name="Kształt 19"/>
          <p:cNvSpPr/>
          <p:nvPr/>
        </p:nvSpPr>
        <p:spPr>
          <a:xfrm>
            <a:off x="8825750" y="3114811"/>
            <a:ext cx="33055" cy="126304"/>
          </a:xfrm>
          <a:custGeom>
            <a:avLst/>
            <a:gdLst/>
            <a:ahLst/>
            <a:cxnLst/>
            <a:rect l="0" t="0" r="r" b="b"/>
            <a:pathLst>
              <a:path w="33055" h="126304">
                <a:moveTo>
                  <a:pt x="19780" y="0"/>
                </a:moveTo>
                <a:lnTo>
                  <a:pt x="33055" y="126304"/>
                </a:lnTo>
                <a:lnTo>
                  <a:pt x="8629" y="106524"/>
                </a:lnTo>
                <a:lnTo>
                  <a:pt x="0" y="24426"/>
                </a:lnTo>
                <a:close/>
              </a:path>
            </a:pathLst>
          </a:custGeom>
          <a:solidFill>
            <a:srgbClr val="5A332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4" name="Kształt 20"/>
          <p:cNvSpPr/>
          <p:nvPr/>
        </p:nvSpPr>
        <p:spPr>
          <a:xfrm>
            <a:off x="8719870" y="3221335"/>
            <a:ext cx="138935" cy="34383"/>
          </a:xfrm>
          <a:custGeom>
            <a:avLst/>
            <a:gdLst/>
            <a:ahLst/>
            <a:cxnLst/>
            <a:rect l="0" t="0" r="r" b="b"/>
            <a:pathLst>
              <a:path w="138935" h="34383">
                <a:moveTo>
                  <a:pt x="0" y="34383"/>
                </a:moveTo>
                <a:lnTo>
                  <a:pt x="19780" y="9956"/>
                </a:lnTo>
                <a:lnTo>
                  <a:pt x="114508" y="0"/>
                </a:lnTo>
                <a:lnTo>
                  <a:pt x="138935" y="19780"/>
                </a:lnTo>
                <a:close/>
              </a:path>
            </a:pathLst>
          </a:custGeom>
          <a:solidFill>
            <a:srgbClr val="4A2A1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5" name="Kształt 21"/>
          <p:cNvSpPr/>
          <p:nvPr/>
        </p:nvSpPr>
        <p:spPr>
          <a:xfrm>
            <a:off x="8731022" y="3139237"/>
            <a:ext cx="103357" cy="92054"/>
          </a:xfrm>
          <a:custGeom>
            <a:avLst/>
            <a:gdLst/>
            <a:ahLst/>
            <a:cxnLst/>
            <a:rect l="0" t="0" r="r" b="b"/>
            <a:pathLst>
              <a:path w="103357" h="92054">
                <a:moveTo>
                  <a:pt x="0" y="9956"/>
                </a:moveTo>
                <a:lnTo>
                  <a:pt x="94728" y="0"/>
                </a:lnTo>
                <a:lnTo>
                  <a:pt x="103357" y="82098"/>
                </a:lnTo>
                <a:lnTo>
                  <a:pt x="8629" y="92054"/>
                </a:lnTo>
                <a:close/>
              </a:path>
            </a:pathLst>
          </a:custGeom>
          <a:solidFill>
            <a:srgbClr val="6D402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6" name="Kształt 22"/>
          <p:cNvSpPr/>
          <p:nvPr/>
        </p:nvSpPr>
        <p:spPr>
          <a:xfrm>
            <a:off x="8828955" y="2821011"/>
            <a:ext cx="138935" cy="34383"/>
          </a:xfrm>
          <a:custGeom>
            <a:avLst/>
            <a:gdLst/>
            <a:ahLst/>
            <a:cxnLst/>
            <a:rect l="0" t="0" r="r" b="b"/>
            <a:pathLst>
              <a:path w="138935" h="34383">
                <a:moveTo>
                  <a:pt x="0" y="14603"/>
                </a:moveTo>
                <a:lnTo>
                  <a:pt x="138935" y="0"/>
                </a:lnTo>
                <a:lnTo>
                  <a:pt x="119155" y="24426"/>
                </a:lnTo>
                <a:lnTo>
                  <a:pt x="24426" y="34383"/>
                </a:lnTo>
                <a:close/>
              </a:path>
            </a:pathLst>
          </a:custGeom>
          <a:solidFill>
            <a:srgbClr val="855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7" name="Kształt 23"/>
          <p:cNvSpPr/>
          <p:nvPr/>
        </p:nvSpPr>
        <p:spPr>
          <a:xfrm>
            <a:off x="8828955" y="2835614"/>
            <a:ext cx="33055" cy="126304"/>
          </a:xfrm>
          <a:custGeom>
            <a:avLst/>
            <a:gdLst/>
            <a:ahLst/>
            <a:cxnLst/>
            <a:rect l="0" t="0" r="r" b="b"/>
            <a:pathLst>
              <a:path w="33055" h="126304">
                <a:moveTo>
                  <a:pt x="0" y="0"/>
                </a:moveTo>
                <a:lnTo>
                  <a:pt x="24426" y="19780"/>
                </a:lnTo>
                <a:lnTo>
                  <a:pt x="33055" y="101878"/>
                </a:lnTo>
                <a:lnTo>
                  <a:pt x="13275" y="126304"/>
                </a:lnTo>
                <a:close/>
              </a:path>
            </a:pathLst>
          </a:custGeom>
          <a:solidFill>
            <a:srgbClr val="7A4A2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8" name="Kształt 24"/>
          <p:cNvSpPr/>
          <p:nvPr/>
        </p:nvSpPr>
        <p:spPr>
          <a:xfrm>
            <a:off x="8948110" y="2821011"/>
            <a:ext cx="33055" cy="126304"/>
          </a:xfrm>
          <a:custGeom>
            <a:avLst/>
            <a:gdLst/>
            <a:ahLst/>
            <a:cxnLst/>
            <a:rect l="0" t="0" r="r" b="b"/>
            <a:pathLst>
              <a:path w="33055" h="126304">
                <a:moveTo>
                  <a:pt x="19780" y="0"/>
                </a:moveTo>
                <a:lnTo>
                  <a:pt x="33055" y="126304"/>
                </a:lnTo>
                <a:lnTo>
                  <a:pt x="8629" y="106524"/>
                </a:lnTo>
                <a:lnTo>
                  <a:pt x="0" y="24426"/>
                </a:lnTo>
                <a:close/>
              </a:path>
            </a:pathLst>
          </a:custGeom>
          <a:solidFill>
            <a:srgbClr val="5A332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9" name="Kształt 25"/>
          <p:cNvSpPr/>
          <p:nvPr/>
        </p:nvSpPr>
        <p:spPr>
          <a:xfrm>
            <a:off x="8842230" y="2927536"/>
            <a:ext cx="138935" cy="34383"/>
          </a:xfrm>
          <a:custGeom>
            <a:avLst/>
            <a:gdLst/>
            <a:ahLst/>
            <a:cxnLst/>
            <a:rect l="0" t="0" r="r" b="b"/>
            <a:pathLst>
              <a:path w="138935" h="34383">
                <a:moveTo>
                  <a:pt x="0" y="34383"/>
                </a:moveTo>
                <a:lnTo>
                  <a:pt x="19780" y="9956"/>
                </a:lnTo>
                <a:lnTo>
                  <a:pt x="114508" y="0"/>
                </a:lnTo>
                <a:lnTo>
                  <a:pt x="138935" y="19780"/>
                </a:lnTo>
                <a:close/>
              </a:path>
            </a:pathLst>
          </a:custGeom>
          <a:solidFill>
            <a:srgbClr val="4A2A1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0" name="Kształt 26"/>
          <p:cNvSpPr/>
          <p:nvPr/>
        </p:nvSpPr>
        <p:spPr>
          <a:xfrm>
            <a:off x="8853381" y="2845438"/>
            <a:ext cx="103357" cy="92054"/>
          </a:xfrm>
          <a:custGeom>
            <a:avLst/>
            <a:gdLst/>
            <a:ahLst/>
            <a:cxnLst/>
            <a:rect l="0" t="0" r="r" b="b"/>
            <a:pathLst>
              <a:path w="103357" h="92054">
                <a:moveTo>
                  <a:pt x="0" y="9956"/>
                </a:moveTo>
                <a:lnTo>
                  <a:pt x="94728" y="0"/>
                </a:lnTo>
                <a:lnTo>
                  <a:pt x="103357" y="82098"/>
                </a:lnTo>
                <a:lnTo>
                  <a:pt x="8629" y="92054"/>
                </a:lnTo>
                <a:close/>
              </a:path>
            </a:pathLst>
          </a:custGeom>
          <a:solidFill>
            <a:srgbClr val="6D402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1" name="Kształt 27"/>
          <p:cNvSpPr/>
          <p:nvPr/>
        </p:nvSpPr>
        <p:spPr>
          <a:xfrm>
            <a:off x="8843558" y="2959946"/>
            <a:ext cx="138935" cy="34383"/>
          </a:xfrm>
          <a:custGeom>
            <a:avLst/>
            <a:gdLst/>
            <a:ahLst/>
            <a:cxnLst/>
            <a:rect l="0" t="0" r="r" b="b"/>
            <a:pathLst>
              <a:path w="138935" h="34383">
                <a:moveTo>
                  <a:pt x="0" y="14603"/>
                </a:moveTo>
                <a:lnTo>
                  <a:pt x="138935" y="0"/>
                </a:lnTo>
                <a:lnTo>
                  <a:pt x="119155" y="24426"/>
                </a:lnTo>
                <a:lnTo>
                  <a:pt x="24426" y="34383"/>
                </a:lnTo>
                <a:close/>
              </a:path>
            </a:pathLst>
          </a:custGeom>
          <a:solidFill>
            <a:srgbClr val="855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2" name="Kształt 28"/>
          <p:cNvSpPr/>
          <p:nvPr/>
        </p:nvSpPr>
        <p:spPr>
          <a:xfrm>
            <a:off x="8843558" y="2974549"/>
            <a:ext cx="33055" cy="126304"/>
          </a:xfrm>
          <a:custGeom>
            <a:avLst/>
            <a:gdLst/>
            <a:ahLst/>
            <a:cxnLst/>
            <a:rect l="0" t="0" r="r" b="b"/>
            <a:pathLst>
              <a:path w="33055" h="126304">
                <a:moveTo>
                  <a:pt x="0" y="0"/>
                </a:moveTo>
                <a:lnTo>
                  <a:pt x="24426" y="19780"/>
                </a:lnTo>
                <a:lnTo>
                  <a:pt x="33055" y="101878"/>
                </a:lnTo>
                <a:lnTo>
                  <a:pt x="13275" y="126304"/>
                </a:lnTo>
                <a:close/>
              </a:path>
            </a:pathLst>
          </a:custGeom>
          <a:solidFill>
            <a:srgbClr val="7A4A2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3" name="Kształt 29"/>
          <p:cNvSpPr/>
          <p:nvPr/>
        </p:nvSpPr>
        <p:spPr>
          <a:xfrm>
            <a:off x="8962712" y="2959946"/>
            <a:ext cx="33055" cy="126304"/>
          </a:xfrm>
          <a:custGeom>
            <a:avLst/>
            <a:gdLst/>
            <a:ahLst/>
            <a:cxnLst/>
            <a:rect l="0" t="0" r="r" b="b"/>
            <a:pathLst>
              <a:path w="33055" h="126304">
                <a:moveTo>
                  <a:pt x="19780" y="0"/>
                </a:moveTo>
                <a:lnTo>
                  <a:pt x="33055" y="126304"/>
                </a:lnTo>
                <a:lnTo>
                  <a:pt x="8629" y="106524"/>
                </a:lnTo>
                <a:lnTo>
                  <a:pt x="0" y="24426"/>
                </a:lnTo>
                <a:close/>
              </a:path>
            </a:pathLst>
          </a:custGeom>
          <a:solidFill>
            <a:srgbClr val="5A332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4" name="Kształt 30"/>
          <p:cNvSpPr/>
          <p:nvPr/>
        </p:nvSpPr>
        <p:spPr>
          <a:xfrm>
            <a:off x="8856833" y="3066470"/>
            <a:ext cx="138935" cy="34383"/>
          </a:xfrm>
          <a:custGeom>
            <a:avLst/>
            <a:gdLst/>
            <a:ahLst/>
            <a:cxnLst/>
            <a:rect l="0" t="0" r="r" b="b"/>
            <a:pathLst>
              <a:path w="138935" h="34383">
                <a:moveTo>
                  <a:pt x="0" y="34383"/>
                </a:moveTo>
                <a:lnTo>
                  <a:pt x="19780" y="9956"/>
                </a:lnTo>
                <a:lnTo>
                  <a:pt x="114508" y="0"/>
                </a:lnTo>
                <a:lnTo>
                  <a:pt x="138935" y="19780"/>
                </a:lnTo>
                <a:close/>
              </a:path>
            </a:pathLst>
          </a:custGeom>
          <a:solidFill>
            <a:srgbClr val="4A2A1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5" name="Kształt 31"/>
          <p:cNvSpPr/>
          <p:nvPr/>
        </p:nvSpPr>
        <p:spPr>
          <a:xfrm>
            <a:off x="8867984" y="2984373"/>
            <a:ext cx="103357" cy="92054"/>
          </a:xfrm>
          <a:custGeom>
            <a:avLst/>
            <a:gdLst/>
            <a:ahLst/>
            <a:cxnLst/>
            <a:rect l="0" t="0" r="r" b="b"/>
            <a:pathLst>
              <a:path w="103357" h="92054">
                <a:moveTo>
                  <a:pt x="0" y="9956"/>
                </a:moveTo>
                <a:lnTo>
                  <a:pt x="94728" y="0"/>
                </a:lnTo>
                <a:lnTo>
                  <a:pt x="103357" y="82098"/>
                </a:lnTo>
                <a:lnTo>
                  <a:pt x="8629" y="92054"/>
                </a:lnTo>
                <a:close/>
              </a:path>
            </a:pathLst>
          </a:custGeom>
          <a:solidFill>
            <a:srgbClr val="6D402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6" name="Kształt 32"/>
          <p:cNvSpPr/>
          <p:nvPr/>
        </p:nvSpPr>
        <p:spPr>
          <a:xfrm>
            <a:off x="8858160" y="3098881"/>
            <a:ext cx="138935" cy="34383"/>
          </a:xfrm>
          <a:custGeom>
            <a:avLst/>
            <a:gdLst/>
            <a:ahLst/>
            <a:cxnLst/>
            <a:rect l="0" t="0" r="r" b="b"/>
            <a:pathLst>
              <a:path w="138935" h="34383">
                <a:moveTo>
                  <a:pt x="0" y="14603"/>
                </a:moveTo>
                <a:lnTo>
                  <a:pt x="138935" y="0"/>
                </a:lnTo>
                <a:lnTo>
                  <a:pt x="119155" y="24426"/>
                </a:lnTo>
                <a:lnTo>
                  <a:pt x="24426" y="34383"/>
                </a:lnTo>
                <a:close/>
              </a:path>
            </a:pathLst>
          </a:custGeom>
          <a:solidFill>
            <a:srgbClr val="855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7" name="Kształt 33"/>
          <p:cNvSpPr/>
          <p:nvPr/>
        </p:nvSpPr>
        <p:spPr>
          <a:xfrm>
            <a:off x="8858160" y="3113483"/>
            <a:ext cx="33055" cy="126304"/>
          </a:xfrm>
          <a:custGeom>
            <a:avLst/>
            <a:gdLst/>
            <a:ahLst/>
            <a:cxnLst/>
            <a:rect l="0" t="0" r="r" b="b"/>
            <a:pathLst>
              <a:path w="33055" h="126304">
                <a:moveTo>
                  <a:pt x="0" y="0"/>
                </a:moveTo>
                <a:lnTo>
                  <a:pt x="24426" y="19780"/>
                </a:lnTo>
                <a:lnTo>
                  <a:pt x="33055" y="101878"/>
                </a:lnTo>
                <a:lnTo>
                  <a:pt x="13275" y="126304"/>
                </a:lnTo>
                <a:close/>
              </a:path>
            </a:pathLst>
          </a:custGeom>
          <a:solidFill>
            <a:srgbClr val="7A4A2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8" name="Kształt 34"/>
          <p:cNvSpPr/>
          <p:nvPr/>
        </p:nvSpPr>
        <p:spPr>
          <a:xfrm>
            <a:off x="8977315" y="3098881"/>
            <a:ext cx="33055" cy="126304"/>
          </a:xfrm>
          <a:custGeom>
            <a:avLst/>
            <a:gdLst/>
            <a:ahLst/>
            <a:cxnLst/>
            <a:rect l="0" t="0" r="r" b="b"/>
            <a:pathLst>
              <a:path w="33055" h="126304">
                <a:moveTo>
                  <a:pt x="19780" y="0"/>
                </a:moveTo>
                <a:lnTo>
                  <a:pt x="33055" y="126304"/>
                </a:lnTo>
                <a:lnTo>
                  <a:pt x="8629" y="106524"/>
                </a:lnTo>
                <a:lnTo>
                  <a:pt x="0" y="24426"/>
                </a:lnTo>
                <a:close/>
              </a:path>
            </a:pathLst>
          </a:custGeom>
          <a:solidFill>
            <a:srgbClr val="5A332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9" name="Kształt 35"/>
          <p:cNvSpPr/>
          <p:nvPr/>
        </p:nvSpPr>
        <p:spPr>
          <a:xfrm>
            <a:off x="8871435" y="3205405"/>
            <a:ext cx="138935" cy="34383"/>
          </a:xfrm>
          <a:custGeom>
            <a:avLst/>
            <a:gdLst/>
            <a:ahLst/>
            <a:cxnLst/>
            <a:rect l="0" t="0" r="r" b="b"/>
            <a:pathLst>
              <a:path w="138935" h="34383">
                <a:moveTo>
                  <a:pt x="0" y="34383"/>
                </a:moveTo>
                <a:lnTo>
                  <a:pt x="19780" y="9956"/>
                </a:lnTo>
                <a:lnTo>
                  <a:pt x="114508" y="0"/>
                </a:lnTo>
                <a:lnTo>
                  <a:pt x="138935" y="19780"/>
                </a:lnTo>
                <a:close/>
              </a:path>
            </a:pathLst>
          </a:custGeom>
          <a:solidFill>
            <a:srgbClr val="4A2A1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0" name="Kształt 36"/>
          <p:cNvSpPr/>
          <p:nvPr/>
        </p:nvSpPr>
        <p:spPr>
          <a:xfrm>
            <a:off x="8882587" y="3123307"/>
            <a:ext cx="103357" cy="92054"/>
          </a:xfrm>
          <a:custGeom>
            <a:avLst/>
            <a:gdLst/>
            <a:ahLst/>
            <a:cxnLst/>
            <a:rect l="0" t="0" r="r" b="b"/>
            <a:pathLst>
              <a:path w="103357" h="92054">
                <a:moveTo>
                  <a:pt x="0" y="9956"/>
                </a:moveTo>
                <a:lnTo>
                  <a:pt x="94728" y="0"/>
                </a:lnTo>
                <a:lnTo>
                  <a:pt x="103357" y="82098"/>
                </a:lnTo>
                <a:lnTo>
                  <a:pt x="8629" y="92054"/>
                </a:lnTo>
                <a:close/>
              </a:path>
            </a:pathLst>
          </a:custGeom>
          <a:solidFill>
            <a:srgbClr val="6D402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1" name="Kształt 37"/>
          <p:cNvSpPr/>
          <p:nvPr/>
        </p:nvSpPr>
        <p:spPr>
          <a:xfrm>
            <a:off x="8980520" y="2805081"/>
            <a:ext cx="138935" cy="34383"/>
          </a:xfrm>
          <a:custGeom>
            <a:avLst/>
            <a:gdLst/>
            <a:ahLst/>
            <a:cxnLst/>
            <a:rect l="0" t="0" r="r" b="b"/>
            <a:pathLst>
              <a:path w="138935" h="34383">
                <a:moveTo>
                  <a:pt x="0" y="14603"/>
                </a:moveTo>
                <a:lnTo>
                  <a:pt x="138935" y="0"/>
                </a:lnTo>
                <a:lnTo>
                  <a:pt x="119155" y="24426"/>
                </a:lnTo>
                <a:lnTo>
                  <a:pt x="24426" y="34383"/>
                </a:lnTo>
                <a:close/>
              </a:path>
            </a:pathLst>
          </a:custGeom>
          <a:solidFill>
            <a:srgbClr val="855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2" name="Kształt 38"/>
          <p:cNvSpPr/>
          <p:nvPr/>
        </p:nvSpPr>
        <p:spPr>
          <a:xfrm>
            <a:off x="8980520" y="2819684"/>
            <a:ext cx="33055" cy="126304"/>
          </a:xfrm>
          <a:custGeom>
            <a:avLst/>
            <a:gdLst/>
            <a:ahLst/>
            <a:cxnLst/>
            <a:rect l="0" t="0" r="r" b="b"/>
            <a:pathLst>
              <a:path w="33055" h="126304">
                <a:moveTo>
                  <a:pt x="0" y="0"/>
                </a:moveTo>
                <a:lnTo>
                  <a:pt x="24426" y="19780"/>
                </a:lnTo>
                <a:lnTo>
                  <a:pt x="33055" y="101878"/>
                </a:lnTo>
                <a:lnTo>
                  <a:pt x="13275" y="126304"/>
                </a:lnTo>
                <a:close/>
              </a:path>
            </a:pathLst>
          </a:custGeom>
          <a:solidFill>
            <a:srgbClr val="7A4A2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3" name="Kształt 39"/>
          <p:cNvSpPr/>
          <p:nvPr/>
        </p:nvSpPr>
        <p:spPr>
          <a:xfrm>
            <a:off x="9099675" y="2805081"/>
            <a:ext cx="33055" cy="126304"/>
          </a:xfrm>
          <a:custGeom>
            <a:avLst/>
            <a:gdLst/>
            <a:ahLst/>
            <a:cxnLst/>
            <a:rect l="0" t="0" r="r" b="b"/>
            <a:pathLst>
              <a:path w="33055" h="126304">
                <a:moveTo>
                  <a:pt x="19780" y="0"/>
                </a:moveTo>
                <a:lnTo>
                  <a:pt x="33055" y="126304"/>
                </a:lnTo>
                <a:lnTo>
                  <a:pt x="8629" y="106524"/>
                </a:lnTo>
                <a:lnTo>
                  <a:pt x="0" y="24426"/>
                </a:lnTo>
                <a:close/>
              </a:path>
            </a:pathLst>
          </a:custGeom>
          <a:solidFill>
            <a:srgbClr val="5A332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4" name="Kształt 40"/>
          <p:cNvSpPr/>
          <p:nvPr/>
        </p:nvSpPr>
        <p:spPr>
          <a:xfrm>
            <a:off x="8993795" y="2911605"/>
            <a:ext cx="138935" cy="34383"/>
          </a:xfrm>
          <a:custGeom>
            <a:avLst/>
            <a:gdLst/>
            <a:ahLst/>
            <a:cxnLst/>
            <a:rect l="0" t="0" r="r" b="b"/>
            <a:pathLst>
              <a:path w="138935" h="34383">
                <a:moveTo>
                  <a:pt x="0" y="34383"/>
                </a:moveTo>
                <a:lnTo>
                  <a:pt x="19780" y="9956"/>
                </a:lnTo>
                <a:lnTo>
                  <a:pt x="114508" y="0"/>
                </a:lnTo>
                <a:lnTo>
                  <a:pt x="138935" y="19780"/>
                </a:lnTo>
                <a:close/>
              </a:path>
            </a:pathLst>
          </a:custGeom>
          <a:solidFill>
            <a:srgbClr val="4A2A1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5" name="Kształt 41"/>
          <p:cNvSpPr/>
          <p:nvPr/>
        </p:nvSpPr>
        <p:spPr>
          <a:xfrm>
            <a:off x="9004947" y="2829508"/>
            <a:ext cx="103357" cy="92054"/>
          </a:xfrm>
          <a:custGeom>
            <a:avLst/>
            <a:gdLst/>
            <a:ahLst/>
            <a:cxnLst/>
            <a:rect l="0" t="0" r="r" b="b"/>
            <a:pathLst>
              <a:path w="103357" h="92054">
                <a:moveTo>
                  <a:pt x="0" y="9956"/>
                </a:moveTo>
                <a:lnTo>
                  <a:pt x="94728" y="0"/>
                </a:lnTo>
                <a:lnTo>
                  <a:pt x="103357" y="82098"/>
                </a:lnTo>
                <a:lnTo>
                  <a:pt x="8629" y="92054"/>
                </a:lnTo>
                <a:close/>
              </a:path>
            </a:pathLst>
          </a:custGeom>
          <a:solidFill>
            <a:srgbClr val="6D402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6" name="Kształt 42"/>
          <p:cNvSpPr/>
          <p:nvPr/>
        </p:nvSpPr>
        <p:spPr>
          <a:xfrm>
            <a:off x="8995123" y="2944016"/>
            <a:ext cx="138935" cy="34383"/>
          </a:xfrm>
          <a:custGeom>
            <a:avLst/>
            <a:gdLst/>
            <a:ahLst/>
            <a:cxnLst/>
            <a:rect l="0" t="0" r="r" b="b"/>
            <a:pathLst>
              <a:path w="138935" h="34383">
                <a:moveTo>
                  <a:pt x="0" y="14603"/>
                </a:moveTo>
                <a:lnTo>
                  <a:pt x="138935" y="0"/>
                </a:lnTo>
                <a:lnTo>
                  <a:pt x="119155" y="24426"/>
                </a:lnTo>
                <a:lnTo>
                  <a:pt x="24426" y="34383"/>
                </a:lnTo>
                <a:close/>
              </a:path>
            </a:pathLst>
          </a:custGeom>
          <a:solidFill>
            <a:srgbClr val="855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7" name="Kształt 43"/>
          <p:cNvSpPr/>
          <p:nvPr/>
        </p:nvSpPr>
        <p:spPr>
          <a:xfrm>
            <a:off x="8995123" y="2958619"/>
            <a:ext cx="33055" cy="126304"/>
          </a:xfrm>
          <a:custGeom>
            <a:avLst/>
            <a:gdLst/>
            <a:ahLst/>
            <a:cxnLst/>
            <a:rect l="0" t="0" r="r" b="b"/>
            <a:pathLst>
              <a:path w="33055" h="126304">
                <a:moveTo>
                  <a:pt x="0" y="0"/>
                </a:moveTo>
                <a:lnTo>
                  <a:pt x="24426" y="19780"/>
                </a:lnTo>
                <a:lnTo>
                  <a:pt x="33055" y="101878"/>
                </a:lnTo>
                <a:lnTo>
                  <a:pt x="13275" y="126304"/>
                </a:lnTo>
                <a:close/>
              </a:path>
            </a:pathLst>
          </a:custGeom>
          <a:solidFill>
            <a:srgbClr val="7A4A2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8" name="Kształt 44"/>
          <p:cNvSpPr/>
          <p:nvPr/>
        </p:nvSpPr>
        <p:spPr>
          <a:xfrm>
            <a:off x="9114277" y="2944016"/>
            <a:ext cx="33055" cy="126304"/>
          </a:xfrm>
          <a:custGeom>
            <a:avLst/>
            <a:gdLst/>
            <a:ahLst/>
            <a:cxnLst/>
            <a:rect l="0" t="0" r="r" b="b"/>
            <a:pathLst>
              <a:path w="33055" h="126304">
                <a:moveTo>
                  <a:pt x="19780" y="0"/>
                </a:moveTo>
                <a:lnTo>
                  <a:pt x="33055" y="126304"/>
                </a:lnTo>
                <a:lnTo>
                  <a:pt x="8629" y="106524"/>
                </a:lnTo>
                <a:lnTo>
                  <a:pt x="0" y="24426"/>
                </a:lnTo>
                <a:close/>
              </a:path>
            </a:pathLst>
          </a:custGeom>
          <a:solidFill>
            <a:srgbClr val="5A332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9" name="Kształt 45"/>
          <p:cNvSpPr/>
          <p:nvPr/>
        </p:nvSpPr>
        <p:spPr>
          <a:xfrm>
            <a:off x="9008398" y="3050540"/>
            <a:ext cx="138935" cy="34383"/>
          </a:xfrm>
          <a:custGeom>
            <a:avLst/>
            <a:gdLst/>
            <a:ahLst/>
            <a:cxnLst/>
            <a:rect l="0" t="0" r="r" b="b"/>
            <a:pathLst>
              <a:path w="138935" h="34383">
                <a:moveTo>
                  <a:pt x="0" y="34383"/>
                </a:moveTo>
                <a:lnTo>
                  <a:pt x="19780" y="9956"/>
                </a:lnTo>
                <a:lnTo>
                  <a:pt x="114508" y="0"/>
                </a:lnTo>
                <a:lnTo>
                  <a:pt x="138935" y="19780"/>
                </a:lnTo>
                <a:close/>
              </a:path>
            </a:pathLst>
          </a:custGeom>
          <a:solidFill>
            <a:srgbClr val="4A2A1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0" name="Kształt 46"/>
          <p:cNvSpPr/>
          <p:nvPr/>
        </p:nvSpPr>
        <p:spPr>
          <a:xfrm>
            <a:off x="9019549" y="2968442"/>
            <a:ext cx="103357" cy="92054"/>
          </a:xfrm>
          <a:custGeom>
            <a:avLst/>
            <a:gdLst/>
            <a:ahLst/>
            <a:cxnLst/>
            <a:rect l="0" t="0" r="r" b="b"/>
            <a:pathLst>
              <a:path w="103357" h="92054">
                <a:moveTo>
                  <a:pt x="0" y="9956"/>
                </a:moveTo>
                <a:lnTo>
                  <a:pt x="94728" y="0"/>
                </a:lnTo>
                <a:lnTo>
                  <a:pt x="103357" y="82098"/>
                </a:lnTo>
                <a:lnTo>
                  <a:pt x="8629" y="92054"/>
                </a:lnTo>
                <a:close/>
              </a:path>
            </a:pathLst>
          </a:custGeom>
          <a:solidFill>
            <a:srgbClr val="6D402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1" name="Kształt 47"/>
          <p:cNvSpPr/>
          <p:nvPr/>
        </p:nvSpPr>
        <p:spPr>
          <a:xfrm>
            <a:off x="9009725" y="3082951"/>
            <a:ext cx="138935" cy="34383"/>
          </a:xfrm>
          <a:custGeom>
            <a:avLst/>
            <a:gdLst/>
            <a:ahLst/>
            <a:cxnLst/>
            <a:rect l="0" t="0" r="r" b="b"/>
            <a:pathLst>
              <a:path w="138935" h="34383">
                <a:moveTo>
                  <a:pt x="0" y="14603"/>
                </a:moveTo>
                <a:lnTo>
                  <a:pt x="138935" y="0"/>
                </a:lnTo>
                <a:lnTo>
                  <a:pt x="119155" y="24426"/>
                </a:lnTo>
                <a:lnTo>
                  <a:pt x="24426" y="34383"/>
                </a:lnTo>
                <a:close/>
              </a:path>
            </a:pathLst>
          </a:custGeom>
          <a:solidFill>
            <a:srgbClr val="855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2" name="Kształt 48"/>
          <p:cNvSpPr/>
          <p:nvPr/>
        </p:nvSpPr>
        <p:spPr>
          <a:xfrm>
            <a:off x="9009725" y="3097553"/>
            <a:ext cx="33055" cy="126304"/>
          </a:xfrm>
          <a:custGeom>
            <a:avLst/>
            <a:gdLst/>
            <a:ahLst/>
            <a:cxnLst/>
            <a:rect l="0" t="0" r="r" b="b"/>
            <a:pathLst>
              <a:path w="33055" h="126304">
                <a:moveTo>
                  <a:pt x="0" y="0"/>
                </a:moveTo>
                <a:lnTo>
                  <a:pt x="24426" y="19780"/>
                </a:lnTo>
                <a:lnTo>
                  <a:pt x="33055" y="101878"/>
                </a:lnTo>
                <a:lnTo>
                  <a:pt x="13275" y="126304"/>
                </a:lnTo>
                <a:close/>
              </a:path>
            </a:pathLst>
          </a:custGeom>
          <a:solidFill>
            <a:srgbClr val="7A4A2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3" name="Kształt 49"/>
          <p:cNvSpPr/>
          <p:nvPr/>
        </p:nvSpPr>
        <p:spPr>
          <a:xfrm>
            <a:off x="9128880" y="3082951"/>
            <a:ext cx="33055" cy="126304"/>
          </a:xfrm>
          <a:custGeom>
            <a:avLst/>
            <a:gdLst/>
            <a:ahLst/>
            <a:cxnLst/>
            <a:rect l="0" t="0" r="r" b="b"/>
            <a:pathLst>
              <a:path w="33055" h="126304">
                <a:moveTo>
                  <a:pt x="19780" y="0"/>
                </a:moveTo>
                <a:lnTo>
                  <a:pt x="33055" y="126304"/>
                </a:lnTo>
                <a:lnTo>
                  <a:pt x="8629" y="106524"/>
                </a:lnTo>
                <a:lnTo>
                  <a:pt x="0" y="24426"/>
                </a:lnTo>
                <a:close/>
              </a:path>
            </a:pathLst>
          </a:custGeom>
          <a:solidFill>
            <a:srgbClr val="5A332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4" name="Kształt 50"/>
          <p:cNvSpPr/>
          <p:nvPr/>
        </p:nvSpPr>
        <p:spPr>
          <a:xfrm>
            <a:off x="9023001" y="3189475"/>
            <a:ext cx="138935" cy="34383"/>
          </a:xfrm>
          <a:custGeom>
            <a:avLst/>
            <a:gdLst/>
            <a:ahLst/>
            <a:cxnLst/>
            <a:rect l="0" t="0" r="r" b="b"/>
            <a:pathLst>
              <a:path w="138935" h="34383">
                <a:moveTo>
                  <a:pt x="0" y="34383"/>
                </a:moveTo>
                <a:lnTo>
                  <a:pt x="19780" y="9956"/>
                </a:lnTo>
                <a:lnTo>
                  <a:pt x="114508" y="0"/>
                </a:lnTo>
                <a:lnTo>
                  <a:pt x="138935" y="19780"/>
                </a:lnTo>
                <a:close/>
              </a:path>
            </a:pathLst>
          </a:custGeom>
          <a:solidFill>
            <a:srgbClr val="4A2A1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5" name="Kształt 51"/>
          <p:cNvSpPr/>
          <p:nvPr/>
        </p:nvSpPr>
        <p:spPr>
          <a:xfrm>
            <a:off x="9034152" y="3107377"/>
            <a:ext cx="103357" cy="92054"/>
          </a:xfrm>
          <a:custGeom>
            <a:avLst/>
            <a:gdLst/>
            <a:ahLst/>
            <a:cxnLst/>
            <a:rect l="0" t="0" r="r" b="b"/>
            <a:pathLst>
              <a:path w="103357" h="92054">
                <a:moveTo>
                  <a:pt x="0" y="9956"/>
                </a:moveTo>
                <a:lnTo>
                  <a:pt x="94728" y="0"/>
                </a:lnTo>
                <a:lnTo>
                  <a:pt x="103357" y="82098"/>
                </a:lnTo>
                <a:lnTo>
                  <a:pt x="8629" y="92054"/>
                </a:lnTo>
                <a:close/>
              </a:path>
            </a:pathLst>
          </a:custGeom>
          <a:solidFill>
            <a:srgbClr val="6D402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6" name="Kształt 52"/>
          <p:cNvSpPr/>
          <p:nvPr/>
        </p:nvSpPr>
        <p:spPr>
          <a:xfrm>
            <a:off x="8719605" y="2817332"/>
            <a:ext cx="161806" cy="465315"/>
          </a:xfrm>
          <a:custGeom>
            <a:avLst/>
            <a:gdLst/>
            <a:ahLst/>
            <a:cxnLst/>
            <a:rect l="0" t="0" r="r" b="b"/>
            <a:pathLst>
              <a:path w="161806" h="465315">
                <a:moveTo>
                  <a:pt x="0" y="10620"/>
                </a:moveTo>
                <a:lnTo>
                  <a:pt x="101043" y="0"/>
                </a:lnTo>
                <a:lnTo>
                  <a:pt x="80429" y="46862"/>
                </a:lnTo>
                <a:lnTo>
                  <a:pt x="136261" y="92073"/>
                </a:lnTo>
                <a:lnTo>
                  <a:pt x="97364" y="147241"/>
                </a:lnTo>
                <a:lnTo>
                  <a:pt x="153196" y="192453"/>
                </a:lnTo>
                <a:lnTo>
                  <a:pt x="114299" y="247621"/>
                </a:lnTo>
                <a:lnTo>
                  <a:pt x="157501" y="294160"/>
                </a:lnTo>
                <a:lnTo>
                  <a:pt x="112289" y="349992"/>
                </a:lnTo>
                <a:lnTo>
                  <a:pt x="161806" y="395867"/>
                </a:lnTo>
                <a:lnTo>
                  <a:pt x="129888" y="456687"/>
                </a:lnTo>
                <a:lnTo>
                  <a:pt x="47790" y="465315"/>
                </a:lnTo>
                <a:close/>
              </a:path>
            </a:pathLst>
          </a:custGeom>
          <a:solidFill>
            <a:srgbClr val="C9CCD2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7" name="Kształt 53"/>
          <p:cNvSpPr/>
          <p:nvPr/>
        </p:nvSpPr>
        <p:spPr>
          <a:xfrm>
            <a:off x="8720269" y="2826302"/>
            <a:ext cx="136545" cy="450030"/>
          </a:xfrm>
          <a:custGeom>
            <a:avLst/>
            <a:gdLst/>
            <a:ahLst/>
            <a:cxnLst/>
            <a:rect l="0" t="0" r="r" b="b"/>
            <a:pathLst>
              <a:path w="136545" h="450030">
                <a:moveTo>
                  <a:pt x="0" y="7965"/>
                </a:moveTo>
                <a:lnTo>
                  <a:pt x="75783" y="0"/>
                </a:lnTo>
                <a:lnTo>
                  <a:pt x="61483" y="46198"/>
                </a:lnTo>
                <a:lnTo>
                  <a:pt x="111000" y="92073"/>
                </a:lnTo>
                <a:lnTo>
                  <a:pt x="78419" y="146577"/>
                </a:lnTo>
                <a:lnTo>
                  <a:pt x="127935" y="192453"/>
                </a:lnTo>
                <a:lnTo>
                  <a:pt x="95354" y="246957"/>
                </a:lnTo>
                <a:lnTo>
                  <a:pt x="132240" y="294160"/>
                </a:lnTo>
                <a:lnTo>
                  <a:pt x="93343" y="349328"/>
                </a:lnTo>
                <a:lnTo>
                  <a:pt x="136545" y="395867"/>
                </a:lnTo>
                <a:lnTo>
                  <a:pt x="109615" y="443392"/>
                </a:lnTo>
                <a:lnTo>
                  <a:pt x="46463" y="450030"/>
                </a:lnTo>
                <a:close/>
              </a:path>
            </a:pathLst>
          </a:custGeom>
          <a:solidFill>
            <a:srgbClr val="E8EAE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8" name="Kształt 54"/>
          <p:cNvSpPr/>
          <p:nvPr/>
        </p:nvSpPr>
        <p:spPr>
          <a:xfrm>
            <a:off x="8800679" y="2991825"/>
            <a:ext cx="29243" cy="63152"/>
          </a:xfrm>
          <a:custGeom>
            <a:avLst/>
            <a:gdLst/>
            <a:ahLst/>
            <a:cxnLst/>
            <a:rect l="0" t="0" r="r" b="b"/>
            <a:pathLst>
              <a:path w="29243" h="63152">
                <a:moveTo>
                  <a:pt x="0" y="0"/>
                </a:moveTo>
                <a:lnTo>
                  <a:pt x="29243" y="35236"/>
                </a:lnTo>
                <a:lnTo>
                  <a:pt x="6638" y="63152"/>
                </a:lnTo>
                <a:close/>
              </a:path>
            </a:pathLst>
          </a:cu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9" name="Kształt 55"/>
          <p:cNvSpPr/>
          <p:nvPr/>
        </p:nvSpPr>
        <p:spPr>
          <a:xfrm>
            <a:off x="8783421" y="2751525"/>
            <a:ext cx="97061" cy="81434"/>
          </a:xfrm>
          <a:custGeom>
            <a:avLst/>
            <a:gdLst/>
            <a:ahLst/>
            <a:cxnLst/>
            <a:rect l="0" t="0" r="r" b="b"/>
            <a:pathLst>
              <a:path w="97061" h="81434">
                <a:moveTo>
                  <a:pt x="0" y="76105"/>
                </a:moveTo>
                <a:lnTo>
                  <a:pt x="7320" y="24256"/>
                </a:lnTo>
                <a:lnTo>
                  <a:pt x="55851" y="0"/>
                </a:lnTo>
                <a:lnTo>
                  <a:pt x="97061" y="27594"/>
                </a:lnTo>
                <a:lnTo>
                  <a:pt x="56173" y="63816"/>
                </a:lnTo>
                <a:lnTo>
                  <a:pt x="70795" y="81434"/>
                </a:lnTo>
                <a:close/>
              </a:path>
            </a:pathLst>
          </a:custGeom>
          <a:solidFill>
            <a:srgbClr val="C9CCD2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0" name="Kształt 56"/>
          <p:cNvSpPr/>
          <p:nvPr/>
        </p:nvSpPr>
        <p:spPr>
          <a:xfrm rot="21240000">
            <a:off x="7919424" y="2847510"/>
            <a:ext cx="889000" cy="482600"/>
          </a:xfrm>
          <a:prstGeom prst="roundRect">
            <a:avLst>
              <a:gd name="adj" fmla="val 7895"/>
            </a:avLst>
          </a:prstGeom>
          <a:solidFill>
            <a:srgbClr val="23305E"/>
          </a:solidFill>
          <a:ln>
            <a:noFill/>
          </a:ln>
          <a:effectLst>
            <a:outerShdw blurRad="76200" dist="50800" dir="5400000" algn="ctr" rotWithShape="0">
              <a:srgbClr val="000000">
                <a:alpha val="13300"/>
              </a:srgbClr>
            </a:outerShdw>
          </a:effectLst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1" name="Linia"/>
          <p:cNvSpPr/>
          <p:nvPr/>
        </p:nvSpPr>
        <p:spPr>
          <a:xfrm rot="21240000">
            <a:off x="7921511" y="2887335"/>
            <a:ext cx="127000" cy="482600"/>
          </a:xfrm>
          <a:prstGeom prst="rect">
            <a:avLst/>
          </a:prstGeom>
          <a:solidFill>
            <a:srgbClr val="D6B15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2" name="Tekst: B"/>
          <p:cNvSpPr txBox="1"/>
          <p:nvPr/>
        </p:nvSpPr>
        <p:spPr>
          <a:xfrm rot="21240000">
            <a:off x="8114906" y="2905494"/>
            <a:ext cx="354687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2000" kern="100" dirty="0">
                <a:solidFill>
                  <a:srgbClr val="FFFFFF"/>
                </a:solidFill>
                <a:latin typeface="Lato Black"/>
                <a:cs typeface="Lato Black"/>
              </a:rPr>
              <a:t>B</a:t>
            </a:r>
            <a:endParaRPr lang="pl-PL" sz="2000" kern="100" dirty="0">
              <a:solidFill>
                <a:srgbClr val="FFFFFF"/>
              </a:solidFill>
              <a:latin typeface="Lato Black"/>
              <a:cs typeface="Lato Black"/>
            </a:endParaRPr>
          </a:p>
        </p:txBody>
      </p:sp>
      <p:sp>
        <p:nvSpPr>
          <p:cNvPr id="83" name="Tekst: Z ORZECHAMI"/>
          <p:cNvSpPr txBox="1"/>
          <p:nvPr/>
        </p:nvSpPr>
        <p:spPr>
          <a:xfrm rot="21240000">
            <a:off x="8136384" y="3149416"/>
            <a:ext cx="886480" cy="990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650" kern="100" spc="33" dirty="0">
                <a:solidFill>
                  <a:srgbClr val="FFFFFF"/>
                </a:solidFill>
                <a:latin typeface="Lato Black"/>
                <a:cs typeface="Lato Black"/>
              </a:rPr>
              <a:t>Z ORZECHAMI</a:t>
            </a:r>
            <a:endParaRPr lang="pl-PL" sz="650" kern="100" spc="33" dirty="0">
              <a:solidFill>
                <a:srgbClr val="FFFFFF"/>
              </a:solidFill>
              <a:latin typeface="Lato Black"/>
              <a:cs typeface="Lato Black"/>
            </a:endParaRPr>
          </a:p>
        </p:txBody>
      </p:sp>
      <p:sp>
        <p:nvSpPr>
          <p:cNvPr id="84" name="Tekst: Czekolada z orzechami"/>
          <p:cNvSpPr txBox="1"/>
          <p:nvPr/>
        </p:nvSpPr>
        <p:spPr>
          <a:xfrm>
            <a:off x="7791450" y="3451225"/>
            <a:ext cx="168902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000" b="1" kern="100" dirty="0">
                <a:solidFill>
                  <a:srgbClr val="1C1C1C"/>
                </a:solidFill>
                <a:latin typeface="Lato"/>
                <a:cs typeface="Lato"/>
              </a:rPr>
              <a:t>Czekolada z orzechami</a:t>
            </a:r>
            <a:endParaRPr lang="pl-PL" sz="1000" b="1" kern="100" dirty="0">
              <a:solidFill>
                <a:srgbClr val="1C1C1C"/>
              </a:solidFill>
              <a:latin typeface="Lato"/>
              <a:cs typeface="Lato"/>
            </a:endParaRPr>
          </a:p>
        </p:txBody>
      </p:sp>
      <p:sp>
        <p:nvSpPr>
          <p:cNvPr id="85" name="Tekst: marka B · 100 g"/>
          <p:cNvSpPr txBox="1"/>
          <p:nvPr/>
        </p:nvSpPr>
        <p:spPr>
          <a:xfrm>
            <a:off x="7791450" y="3621087"/>
            <a:ext cx="1498600" cy="1219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800" kern="100" dirty="0">
                <a:solidFill>
                  <a:srgbClr val="888888"/>
                </a:solidFill>
                <a:latin typeface="Lato"/>
                <a:cs typeface="Lato"/>
              </a:rPr>
              <a:t>marka B · 100 g</a:t>
            </a:r>
            <a:endParaRPr lang="pl-PL" sz="800" kern="100" dirty="0">
              <a:solidFill>
                <a:srgbClr val="888888"/>
              </a:solidFill>
              <a:latin typeface="Lato"/>
              <a:cs typeface="Lato"/>
            </a:endParaRPr>
          </a:p>
        </p:txBody>
      </p:sp>
      <p:sp>
        <p:nvSpPr>
          <p:cNvPr id="86" name="Tekst: 6,49 zł"/>
          <p:cNvSpPr txBox="1"/>
          <p:nvPr/>
        </p:nvSpPr>
        <p:spPr>
          <a:xfrm>
            <a:off x="7791871" y="3822700"/>
            <a:ext cx="656332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100" b="1" kern="100" dirty="0">
                <a:solidFill>
                  <a:srgbClr val="1C1C1C"/>
                </a:solidFill>
                <a:latin typeface="Lato"/>
                <a:cs typeface="Lato"/>
              </a:rPr>
              <a:t>6,49 zł</a:t>
            </a:r>
            <a:endParaRPr lang="pl-PL" sz="1100" b="1" kern="100" dirty="0">
              <a:solidFill>
                <a:srgbClr val="1C1C1C"/>
              </a:solidFill>
              <a:latin typeface="Lato"/>
              <a:cs typeface="Lato"/>
            </a:endParaRPr>
          </a:p>
        </p:txBody>
      </p:sp>
      <p:sp>
        <p:nvSpPr>
          <p:cNvPr id="87" name="Kształt 57"/>
          <p:cNvSpPr/>
          <p:nvPr/>
        </p:nvSpPr>
        <p:spPr>
          <a:xfrm>
            <a:off x="9086849" y="3803650"/>
            <a:ext cx="203200" cy="203200"/>
          </a:xfrm>
          <a:prstGeom prst="ellipse">
            <a:avLst/>
          </a:prstGeom>
          <a:solidFill>
            <a:srgbClr val="F1F1F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8" name="Kształt 58"/>
          <p:cNvSpPr/>
          <p:nvPr/>
        </p:nvSpPr>
        <p:spPr>
          <a:xfrm>
            <a:off x="9086849" y="3803650"/>
            <a:ext cx="203200" cy="203200"/>
          </a:xfrm>
          <a:prstGeom prst="ellipse">
            <a:avLst/>
          </a:prstGeom>
          <a:solidFill>
            <a:srgbClr val="EE3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9" name="Tekst: +"/>
          <p:cNvSpPr txBox="1"/>
          <p:nvPr/>
        </p:nvSpPr>
        <p:spPr>
          <a:xfrm>
            <a:off x="9086849" y="3817937"/>
            <a:ext cx="254079" cy="1752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150" b="1" kern="100" dirty="0">
                <a:solidFill>
                  <a:srgbClr val="151515"/>
                </a:solidFill>
                <a:latin typeface="Lato"/>
                <a:cs typeface="Lato"/>
              </a:rPr>
              <a:t>+</a:t>
            </a:r>
            <a:endParaRPr lang="pl-PL" sz="1150" b="1" kern="100" dirty="0">
              <a:solidFill>
                <a:srgbClr val="151515"/>
              </a:solidFill>
              <a:latin typeface="Lato"/>
              <a:cs typeface="Lato"/>
            </a:endParaRPr>
          </a:p>
        </p:txBody>
      </p:sp>
      <p:sp>
        <p:nvSpPr>
          <p:cNvPr id="90" name="Tekst: ✓"/>
          <p:cNvSpPr txBox="1"/>
          <p:nvPr/>
        </p:nvSpPr>
        <p:spPr>
          <a:xfrm>
            <a:off x="9086849" y="3803650"/>
            <a:ext cx="2032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000" kern="100" dirty="0">
                <a:solidFill>
                  <a:srgbClr val="FFFFFF"/>
                </a:solidFill>
                <a:latin typeface="Segoe UI Symbol"/>
                <a:cs typeface="Segoe UI Symbol"/>
              </a:rPr>
              <a:t>✓</a:t>
            </a:r>
            <a:endParaRPr lang="pl-PL" sz="1000" kern="100" dirty="0">
              <a:solidFill>
                <a:srgbClr val="FFFFFF"/>
              </a:solidFill>
              <a:latin typeface="Segoe UI Symbol"/>
              <a:cs typeface="Segoe UI Symbol"/>
            </a:endParaRPr>
          </a:p>
        </p:txBody>
      </p:sp>
      <p:sp>
        <p:nvSpPr>
          <p:cNvPr id="91" name="Kształt 59"/>
          <p:cNvSpPr/>
          <p:nvPr/>
        </p:nvSpPr>
        <p:spPr>
          <a:xfrm>
            <a:off x="9477374" y="2673350"/>
            <a:ext cx="1682750" cy="1441450"/>
          </a:xfrm>
          <a:prstGeom prst="roundRect">
            <a:avLst>
              <a:gd name="adj" fmla="val 6140"/>
            </a:avLst>
          </a:prstGeom>
          <a:noFill/>
          <a:ln w="6350">
            <a:solidFill>
              <a:srgbClr val="E6E6E6"/>
            </a:solidFill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2" name="Kształt 60"/>
          <p:cNvSpPr/>
          <p:nvPr/>
        </p:nvSpPr>
        <p:spPr>
          <a:xfrm>
            <a:off x="9569449" y="2752725"/>
            <a:ext cx="1498600" cy="635000"/>
          </a:xfrm>
          <a:prstGeom prst="roundRect">
            <a:avLst>
              <a:gd name="adj" fmla="val 10000"/>
            </a:avLst>
          </a:prstGeom>
          <a:solidFill>
            <a:srgbClr val="F6F3E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3" name="Kształt 61"/>
          <p:cNvSpPr/>
          <p:nvPr/>
        </p:nvSpPr>
        <p:spPr>
          <a:xfrm>
            <a:off x="10490891" y="3202276"/>
            <a:ext cx="458678" cy="85682"/>
          </a:xfrm>
          <a:custGeom>
            <a:avLst/>
            <a:gdLst/>
            <a:ahLst/>
            <a:cxnLst/>
            <a:rect l="0" t="0" r="r" b="b"/>
            <a:pathLst>
              <a:path w="458678" h="85682">
                <a:moveTo>
                  <a:pt x="0" y="47790"/>
                </a:moveTo>
                <a:lnTo>
                  <a:pt x="454695" y="0"/>
                </a:lnTo>
                <a:lnTo>
                  <a:pt x="458678" y="37891"/>
                </a:lnTo>
                <a:lnTo>
                  <a:pt x="3983" y="85682"/>
                </a:lnTo>
                <a:close/>
              </a:path>
            </a:pathLst>
          </a:custGeom>
          <a:solidFill>
            <a:srgbClr val="3D221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4" name="Kształt 62"/>
          <p:cNvSpPr/>
          <p:nvPr/>
        </p:nvSpPr>
        <p:spPr>
          <a:xfrm>
            <a:off x="10448411" y="2798102"/>
            <a:ext cx="498503" cy="464595"/>
          </a:xfrm>
          <a:custGeom>
            <a:avLst/>
            <a:gdLst/>
            <a:ahLst/>
            <a:cxnLst/>
            <a:rect l="0" t="0" r="r" b="b"/>
            <a:pathLst>
              <a:path w="498503" h="464595">
                <a:moveTo>
                  <a:pt x="0" y="47790"/>
                </a:moveTo>
                <a:lnTo>
                  <a:pt x="454695" y="0"/>
                </a:lnTo>
                <a:lnTo>
                  <a:pt x="498503" y="416804"/>
                </a:lnTo>
                <a:lnTo>
                  <a:pt x="43808" y="464595"/>
                </a:lnTo>
                <a:close/>
              </a:path>
            </a:pathLst>
          </a:custGeom>
          <a:solidFill>
            <a:srgbClr val="331C1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5" name="Kształt 63"/>
          <p:cNvSpPr/>
          <p:nvPr/>
        </p:nvSpPr>
        <p:spPr>
          <a:xfrm>
            <a:off x="10455390" y="2836942"/>
            <a:ext cx="138935" cy="34383"/>
          </a:xfrm>
          <a:custGeom>
            <a:avLst/>
            <a:gdLst/>
            <a:ahLst/>
            <a:cxnLst/>
            <a:rect l="0" t="0" r="r" b="b"/>
            <a:pathLst>
              <a:path w="138935" h="34383">
                <a:moveTo>
                  <a:pt x="0" y="14603"/>
                </a:moveTo>
                <a:lnTo>
                  <a:pt x="138935" y="0"/>
                </a:lnTo>
                <a:lnTo>
                  <a:pt x="119155" y="24426"/>
                </a:lnTo>
                <a:lnTo>
                  <a:pt x="24426" y="34383"/>
                </a:lnTo>
                <a:close/>
              </a:path>
            </a:pathLst>
          </a:custGeom>
          <a:solidFill>
            <a:srgbClr val="855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6" name="Kształt 64"/>
          <p:cNvSpPr/>
          <p:nvPr/>
        </p:nvSpPr>
        <p:spPr>
          <a:xfrm>
            <a:off x="10455390" y="2851544"/>
            <a:ext cx="33055" cy="126304"/>
          </a:xfrm>
          <a:custGeom>
            <a:avLst/>
            <a:gdLst/>
            <a:ahLst/>
            <a:cxnLst/>
            <a:rect l="0" t="0" r="r" b="b"/>
            <a:pathLst>
              <a:path w="33055" h="126304">
                <a:moveTo>
                  <a:pt x="0" y="0"/>
                </a:moveTo>
                <a:lnTo>
                  <a:pt x="24426" y="19780"/>
                </a:lnTo>
                <a:lnTo>
                  <a:pt x="33055" y="101878"/>
                </a:lnTo>
                <a:lnTo>
                  <a:pt x="13275" y="126304"/>
                </a:lnTo>
                <a:close/>
              </a:path>
            </a:pathLst>
          </a:custGeom>
          <a:solidFill>
            <a:srgbClr val="7A4A2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7" name="Kształt 65"/>
          <p:cNvSpPr/>
          <p:nvPr/>
        </p:nvSpPr>
        <p:spPr>
          <a:xfrm>
            <a:off x="10574544" y="2836942"/>
            <a:ext cx="33055" cy="126304"/>
          </a:xfrm>
          <a:custGeom>
            <a:avLst/>
            <a:gdLst/>
            <a:ahLst/>
            <a:cxnLst/>
            <a:rect l="0" t="0" r="r" b="b"/>
            <a:pathLst>
              <a:path w="33055" h="126304">
                <a:moveTo>
                  <a:pt x="19780" y="0"/>
                </a:moveTo>
                <a:lnTo>
                  <a:pt x="33055" y="126304"/>
                </a:lnTo>
                <a:lnTo>
                  <a:pt x="8629" y="106524"/>
                </a:lnTo>
                <a:lnTo>
                  <a:pt x="0" y="24426"/>
                </a:lnTo>
                <a:close/>
              </a:path>
            </a:pathLst>
          </a:custGeom>
          <a:solidFill>
            <a:srgbClr val="5A332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8" name="Kształt 66"/>
          <p:cNvSpPr/>
          <p:nvPr/>
        </p:nvSpPr>
        <p:spPr>
          <a:xfrm>
            <a:off x="10468665" y="2943466"/>
            <a:ext cx="138935" cy="34383"/>
          </a:xfrm>
          <a:custGeom>
            <a:avLst/>
            <a:gdLst/>
            <a:ahLst/>
            <a:cxnLst/>
            <a:rect l="0" t="0" r="r" b="b"/>
            <a:pathLst>
              <a:path w="138935" h="34383">
                <a:moveTo>
                  <a:pt x="0" y="34383"/>
                </a:moveTo>
                <a:lnTo>
                  <a:pt x="19780" y="9956"/>
                </a:lnTo>
                <a:lnTo>
                  <a:pt x="114508" y="0"/>
                </a:lnTo>
                <a:lnTo>
                  <a:pt x="138935" y="19780"/>
                </a:lnTo>
                <a:close/>
              </a:path>
            </a:pathLst>
          </a:custGeom>
          <a:solidFill>
            <a:srgbClr val="4A2A1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9" name="Kształt 67"/>
          <p:cNvSpPr/>
          <p:nvPr/>
        </p:nvSpPr>
        <p:spPr>
          <a:xfrm>
            <a:off x="10479816" y="2861368"/>
            <a:ext cx="103357" cy="92054"/>
          </a:xfrm>
          <a:custGeom>
            <a:avLst/>
            <a:gdLst/>
            <a:ahLst/>
            <a:cxnLst/>
            <a:rect l="0" t="0" r="r" b="b"/>
            <a:pathLst>
              <a:path w="103357" h="92054">
                <a:moveTo>
                  <a:pt x="0" y="9956"/>
                </a:moveTo>
                <a:lnTo>
                  <a:pt x="94728" y="0"/>
                </a:lnTo>
                <a:lnTo>
                  <a:pt x="103357" y="82098"/>
                </a:lnTo>
                <a:lnTo>
                  <a:pt x="8629" y="92054"/>
                </a:lnTo>
                <a:close/>
              </a:path>
            </a:pathLst>
          </a:custGeom>
          <a:solidFill>
            <a:srgbClr val="6D402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0" name="Kształt 68"/>
          <p:cNvSpPr/>
          <p:nvPr/>
        </p:nvSpPr>
        <p:spPr>
          <a:xfrm>
            <a:off x="10469992" y="2975876"/>
            <a:ext cx="138935" cy="34383"/>
          </a:xfrm>
          <a:custGeom>
            <a:avLst/>
            <a:gdLst/>
            <a:ahLst/>
            <a:cxnLst/>
            <a:rect l="0" t="0" r="r" b="b"/>
            <a:pathLst>
              <a:path w="138935" h="34383">
                <a:moveTo>
                  <a:pt x="0" y="14603"/>
                </a:moveTo>
                <a:lnTo>
                  <a:pt x="138935" y="0"/>
                </a:lnTo>
                <a:lnTo>
                  <a:pt x="119155" y="24426"/>
                </a:lnTo>
                <a:lnTo>
                  <a:pt x="24426" y="34383"/>
                </a:lnTo>
                <a:close/>
              </a:path>
            </a:pathLst>
          </a:custGeom>
          <a:solidFill>
            <a:srgbClr val="855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1" name="Kształt 69"/>
          <p:cNvSpPr/>
          <p:nvPr/>
        </p:nvSpPr>
        <p:spPr>
          <a:xfrm>
            <a:off x="10469992" y="2990479"/>
            <a:ext cx="33055" cy="126304"/>
          </a:xfrm>
          <a:custGeom>
            <a:avLst/>
            <a:gdLst/>
            <a:ahLst/>
            <a:cxnLst/>
            <a:rect l="0" t="0" r="r" b="b"/>
            <a:pathLst>
              <a:path w="33055" h="126304">
                <a:moveTo>
                  <a:pt x="0" y="0"/>
                </a:moveTo>
                <a:lnTo>
                  <a:pt x="24426" y="19780"/>
                </a:lnTo>
                <a:lnTo>
                  <a:pt x="33055" y="101878"/>
                </a:lnTo>
                <a:lnTo>
                  <a:pt x="13275" y="126304"/>
                </a:lnTo>
                <a:close/>
              </a:path>
            </a:pathLst>
          </a:custGeom>
          <a:solidFill>
            <a:srgbClr val="7A4A2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2" name="Kształt 70"/>
          <p:cNvSpPr/>
          <p:nvPr/>
        </p:nvSpPr>
        <p:spPr>
          <a:xfrm>
            <a:off x="10589147" y="2975876"/>
            <a:ext cx="33055" cy="126304"/>
          </a:xfrm>
          <a:custGeom>
            <a:avLst/>
            <a:gdLst/>
            <a:ahLst/>
            <a:cxnLst/>
            <a:rect l="0" t="0" r="r" b="b"/>
            <a:pathLst>
              <a:path w="33055" h="126304">
                <a:moveTo>
                  <a:pt x="19780" y="0"/>
                </a:moveTo>
                <a:lnTo>
                  <a:pt x="33055" y="126304"/>
                </a:lnTo>
                <a:lnTo>
                  <a:pt x="8629" y="106524"/>
                </a:lnTo>
                <a:lnTo>
                  <a:pt x="0" y="24426"/>
                </a:lnTo>
                <a:close/>
              </a:path>
            </a:pathLst>
          </a:custGeom>
          <a:solidFill>
            <a:srgbClr val="5A332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3" name="Kształt 71"/>
          <p:cNvSpPr/>
          <p:nvPr/>
        </p:nvSpPr>
        <p:spPr>
          <a:xfrm>
            <a:off x="10483268" y="3082400"/>
            <a:ext cx="138935" cy="34383"/>
          </a:xfrm>
          <a:custGeom>
            <a:avLst/>
            <a:gdLst/>
            <a:ahLst/>
            <a:cxnLst/>
            <a:rect l="0" t="0" r="r" b="b"/>
            <a:pathLst>
              <a:path w="138935" h="34383">
                <a:moveTo>
                  <a:pt x="0" y="34383"/>
                </a:moveTo>
                <a:lnTo>
                  <a:pt x="19780" y="9956"/>
                </a:lnTo>
                <a:lnTo>
                  <a:pt x="114508" y="0"/>
                </a:lnTo>
                <a:lnTo>
                  <a:pt x="138935" y="19780"/>
                </a:lnTo>
                <a:close/>
              </a:path>
            </a:pathLst>
          </a:custGeom>
          <a:solidFill>
            <a:srgbClr val="4A2A1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4" name="Kształt 72"/>
          <p:cNvSpPr/>
          <p:nvPr/>
        </p:nvSpPr>
        <p:spPr>
          <a:xfrm>
            <a:off x="10494419" y="3000303"/>
            <a:ext cx="103357" cy="92054"/>
          </a:xfrm>
          <a:custGeom>
            <a:avLst/>
            <a:gdLst/>
            <a:ahLst/>
            <a:cxnLst/>
            <a:rect l="0" t="0" r="r" b="b"/>
            <a:pathLst>
              <a:path w="103357" h="92054">
                <a:moveTo>
                  <a:pt x="0" y="9956"/>
                </a:moveTo>
                <a:lnTo>
                  <a:pt x="94728" y="0"/>
                </a:lnTo>
                <a:lnTo>
                  <a:pt x="103357" y="82098"/>
                </a:lnTo>
                <a:lnTo>
                  <a:pt x="8629" y="92054"/>
                </a:lnTo>
                <a:close/>
              </a:path>
            </a:pathLst>
          </a:custGeom>
          <a:solidFill>
            <a:srgbClr val="6D402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5" name="Kształt 73"/>
          <p:cNvSpPr/>
          <p:nvPr/>
        </p:nvSpPr>
        <p:spPr>
          <a:xfrm>
            <a:off x="10484595" y="3114811"/>
            <a:ext cx="138935" cy="34383"/>
          </a:xfrm>
          <a:custGeom>
            <a:avLst/>
            <a:gdLst/>
            <a:ahLst/>
            <a:cxnLst/>
            <a:rect l="0" t="0" r="r" b="b"/>
            <a:pathLst>
              <a:path w="138935" h="34383">
                <a:moveTo>
                  <a:pt x="0" y="14603"/>
                </a:moveTo>
                <a:lnTo>
                  <a:pt x="138935" y="0"/>
                </a:lnTo>
                <a:lnTo>
                  <a:pt x="119155" y="24426"/>
                </a:lnTo>
                <a:lnTo>
                  <a:pt x="24426" y="34383"/>
                </a:lnTo>
                <a:close/>
              </a:path>
            </a:pathLst>
          </a:custGeom>
          <a:solidFill>
            <a:srgbClr val="855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6" name="Kształt 74"/>
          <p:cNvSpPr/>
          <p:nvPr/>
        </p:nvSpPr>
        <p:spPr>
          <a:xfrm>
            <a:off x="10484595" y="3129414"/>
            <a:ext cx="33055" cy="126304"/>
          </a:xfrm>
          <a:custGeom>
            <a:avLst/>
            <a:gdLst/>
            <a:ahLst/>
            <a:cxnLst/>
            <a:rect l="0" t="0" r="r" b="b"/>
            <a:pathLst>
              <a:path w="33055" h="126304">
                <a:moveTo>
                  <a:pt x="0" y="0"/>
                </a:moveTo>
                <a:lnTo>
                  <a:pt x="24426" y="19780"/>
                </a:lnTo>
                <a:lnTo>
                  <a:pt x="33055" y="101878"/>
                </a:lnTo>
                <a:lnTo>
                  <a:pt x="13275" y="126304"/>
                </a:lnTo>
                <a:close/>
              </a:path>
            </a:pathLst>
          </a:custGeom>
          <a:solidFill>
            <a:srgbClr val="7A4A2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7" name="Kształt 75"/>
          <p:cNvSpPr/>
          <p:nvPr/>
        </p:nvSpPr>
        <p:spPr>
          <a:xfrm>
            <a:off x="10603750" y="3114811"/>
            <a:ext cx="33055" cy="126304"/>
          </a:xfrm>
          <a:custGeom>
            <a:avLst/>
            <a:gdLst/>
            <a:ahLst/>
            <a:cxnLst/>
            <a:rect l="0" t="0" r="r" b="b"/>
            <a:pathLst>
              <a:path w="33055" h="126304">
                <a:moveTo>
                  <a:pt x="19780" y="0"/>
                </a:moveTo>
                <a:lnTo>
                  <a:pt x="33055" y="126304"/>
                </a:lnTo>
                <a:lnTo>
                  <a:pt x="8629" y="106524"/>
                </a:lnTo>
                <a:lnTo>
                  <a:pt x="0" y="24426"/>
                </a:lnTo>
                <a:close/>
              </a:path>
            </a:pathLst>
          </a:custGeom>
          <a:solidFill>
            <a:srgbClr val="5A332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8" name="Kształt 76"/>
          <p:cNvSpPr/>
          <p:nvPr/>
        </p:nvSpPr>
        <p:spPr>
          <a:xfrm>
            <a:off x="10497870" y="3221335"/>
            <a:ext cx="138935" cy="34383"/>
          </a:xfrm>
          <a:custGeom>
            <a:avLst/>
            <a:gdLst/>
            <a:ahLst/>
            <a:cxnLst/>
            <a:rect l="0" t="0" r="r" b="b"/>
            <a:pathLst>
              <a:path w="138935" h="34383">
                <a:moveTo>
                  <a:pt x="0" y="34383"/>
                </a:moveTo>
                <a:lnTo>
                  <a:pt x="19780" y="9956"/>
                </a:lnTo>
                <a:lnTo>
                  <a:pt x="114508" y="0"/>
                </a:lnTo>
                <a:lnTo>
                  <a:pt x="138935" y="19780"/>
                </a:lnTo>
                <a:close/>
              </a:path>
            </a:pathLst>
          </a:custGeom>
          <a:solidFill>
            <a:srgbClr val="4A2A1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9" name="Kształt 77"/>
          <p:cNvSpPr/>
          <p:nvPr/>
        </p:nvSpPr>
        <p:spPr>
          <a:xfrm>
            <a:off x="10509021" y="3139237"/>
            <a:ext cx="103357" cy="92054"/>
          </a:xfrm>
          <a:custGeom>
            <a:avLst/>
            <a:gdLst/>
            <a:ahLst/>
            <a:cxnLst/>
            <a:rect l="0" t="0" r="r" b="b"/>
            <a:pathLst>
              <a:path w="103357" h="92054">
                <a:moveTo>
                  <a:pt x="0" y="9956"/>
                </a:moveTo>
                <a:lnTo>
                  <a:pt x="94728" y="0"/>
                </a:lnTo>
                <a:lnTo>
                  <a:pt x="103357" y="82098"/>
                </a:lnTo>
                <a:lnTo>
                  <a:pt x="8629" y="92054"/>
                </a:lnTo>
                <a:close/>
              </a:path>
            </a:pathLst>
          </a:custGeom>
          <a:solidFill>
            <a:srgbClr val="6D402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10" name="Kształt 78"/>
          <p:cNvSpPr/>
          <p:nvPr/>
        </p:nvSpPr>
        <p:spPr>
          <a:xfrm>
            <a:off x="10606955" y="2821011"/>
            <a:ext cx="138935" cy="34383"/>
          </a:xfrm>
          <a:custGeom>
            <a:avLst/>
            <a:gdLst/>
            <a:ahLst/>
            <a:cxnLst/>
            <a:rect l="0" t="0" r="r" b="b"/>
            <a:pathLst>
              <a:path w="138935" h="34383">
                <a:moveTo>
                  <a:pt x="0" y="14603"/>
                </a:moveTo>
                <a:lnTo>
                  <a:pt x="138935" y="0"/>
                </a:lnTo>
                <a:lnTo>
                  <a:pt x="119155" y="24426"/>
                </a:lnTo>
                <a:lnTo>
                  <a:pt x="24426" y="34383"/>
                </a:lnTo>
                <a:close/>
              </a:path>
            </a:pathLst>
          </a:custGeom>
          <a:solidFill>
            <a:srgbClr val="855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11" name="Kształt 79"/>
          <p:cNvSpPr/>
          <p:nvPr/>
        </p:nvSpPr>
        <p:spPr>
          <a:xfrm>
            <a:off x="10606955" y="2835614"/>
            <a:ext cx="33055" cy="126304"/>
          </a:xfrm>
          <a:custGeom>
            <a:avLst/>
            <a:gdLst/>
            <a:ahLst/>
            <a:cxnLst/>
            <a:rect l="0" t="0" r="r" b="b"/>
            <a:pathLst>
              <a:path w="33055" h="126304">
                <a:moveTo>
                  <a:pt x="0" y="0"/>
                </a:moveTo>
                <a:lnTo>
                  <a:pt x="24426" y="19780"/>
                </a:lnTo>
                <a:lnTo>
                  <a:pt x="33055" y="101878"/>
                </a:lnTo>
                <a:lnTo>
                  <a:pt x="13275" y="126304"/>
                </a:lnTo>
                <a:close/>
              </a:path>
            </a:pathLst>
          </a:custGeom>
          <a:solidFill>
            <a:srgbClr val="7A4A2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12" name="Kształt 80"/>
          <p:cNvSpPr/>
          <p:nvPr/>
        </p:nvSpPr>
        <p:spPr>
          <a:xfrm>
            <a:off x="10726110" y="2821011"/>
            <a:ext cx="33055" cy="126304"/>
          </a:xfrm>
          <a:custGeom>
            <a:avLst/>
            <a:gdLst/>
            <a:ahLst/>
            <a:cxnLst/>
            <a:rect l="0" t="0" r="r" b="b"/>
            <a:pathLst>
              <a:path w="33055" h="126304">
                <a:moveTo>
                  <a:pt x="19780" y="0"/>
                </a:moveTo>
                <a:lnTo>
                  <a:pt x="33055" y="126304"/>
                </a:lnTo>
                <a:lnTo>
                  <a:pt x="8629" y="106524"/>
                </a:lnTo>
                <a:lnTo>
                  <a:pt x="0" y="24426"/>
                </a:lnTo>
                <a:close/>
              </a:path>
            </a:pathLst>
          </a:custGeom>
          <a:solidFill>
            <a:srgbClr val="5A332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13" name="Kształt 81"/>
          <p:cNvSpPr/>
          <p:nvPr/>
        </p:nvSpPr>
        <p:spPr>
          <a:xfrm>
            <a:off x="10620230" y="2927536"/>
            <a:ext cx="138935" cy="34383"/>
          </a:xfrm>
          <a:custGeom>
            <a:avLst/>
            <a:gdLst/>
            <a:ahLst/>
            <a:cxnLst/>
            <a:rect l="0" t="0" r="r" b="b"/>
            <a:pathLst>
              <a:path w="138935" h="34383">
                <a:moveTo>
                  <a:pt x="0" y="34383"/>
                </a:moveTo>
                <a:lnTo>
                  <a:pt x="19780" y="9956"/>
                </a:lnTo>
                <a:lnTo>
                  <a:pt x="114508" y="0"/>
                </a:lnTo>
                <a:lnTo>
                  <a:pt x="138935" y="19780"/>
                </a:lnTo>
                <a:close/>
              </a:path>
            </a:pathLst>
          </a:custGeom>
          <a:solidFill>
            <a:srgbClr val="4A2A1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14" name="Kształt 82"/>
          <p:cNvSpPr/>
          <p:nvPr/>
        </p:nvSpPr>
        <p:spPr>
          <a:xfrm>
            <a:off x="10631381" y="2845438"/>
            <a:ext cx="103357" cy="92054"/>
          </a:xfrm>
          <a:custGeom>
            <a:avLst/>
            <a:gdLst/>
            <a:ahLst/>
            <a:cxnLst/>
            <a:rect l="0" t="0" r="r" b="b"/>
            <a:pathLst>
              <a:path w="103357" h="92054">
                <a:moveTo>
                  <a:pt x="0" y="9956"/>
                </a:moveTo>
                <a:lnTo>
                  <a:pt x="94728" y="0"/>
                </a:lnTo>
                <a:lnTo>
                  <a:pt x="103357" y="82098"/>
                </a:lnTo>
                <a:lnTo>
                  <a:pt x="8629" y="92054"/>
                </a:lnTo>
                <a:close/>
              </a:path>
            </a:pathLst>
          </a:custGeom>
          <a:solidFill>
            <a:srgbClr val="6D402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15" name="Kształt 83"/>
          <p:cNvSpPr/>
          <p:nvPr/>
        </p:nvSpPr>
        <p:spPr>
          <a:xfrm>
            <a:off x="10621558" y="2959946"/>
            <a:ext cx="138935" cy="34383"/>
          </a:xfrm>
          <a:custGeom>
            <a:avLst/>
            <a:gdLst/>
            <a:ahLst/>
            <a:cxnLst/>
            <a:rect l="0" t="0" r="r" b="b"/>
            <a:pathLst>
              <a:path w="138935" h="34383">
                <a:moveTo>
                  <a:pt x="0" y="14603"/>
                </a:moveTo>
                <a:lnTo>
                  <a:pt x="138935" y="0"/>
                </a:lnTo>
                <a:lnTo>
                  <a:pt x="119155" y="24426"/>
                </a:lnTo>
                <a:lnTo>
                  <a:pt x="24426" y="34383"/>
                </a:lnTo>
                <a:close/>
              </a:path>
            </a:pathLst>
          </a:custGeom>
          <a:solidFill>
            <a:srgbClr val="855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16" name="Kształt 84"/>
          <p:cNvSpPr/>
          <p:nvPr/>
        </p:nvSpPr>
        <p:spPr>
          <a:xfrm>
            <a:off x="10621558" y="2974549"/>
            <a:ext cx="33055" cy="126304"/>
          </a:xfrm>
          <a:custGeom>
            <a:avLst/>
            <a:gdLst/>
            <a:ahLst/>
            <a:cxnLst/>
            <a:rect l="0" t="0" r="r" b="b"/>
            <a:pathLst>
              <a:path w="33055" h="126304">
                <a:moveTo>
                  <a:pt x="0" y="0"/>
                </a:moveTo>
                <a:lnTo>
                  <a:pt x="24426" y="19780"/>
                </a:lnTo>
                <a:lnTo>
                  <a:pt x="33055" y="101878"/>
                </a:lnTo>
                <a:lnTo>
                  <a:pt x="13275" y="126304"/>
                </a:lnTo>
                <a:close/>
              </a:path>
            </a:pathLst>
          </a:custGeom>
          <a:solidFill>
            <a:srgbClr val="7A4A2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17" name="Kształt 85"/>
          <p:cNvSpPr/>
          <p:nvPr/>
        </p:nvSpPr>
        <p:spPr>
          <a:xfrm>
            <a:off x="10740712" y="2959946"/>
            <a:ext cx="33055" cy="126304"/>
          </a:xfrm>
          <a:custGeom>
            <a:avLst/>
            <a:gdLst/>
            <a:ahLst/>
            <a:cxnLst/>
            <a:rect l="0" t="0" r="r" b="b"/>
            <a:pathLst>
              <a:path w="33055" h="126304">
                <a:moveTo>
                  <a:pt x="19780" y="0"/>
                </a:moveTo>
                <a:lnTo>
                  <a:pt x="33055" y="126304"/>
                </a:lnTo>
                <a:lnTo>
                  <a:pt x="8629" y="106524"/>
                </a:lnTo>
                <a:lnTo>
                  <a:pt x="0" y="24426"/>
                </a:lnTo>
                <a:close/>
              </a:path>
            </a:pathLst>
          </a:custGeom>
          <a:solidFill>
            <a:srgbClr val="5A332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18" name="Kształt 86"/>
          <p:cNvSpPr/>
          <p:nvPr/>
        </p:nvSpPr>
        <p:spPr>
          <a:xfrm>
            <a:off x="10634833" y="3066470"/>
            <a:ext cx="138935" cy="34383"/>
          </a:xfrm>
          <a:custGeom>
            <a:avLst/>
            <a:gdLst/>
            <a:ahLst/>
            <a:cxnLst/>
            <a:rect l="0" t="0" r="r" b="b"/>
            <a:pathLst>
              <a:path w="138935" h="34383">
                <a:moveTo>
                  <a:pt x="0" y="34383"/>
                </a:moveTo>
                <a:lnTo>
                  <a:pt x="19780" y="9956"/>
                </a:lnTo>
                <a:lnTo>
                  <a:pt x="114508" y="0"/>
                </a:lnTo>
                <a:lnTo>
                  <a:pt x="138935" y="19780"/>
                </a:lnTo>
                <a:close/>
              </a:path>
            </a:pathLst>
          </a:custGeom>
          <a:solidFill>
            <a:srgbClr val="4A2A1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19" name="Kształt 87"/>
          <p:cNvSpPr/>
          <p:nvPr/>
        </p:nvSpPr>
        <p:spPr>
          <a:xfrm>
            <a:off x="10645984" y="2984373"/>
            <a:ext cx="103357" cy="92054"/>
          </a:xfrm>
          <a:custGeom>
            <a:avLst/>
            <a:gdLst/>
            <a:ahLst/>
            <a:cxnLst/>
            <a:rect l="0" t="0" r="r" b="b"/>
            <a:pathLst>
              <a:path w="103357" h="92054">
                <a:moveTo>
                  <a:pt x="0" y="9956"/>
                </a:moveTo>
                <a:lnTo>
                  <a:pt x="94728" y="0"/>
                </a:lnTo>
                <a:lnTo>
                  <a:pt x="103357" y="82098"/>
                </a:lnTo>
                <a:lnTo>
                  <a:pt x="8629" y="92054"/>
                </a:lnTo>
                <a:close/>
              </a:path>
            </a:pathLst>
          </a:custGeom>
          <a:solidFill>
            <a:srgbClr val="6D402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20" name="Kształt 88"/>
          <p:cNvSpPr/>
          <p:nvPr/>
        </p:nvSpPr>
        <p:spPr>
          <a:xfrm>
            <a:off x="10636160" y="3098881"/>
            <a:ext cx="138935" cy="34383"/>
          </a:xfrm>
          <a:custGeom>
            <a:avLst/>
            <a:gdLst/>
            <a:ahLst/>
            <a:cxnLst/>
            <a:rect l="0" t="0" r="r" b="b"/>
            <a:pathLst>
              <a:path w="138935" h="34383">
                <a:moveTo>
                  <a:pt x="0" y="14603"/>
                </a:moveTo>
                <a:lnTo>
                  <a:pt x="138935" y="0"/>
                </a:lnTo>
                <a:lnTo>
                  <a:pt x="119155" y="24426"/>
                </a:lnTo>
                <a:lnTo>
                  <a:pt x="24426" y="34383"/>
                </a:lnTo>
                <a:close/>
              </a:path>
            </a:pathLst>
          </a:custGeom>
          <a:solidFill>
            <a:srgbClr val="855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21" name="Kształt 89"/>
          <p:cNvSpPr/>
          <p:nvPr/>
        </p:nvSpPr>
        <p:spPr>
          <a:xfrm>
            <a:off x="10636160" y="3113483"/>
            <a:ext cx="33055" cy="126304"/>
          </a:xfrm>
          <a:custGeom>
            <a:avLst/>
            <a:gdLst/>
            <a:ahLst/>
            <a:cxnLst/>
            <a:rect l="0" t="0" r="r" b="b"/>
            <a:pathLst>
              <a:path w="33055" h="126304">
                <a:moveTo>
                  <a:pt x="0" y="0"/>
                </a:moveTo>
                <a:lnTo>
                  <a:pt x="24426" y="19780"/>
                </a:lnTo>
                <a:lnTo>
                  <a:pt x="33055" y="101878"/>
                </a:lnTo>
                <a:lnTo>
                  <a:pt x="13275" y="126304"/>
                </a:lnTo>
                <a:close/>
              </a:path>
            </a:pathLst>
          </a:custGeom>
          <a:solidFill>
            <a:srgbClr val="7A4A2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22" name="Kształt 90"/>
          <p:cNvSpPr/>
          <p:nvPr/>
        </p:nvSpPr>
        <p:spPr>
          <a:xfrm>
            <a:off x="10755315" y="3098881"/>
            <a:ext cx="33055" cy="126304"/>
          </a:xfrm>
          <a:custGeom>
            <a:avLst/>
            <a:gdLst/>
            <a:ahLst/>
            <a:cxnLst/>
            <a:rect l="0" t="0" r="r" b="b"/>
            <a:pathLst>
              <a:path w="33055" h="126304">
                <a:moveTo>
                  <a:pt x="19780" y="0"/>
                </a:moveTo>
                <a:lnTo>
                  <a:pt x="33055" y="126304"/>
                </a:lnTo>
                <a:lnTo>
                  <a:pt x="8629" y="106524"/>
                </a:lnTo>
                <a:lnTo>
                  <a:pt x="0" y="24426"/>
                </a:lnTo>
                <a:close/>
              </a:path>
            </a:pathLst>
          </a:custGeom>
          <a:solidFill>
            <a:srgbClr val="5A332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23" name="Kształt 91"/>
          <p:cNvSpPr/>
          <p:nvPr/>
        </p:nvSpPr>
        <p:spPr>
          <a:xfrm>
            <a:off x="10649435" y="3205405"/>
            <a:ext cx="138935" cy="34383"/>
          </a:xfrm>
          <a:custGeom>
            <a:avLst/>
            <a:gdLst/>
            <a:ahLst/>
            <a:cxnLst/>
            <a:rect l="0" t="0" r="r" b="b"/>
            <a:pathLst>
              <a:path w="138935" h="34383">
                <a:moveTo>
                  <a:pt x="0" y="34383"/>
                </a:moveTo>
                <a:lnTo>
                  <a:pt x="19780" y="9956"/>
                </a:lnTo>
                <a:lnTo>
                  <a:pt x="114508" y="0"/>
                </a:lnTo>
                <a:lnTo>
                  <a:pt x="138935" y="19780"/>
                </a:lnTo>
                <a:close/>
              </a:path>
            </a:pathLst>
          </a:custGeom>
          <a:solidFill>
            <a:srgbClr val="4A2A1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24" name="Kształt 92"/>
          <p:cNvSpPr/>
          <p:nvPr/>
        </p:nvSpPr>
        <p:spPr>
          <a:xfrm>
            <a:off x="10660587" y="3123307"/>
            <a:ext cx="103357" cy="92054"/>
          </a:xfrm>
          <a:custGeom>
            <a:avLst/>
            <a:gdLst/>
            <a:ahLst/>
            <a:cxnLst/>
            <a:rect l="0" t="0" r="r" b="b"/>
            <a:pathLst>
              <a:path w="103357" h="92054">
                <a:moveTo>
                  <a:pt x="0" y="9956"/>
                </a:moveTo>
                <a:lnTo>
                  <a:pt x="94728" y="0"/>
                </a:lnTo>
                <a:lnTo>
                  <a:pt x="103357" y="82098"/>
                </a:lnTo>
                <a:lnTo>
                  <a:pt x="8629" y="92054"/>
                </a:lnTo>
                <a:close/>
              </a:path>
            </a:pathLst>
          </a:custGeom>
          <a:solidFill>
            <a:srgbClr val="6D402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25" name="Kształt 93"/>
          <p:cNvSpPr/>
          <p:nvPr/>
        </p:nvSpPr>
        <p:spPr>
          <a:xfrm>
            <a:off x="10758520" y="2805081"/>
            <a:ext cx="138935" cy="34383"/>
          </a:xfrm>
          <a:custGeom>
            <a:avLst/>
            <a:gdLst/>
            <a:ahLst/>
            <a:cxnLst/>
            <a:rect l="0" t="0" r="r" b="b"/>
            <a:pathLst>
              <a:path w="138935" h="34383">
                <a:moveTo>
                  <a:pt x="0" y="14603"/>
                </a:moveTo>
                <a:lnTo>
                  <a:pt x="138935" y="0"/>
                </a:lnTo>
                <a:lnTo>
                  <a:pt x="119155" y="24426"/>
                </a:lnTo>
                <a:lnTo>
                  <a:pt x="24426" y="34383"/>
                </a:lnTo>
                <a:close/>
              </a:path>
            </a:pathLst>
          </a:custGeom>
          <a:solidFill>
            <a:srgbClr val="855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26" name="Kształt 94"/>
          <p:cNvSpPr/>
          <p:nvPr/>
        </p:nvSpPr>
        <p:spPr>
          <a:xfrm>
            <a:off x="10758520" y="2819684"/>
            <a:ext cx="33055" cy="126304"/>
          </a:xfrm>
          <a:custGeom>
            <a:avLst/>
            <a:gdLst/>
            <a:ahLst/>
            <a:cxnLst/>
            <a:rect l="0" t="0" r="r" b="b"/>
            <a:pathLst>
              <a:path w="33055" h="126304">
                <a:moveTo>
                  <a:pt x="0" y="0"/>
                </a:moveTo>
                <a:lnTo>
                  <a:pt x="24426" y="19780"/>
                </a:lnTo>
                <a:lnTo>
                  <a:pt x="33055" y="101878"/>
                </a:lnTo>
                <a:lnTo>
                  <a:pt x="13275" y="126304"/>
                </a:lnTo>
                <a:close/>
              </a:path>
            </a:pathLst>
          </a:custGeom>
          <a:solidFill>
            <a:srgbClr val="7A4A2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27" name="Kształt 95"/>
          <p:cNvSpPr/>
          <p:nvPr/>
        </p:nvSpPr>
        <p:spPr>
          <a:xfrm>
            <a:off x="10877675" y="2805081"/>
            <a:ext cx="33055" cy="126304"/>
          </a:xfrm>
          <a:custGeom>
            <a:avLst/>
            <a:gdLst/>
            <a:ahLst/>
            <a:cxnLst/>
            <a:rect l="0" t="0" r="r" b="b"/>
            <a:pathLst>
              <a:path w="33055" h="126304">
                <a:moveTo>
                  <a:pt x="19780" y="0"/>
                </a:moveTo>
                <a:lnTo>
                  <a:pt x="33055" y="126304"/>
                </a:lnTo>
                <a:lnTo>
                  <a:pt x="8629" y="106524"/>
                </a:lnTo>
                <a:lnTo>
                  <a:pt x="0" y="24426"/>
                </a:lnTo>
                <a:close/>
              </a:path>
            </a:pathLst>
          </a:custGeom>
          <a:solidFill>
            <a:srgbClr val="5A332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28" name="Kształt 96"/>
          <p:cNvSpPr/>
          <p:nvPr/>
        </p:nvSpPr>
        <p:spPr>
          <a:xfrm>
            <a:off x="10771795" y="2911605"/>
            <a:ext cx="138935" cy="34383"/>
          </a:xfrm>
          <a:custGeom>
            <a:avLst/>
            <a:gdLst/>
            <a:ahLst/>
            <a:cxnLst/>
            <a:rect l="0" t="0" r="r" b="b"/>
            <a:pathLst>
              <a:path w="138935" h="34383">
                <a:moveTo>
                  <a:pt x="0" y="34383"/>
                </a:moveTo>
                <a:lnTo>
                  <a:pt x="19780" y="9956"/>
                </a:lnTo>
                <a:lnTo>
                  <a:pt x="114508" y="0"/>
                </a:lnTo>
                <a:lnTo>
                  <a:pt x="138935" y="19780"/>
                </a:lnTo>
                <a:close/>
              </a:path>
            </a:pathLst>
          </a:custGeom>
          <a:solidFill>
            <a:srgbClr val="4A2A1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29" name="Kształt 97"/>
          <p:cNvSpPr/>
          <p:nvPr/>
        </p:nvSpPr>
        <p:spPr>
          <a:xfrm>
            <a:off x="10782947" y="2829508"/>
            <a:ext cx="103357" cy="92054"/>
          </a:xfrm>
          <a:custGeom>
            <a:avLst/>
            <a:gdLst/>
            <a:ahLst/>
            <a:cxnLst/>
            <a:rect l="0" t="0" r="r" b="b"/>
            <a:pathLst>
              <a:path w="103357" h="92054">
                <a:moveTo>
                  <a:pt x="0" y="9956"/>
                </a:moveTo>
                <a:lnTo>
                  <a:pt x="94728" y="0"/>
                </a:lnTo>
                <a:lnTo>
                  <a:pt x="103357" y="82098"/>
                </a:lnTo>
                <a:lnTo>
                  <a:pt x="8629" y="92054"/>
                </a:lnTo>
                <a:close/>
              </a:path>
            </a:pathLst>
          </a:custGeom>
          <a:solidFill>
            <a:srgbClr val="6D402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30" name="Kształt 98"/>
          <p:cNvSpPr/>
          <p:nvPr/>
        </p:nvSpPr>
        <p:spPr>
          <a:xfrm>
            <a:off x="10773123" y="2944016"/>
            <a:ext cx="138935" cy="34383"/>
          </a:xfrm>
          <a:custGeom>
            <a:avLst/>
            <a:gdLst/>
            <a:ahLst/>
            <a:cxnLst/>
            <a:rect l="0" t="0" r="r" b="b"/>
            <a:pathLst>
              <a:path w="138935" h="34383">
                <a:moveTo>
                  <a:pt x="0" y="14603"/>
                </a:moveTo>
                <a:lnTo>
                  <a:pt x="138935" y="0"/>
                </a:lnTo>
                <a:lnTo>
                  <a:pt x="119155" y="24426"/>
                </a:lnTo>
                <a:lnTo>
                  <a:pt x="24426" y="34383"/>
                </a:lnTo>
                <a:close/>
              </a:path>
            </a:pathLst>
          </a:custGeom>
          <a:solidFill>
            <a:srgbClr val="855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31" name="Kształt 99"/>
          <p:cNvSpPr/>
          <p:nvPr/>
        </p:nvSpPr>
        <p:spPr>
          <a:xfrm>
            <a:off x="10773123" y="2958619"/>
            <a:ext cx="33055" cy="126304"/>
          </a:xfrm>
          <a:custGeom>
            <a:avLst/>
            <a:gdLst/>
            <a:ahLst/>
            <a:cxnLst/>
            <a:rect l="0" t="0" r="r" b="b"/>
            <a:pathLst>
              <a:path w="33055" h="126304">
                <a:moveTo>
                  <a:pt x="0" y="0"/>
                </a:moveTo>
                <a:lnTo>
                  <a:pt x="24426" y="19780"/>
                </a:lnTo>
                <a:lnTo>
                  <a:pt x="33055" y="101878"/>
                </a:lnTo>
                <a:lnTo>
                  <a:pt x="13275" y="126304"/>
                </a:lnTo>
                <a:close/>
              </a:path>
            </a:pathLst>
          </a:custGeom>
          <a:solidFill>
            <a:srgbClr val="7A4A2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32" name="Kształt 100"/>
          <p:cNvSpPr/>
          <p:nvPr/>
        </p:nvSpPr>
        <p:spPr>
          <a:xfrm>
            <a:off x="10892277" y="2944016"/>
            <a:ext cx="33055" cy="126304"/>
          </a:xfrm>
          <a:custGeom>
            <a:avLst/>
            <a:gdLst/>
            <a:ahLst/>
            <a:cxnLst/>
            <a:rect l="0" t="0" r="r" b="b"/>
            <a:pathLst>
              <a:path w="33055" h="126304">
                <a:moveTo>
                  <a:pt x="19780" y="0"/>
                </a:moveTo>
                <a:lnTo>
                  <a:pt x="33055" y="126304"/>
                </a:lnTo>
                <a:lnTo>
                  <a:pt x="8629" y="106524"/>
                </a:lnTo>
                <a:lnTo>
                  <a:pt x="0" y="24426"/>
                </a:lnTo>
                <a:close/>
              </a:path>
            </a:pathLst>
          </a:custGeom>
          <a:solidFill>
            <a:srgbClr val="5A332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33" name="Kształt 101"/>
          <p:cNvSpPr/>
          <p:nvPr/>
        </p:nvSpPr>
        <p:spPr>
          <a:xfrm>
            <a:off x="10786398" y="3050540"/>
            <a:ext cx="138935" cy="34383"/>
          </a:xfrm>
          <a:custGeom>
            <a:avLst/>
            <a:gdLst/>
            <a:ahLst/>
            <a:cxnLst/>
            <a:rect l="0" t="0" r="r" b="b"/>
            <a:pathLst>
              <a:path w="138935" h="34383">
                <a:moveTo>
                  <a:pt x="0" y="34383"/>
                </a:moveTo>
                <a:lnTo>
                  <a:pt x="19780" y="9956"/>
                </a:lnTo>
                <a:lnTo>
                  <a:pt x="114508" y="0"/>
                </a:lnTo>
                <a:lnTo>
                  <a:pt x="138935" y="19780"/>
                </a:lnTo>
                <a:close/>
              </a:path>
            </a:pathLst>
          </a:custGeom>
          <a:solidFill>
            <a:srgbClr val="4A2A1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34" name="Kształt 102"/>
          <p:cNvSpPr/>
          <p:nvPr/>
        </p:nvSpPr>
        <p:spPr>
          <a:xfrm>
            <a:off x="10797549" y="2968442"/>
            <a:ext cx="103357" cy="92054"/>
          </a:xfrm>
          <a:custGeom>
            <a:avLst/>
            <a:gdLst/>
            <a:ahLst/>
            <a:cxnLst/>
            <a:rect l="0" t="0" r="r" b="b"/>
            <a:pathLst>
              <a:path w="103357" h="92054">
                <a:moveTo>
                  <a:pt x="0" y="9956"/>
                </a:moveTo>
                <a:lnTo>
                  <a:pt x="94728" y="0"/>
                </a:lnTo>
                <a:lnTo>
                  <a:pt x="103357" y="82098"/>
                </a:lnTo>
                <a:lnTo>
                  <a:pt x="8629" y="92054"/>
                </a:lnTo>
                <a:close/>
              </a:path>
            </a:pathLst>
          </a:custGeom>
          <a:solidFill>
            <a:srgbClr val="6D402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35" name="Kształt 103"/>
          <p:cNvSpPr/>
          <p:nvPr/>
        </p:nvSpPr>
        <p:spPr>
          <a:xfrm>
            <a:off x="10787725" y="3082951"/>
            <a:ext cx="138935" cy="34383"/>
          </a:xfrm>
          <a:custGeom>
            <a:avLst/>
            <a:gdLst/>
            <a:ahLst/>
            <a:cxnLst/>
            <a:rect l="0" t="0" r="r" b="b"/>
            <a:pathLst>
              <a:path w="138935" h="34383">
                <a:moveTo>
                  <a:pt x="0" y="14603"/>
                </a:moveTo>
                <a:lnTo>
                  <a:pt x="138935" y="0"/>
                </a:lnTo>
                <a:lnTo>
                  <a:pt x="119155" y="24426"/>
                </a:lnTo>
                <a:lnTo>
                  <a:pt x="24426" y="34383"/>
                </a:lnTo>
                <a:close/>
              </a:path>
            </a:pathLst>
          </a:custGeom>
          <a:solidFill>
            <a:srgbClr val="855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36" name="Kształt 104"/>
          <p:cNvSpPr/>
          <p:nvPr/>
        </p:nvSpPr>
        <p:spPr>
          <a:xfrm>
            <a:off x="10787725" y="3097553"/>
            <a:ext cx="33055" cy="126304"/>
          </a:xfrm>
          <a:custGeom>
            <a:avLst/>
            <a:gdLst/>
            <a:ahLst/>
            <a:cxnLst/>
            <a:rect l="0" t="0" r="r" b="b"/>
            <a:pathLst>
              <a:path w="33055" h="126304">
                <a:moveTo>
                  <a:pt x="0" y="0"/>
                </a:moveTo>
                <a:lnTo>
                  <a:pt x="24426" y="19780"/>
                </a:lnTo>
                <a:lnTo>
                  <a:pt x="33055" y="101878"/>
                </a:lnTo>
                <a:lnTo>
                  <a:pt x="13275" y="126304"/>
                </a:lnTo>
                <a:close/>
              </a:path>
            </a:pathLst>
          </a:custGeom>
          <a:solidFill>
            <a:srgbClr val="7A4A2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37" name="Kształt 105"/>
          <p:cNvSpPr/>
          <p:nvPr/>
        </p:nvSpPr>
        <p:spPr>
          <a:xfrm>
            <a:off x="10906880" y="3082951"/>
            <a:ext cx="33055" cy="126304"/>
          </a:xfrm>
          <a:custGeom>
            <a:avLst/>
            <a:gdLst/>
            <a:ahLst/>
            <a:cxnLst/>
            <a:rect l="0" t="0" r="r" b="b"/>
            <a:pathLst>
              <a:path w="33055" h="126304">
                <a:moveTo>
                  <a:pt x="19780" y="0"/>
                </a:moveTo>
                <a:lnTo>
                  <a:pt x="33055" y="126304"/>
                </a:lnTo>
                <a:lnTo>
                  <a:pt x="8629" y="106524"/>
                </a:lnTo>
                <a:lnTo>
                  <a:pt x="0" y="24426"/>
                </a:lnTo>
                <a:close/>
              </a:path>
            </a:pathLst>
          </a:custGeom>
          <a:solidFill>
            <a:srgbClr val="5A332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38" name="Kształt 106"/>
          <p:cNvSpPr/>
          <p:nvPr/>
        </p:nvSpPr>
        <p:spPr>
          <a:xfrm>
            <a:off x="10801000" y="3189475"/>
            <a:ext cx="138935" cy="34383"/>
          </a:xfrm>
          <a:custGeom>
            <a:avLst/>
            <a:gdLst/>
            <a:ahLst/>
            <a:cxnLst/>
            <a:rect l="0" t="0" r="r" b="b"/>
            <a:pathLst>
              <a:path w="138935" h="34383">
                <a:moveTo>
                  <a:pt x="0" y="34383"/>
                </a:moveTo>
                <a:lnTo>
                  <a:pt x="19780" y="9956"/>
                </a:lnTo>
                <a:lnTo>
                  <a:pt x="114508" y="0"/>
                </a:lnTo>
                <a:lnTo>
                  <a:pt x="138935" y="19780"/>
                </a:lnTo>
                <a:close/>
              </a:path>
            </a:pathLst>
          </a:custGeom>
          <a:solidFill>
            <a:srgbClr val="4A2A1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39" name="Kształt 107"/>
          <p:cNvSpPr/>
          <p:nvPr/>
        </p:nvSpPr>
        <p:spPr>
          <a:xfrm>
            <a:off x="10812152" y="3107377"/>
            <a:ext cx="103357" cy="92054"/>
          </a:xfrm>
          <a:custGeom>
            <a:avLst/>
            <a:gdLst/>
            <a:ahLst/>
            <a:cxnLst/>
            <a:rect l="0" t="0" r="r" b="b"/>
            <a:pathLst>
              <a:path w="103357" h="92054">
                <a:moveTo>
                  <a:pt x="0" y="9956"/>
                </a:moveTo>
                <a:lnTo>
                  <a:pt x="94728" y="0"/>
                </a:lnTo>
                <a:lnTo>
                  <a:pt x="103357" y="82098"/>
                </a:lnTo>
                <a:lnTo>
                  <a:pt x="8629" y="92054"/>
                </a:lnTo>
                <a:close/>
              </a:path>
            </a:pathLst>
          </a:custGeom>
          <a:solidFill>
            <a:srgbClr val="6D402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40" name="Kształt 108"/>
          <p:cNvSpPr/>
          <p:nvPr/>
        </p:nvSpPr>
        <p:spPr>
          <a:xfrm>
            <a:off x="10497605" y="2817332"/>
            <a:ext cx="161806" cy="465315"/>
          </a:xfrm>
          <a:custGeom>
            <a:avLst/>
            <a:gdLst/>
            <a:ahLst/>
            <a:cxnLst/>
            <a:rect l="0" t="0" r="r" b="b"/>
            <a:pathLst>
              <a:path w="161806" h="465315">
                <a:moveTo>
                  <a:pt x="0" y="10620"/>
                </a:moveTo>
                <a:lnTo>
                  <a:pt x="101043" y="0"/>
                </a:lnTo>
                <a:lnTo>
                  <a:pt x="80429" y="46862"/>
                </a:lnTo>
                <a:lnTo>
                  <a:pt x="136261" y="92073"/>
                </a:lnTo>
                <a:lnTo>
                  <a:pt x="97364" y="147241"/>
                </a:lnTo>
                <a:lnTo>
                  <a:pt x="153196" y="192453"/>
                </a:lnTo>
                <a:lnTo>
                  <a:pt x="114299" y="247621"/>
                </a:lnTo>
                <a:lnTo>
                  <a:pt x="157501" y="294160"/>
                </a:lnTo>
                <a:lnTo>
                  <a:pt x="112289" y="349992"/>
                </a:lnTo>
                <a:lnTo>
                  <a:pt x="161806" y="395867"/>
                </a:lnTo>
                <a:lnTo>
                  <a:pt x="129888" y="456687"/>
                </a:lnTo>
                <a:lnTo>
                  <a:pt x="47790" y="465315"/>
                </a:lnTo>
                <a:close/>
              </a:path>
            </a:pathLst>
          </a:custGeom>
          <a:solidFill>
            <a:srgbClr val="C9CCD2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41" name="Kształt 109"/>
          <p:cNvSpPr/>
          <p:nvPr/>
        </p:nvSpPr>
        <p:spPr>
          <a:xfrm>
            <a:off x="10498269" y="2826302"/>
            <a:ext cx="136545" cy="450030"/>
          </a:xfrm>
          <a:custGeom>
            <a:avLst/>
            <a:gdLst/>
            <a:ahLst/>
            <a:cxnLst/>
            <a:rect l="0" t="0" r="r" b="b"/>
            <a:pathLst>
              <a:path w="136545" h="450030">
                <a:moveTo>
                  <a:pt x="0" y="7965"/>
                </a:moveTo>
                <a:lnTo>
                  <a:pt x="75783" y="0"/>
                </a:lnTo>
                <a:lnTo>
                  <a:pt x="61483" y="46198"/>
                </a:lnTo>
                <a:lnTo>
                  <a:pt x="111000" y="92073"/>
                </a:lnTo>
                <a:lnTo>
                  <a:pt x="78419" y="146577"/>
                </a:lnTo>
                <a:lnTo>
                  <a:pt x="127935" y="192453"/>
                </a:lnTo>
                <a:lnTo>
                  <a:pt x="95354" y="246957"/>
                </a:lnTo>
                <a:lnTo>
                  <a:pt x="132240" y="294160"/>
                </a:lnTo>
                <a:lnTo>
                  <a:pt x="93343" y="349328"/>
                </a:lnTo>
                <a:lnTo>
                  <a:pt x="136545" y="395867"/>
                </a:lnTo>
                <a:lnTo>
                  <a:pt x="109615" y="443392"/>
                </a:lnTo>
                <a:lnTo>
                  <a:pt x="46463" y="450030"/>
                </a:lnTo>
                <a:close/>
              </a:path>
            </a:pathLst>
          </a:custGeom>
          <a:solidFill>
            <a:srgbClr val="E8EAE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42" name="Kształt 110"/>
          <p:cNvSpPr/>
          <p:nvPr/>
        </p:nvSpPr>
        <p:spPr>
          <a:xfrm>
            <a:off x="10578679" y="2991825"/>
            <a:ext cx="29243" cy="63152"/>
          </a:xfrm>
          <a:custGeom>
            <a:avLst/>
            <a:gdLst/>
            <a:ahLst/>
            <a:cxnLst/>
            <a:rect l="0" t="0" r="r" b="b"/>
            <a:pathLst>
              <a:path w="29243" h="63152">
                <a:moveTo>
                  <a:pt x="0" y="0"/>
                </a:moveTo>
                <a:lnTo>
                  <a:pt x="29243" y="35236"/>
                </a:lnTo>
                <a:lnTo>
                  <a:pt x="6638" y="63152"/>
                </a:lnTo>
                <a:close/>
              </a:path>
            </a:pathLst>
          </a:cu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43" name="Kształt 111"/>
          <p:cNvSpPr/>
          <p:nvPr/>
        </p:nvSpPr>
        <p:spPr>
          <a:xfrm>
            <a:off x="10561421" y="2751525"/>
            <a:ext cx="97061" cy="81434"/>
          </a:xfrm>
          <a:custGeom>
            <a:avLst/>
            <a:gdLst/>
            <a:ahLst/>
            <a:cxnLst/>
            <a:rect l="0" t="0" r="r" b="b"/>
            <a:pathLst>
              <a:path w="97061" h="81434">
                <a:moveTo>
                  <a:pt x="0" y="76105"/>
                </a:moveTo>
                <a:lnTo>
                  <a:pt x="7320" y="24256"/>
                </a:lnTo>
                <a:lnTo>
                  <a:pt x="55851" y="0"/>
                </a:lnTo>
                <a:lnTo>
                  <a:pt x="97061" y="27594"/>
                </a:lnTo>
                <a:lnTo>
                  <a:pt x="56173" y="63816"/>
                </a:lnTo>
                <a:lnTo>
                  <a:pt x="70795" y="81434"/>
                </a:lnTo>
                <a:close/>
              </a:path>
            </a:pathLst>
          </a:custGeom>
          <a:solidFill>
            <a:srgbClr val="C9CCD2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44" name="Kształt 112"/>
          <p:cNvSpPr/>
          <p:nvPr/>
        </p:nvSpPr>
        <p:spPr>
          <a:xfrm rot="21240000">
            <a:off x="9697424" y="2847510"/>
            <a:ext cx="889000" cy="482600"/>
          </a:xfrm>
          <a:prstGeom prst="roundRect">
            <a:avLst>
              <a:gd name="adj" fmla="val 7895"/>
            </a:avLst>
          </a:prstGeom>
          <a:solidFill>
            <a:srgbClr val="E2932B"/>
          </a:solidFill>
          <a:ln>
            <a:noFill/>
          </a:ln>
          <a:effectLst>
            <a:outerShdw blurRad="76200" dist="50800" dir="5400000" algn="ctr" rotWithShape="0">
              <a:srgbClr val="000000">
                <a:alpha val="13300"/>
              </a:srgbClr>
            </a:outerShdw>
          </a:effectLst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45" name="Linia 2"/>
          <p:cNvSpPr/>
          <p:nvPr/>
        </p:nvSpPr>
        <p:spPr>
          <a:xfrm rot="21240000">
            <a:off x="9699511" y="2887335"/>
            <a:ext cx="127000" cy="482600"/>
          </a:xfrm>
          <a:prstGeom prst="rect">
            <a:avLst/>
          </a:prstGeom>
          <a:solidFill>
            <a:srgbClr val="D6B15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46" name="Tekst: A"/>
          <p:cNvSpPr txBox="1"/>
          <p:nvPr/>
        </p:nvSpPr>
        <p:spPr>
          <a:xfrm rot="21240000">
            <a:off x="9894576" y="2904702"/>
            <a:ext cx="366415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2000" kern="100" dirty="0">
                <a:solidFill>
                  <a:srgbClr val="FFFFFF"/>
                </a:solidFill>
                <a:latin typeface="Lato Black"/>
                <a:cs typeface="Lato Black"/>
              </a:rPr>
              <a:t>A</a:t>
            </a:r>
            <a:endParaRPr lang="pl-PL" sz="2000" kern="100" dirty="0">
              <a:solidFill>
                <a:srgbClr val="FFFFFF"/>
              </a:solidFill>
              <a:latin typeface="Lato Black"/>
              <a:cs typeface="Lato Black"/>
            </a:endParaRPr>
          </a:p>
        </p:txBody>
      </p:sp>
      <p:sp>
        <p:nvSpPr>
          <p:cNvPr id="147" name="Tekst: GORZKA 70%"/>
          <p:cNvSpPr txBox="1"/>
          <p:nvPr/>
        </p:nvSpPr>
        <p:spPr>
          <a:xfrm rot="21240000">
            <a:off x="9914849" y="3152130"/>
            <a:ext cx="833913" cy="990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650" kern="100" spc="33" dirty="0">
                <a:solidFill>
                  <a:srgbClr val="FFFFFF"/>
                </a:solidFill>
                <a:latin typeface="Lato Black"/>
                <a:cs typeface="Lato Black"/>
              </a:rPr>
              <a:t>GORZKA 70%</a:t>
            </a:r>
            <a:endParaRPr lang="pl-PL" sz="650" kern="100" spc="33" dirty="0">
              <a:solidFill>
                <a:srgbClr val="FFFFFF"/>
              </a:solidFill>
              <a:latin typeface="Lato Black"/>
              <a:cs typeface="Lato Black"/>
            </a:endParaRPr>
          </a:p>
        </p:txBody>
      </p:sp>
      <p:sp>
        <p:nvSpPr>
          <p:cNvPr id="148" name="Tekst: Czekolada gorzka 70%"/>
          <p:cNvSpPr txBox="1"/>
          <p:nvPr/>
        </p:nvSpPr>
        <p:spPr>
          <a:xfrm>
            <a:off x="9569449" y="3451225"/>
            <a:ext cx="1675448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000" b="1" kern="100" dirty="0">
                <a:solidFill>
                  <a:srgbClr val="1C1C1C"/>
                </a:solidFill>
                <a:latin typeface="Lato"/>
                <a:cs typeface="Lato"/>
              </a:rPr>
              <a:t>Czekolada gorzka 70%</a:t>
            </a:r>
            <a:endParaRPr lang="pl-PL" sz="1000" b="1" kern="100" dirty="0">
              <a:solidFill>
                <a:srgbClr val="1C1C1C"/>
              </a:solidFill>
              <a:latin typeface="Lato"/>
              <a:cs typeface="Lato"/>
            </a:endParaRPr>
          </a:p>
        </p:txBody>
      </p:sp>
      <p:sp>
        <p:nvSpPr>
          <p:cNvPr id="149" name="Tekst: marka A · 100 g"/>
          <p:cNvSpPr txBox="1"/>
          <p:nvPr/>
        </p:nvSpPr>
        <p:spPr>
          <a:xfrm>
            <a:off x="9569449" y="3621087"/>
            <a:ext cx="1498600" cy="1219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800" kern="100" dirty="0">
                <a:solidFill>
                  <a:srgbClr val="888888"/>
                </a:solidFill>
                <a:latin typeface="Lato"/>
                <a:cs typeface="Lato"/>
              </a:rPr>
              <a:t>marka A · 100 g</a:t>
            </a:r>
            <a:endParaRPr lang="pl-PL" sz="800" kern="100" dirty="0">
              <a:solidFill>
                <a:srgbClr val="888888"/>
              </a:solidFill>
              <a:latin typeface="Lato"/>
              <a:cs typeface="Lato"/>
            </a:endParaRPr>
          </a:p>
        </p:txBody>
      </p:sp>
      <p:sp>
        <p:nvSpPr>
          <p:cNvPr id="150" name="Tekst: 7,29 zł"/>
          <p:cNvSpPr txBox="1"/>
          <p:nvPr/>
        </p:nvSpPr>
        <p:spPr>
          <a:xfrm>
            <a:off x="9569871" y="3822700"/>
            <a:ext cx="656332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100" b="1" kern="100" dirty="0">
                <a:solidFill>
                  <a:srgbClr val="1C1C1C"/>
                </a:solidFill>
                <a:latin typeface="Lato"/>
                <a:cs typeface="Lato"/>
              </a:rPr>
              <a:t>7,29 zł</a:t>
            </a:r>
            <a:endParaRPr lang="pl-PL" sz="1100" b="1" kern="100" dirty="0">
              <a:solidFill>
                <a:srgbClr val="1C1C1C"/>
              </a:solidFill>
              <a:latin typeface="Lato"/>
              <a:cs typeface="Lato"/>
            </a:endParaRPr>
          </a:p>
        </p:txBody>
      </p:sp>
      <p:sp>
        <p:nvSpPr>
          <p:cNvPr id="151" name="Kształt 113"/>
          <p:cNvSpPr/>
          <p:nvPr/>
        </p:nvSpPr>
        <p:spPr>
          <a:xfrm>
            <a:off x="10864850" y="3803650"/>
            <a:ext cx="203200" cy="203200"/>
          </a:xfrm>
          <a:prstGeom prst="ellipse">
            <a:avLst/>
          </a:prstGeom>
          <a:solidFill>
            <a:srgbClr val="F1F1F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52" name="Tekst: + 2"/>
          <p:cNvSpPr txBox="1"/>
          <p:nvPr/>
        </p:nvSpPr>
        <p:spPr>
          <a:xfrm>
            <a:off x="10864850" y="3817937"/>
            <a:ext cx="254080" cy="1752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150" b="1" kern="100" dirty="0">
                <a:solidFill>
                  <a:srgbClr val="151515"/>
                </a:solidFill>
                <a:latin typeface="Lato"/>
                <a:cs typeface="Lato"/>
              </a:rPr>
              <a:t>+</a:t>
            </a:r>
            <a:endParaRPr lang="pl-PL" sz="1150" b="1" kern="100" dirty="0">
              <a:solidFill>
                <a:srgbClr val="151515"/>
              </a:solidFill>
              <a:latin typeface="Lato"/>
              <a:cs typeface="Lato"/>
            </a:endParaRPr>
          </a:p>
        </p:txBody>
      </p:sp>
      <p:sp>
        <p:nvSpPr>
          <p:cNvPr id="153" name="Kształt 114"/>
          <p:cNvSpPr/>
          <p:nvPr/>
        </p:nvSpPr>
        <p:spPr>
          <a:xfrm>
            <a:off x="7699375" y="4210050"/>
            <a:ext cx="1682750" cy="1441450"/>
          </a:xfrm>
          <a:prstGeom prst="roundRect">
            <a:avLst>
              <a:gd name="adj" fmla="val 6140"/>
            </a:avLst>
          </a:prstGeom>
          <a:noFill/>
          <a:ln w="6350">
            <a:solidFill>
              <a:srgbClr val="E6E6E6"/>
            </a:solidFill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54" name="Kształt 115"/>
          <p:cNvSpPr/>
          <p:nvPr/>
        </p:nvSpPr>
        <p:spPr>
          <a:xfrm>
            <a:off x="7791450" y="4289425"/>
            <a:ext cx="1498600" cy="635000"/>
          </a:xfrm>
          <a:prstGeom prst="roundRect">
            <a:avLst>
              <a:gd name="adj" fmla="val 10000"/>
            </a:avLst>
          </a:prstGeom>
          <a:solidFill>
            <a:srgbClr val="F6F3E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55" name="Kształt 116"/>
          <p:cNvSpPr/>
          <p:nvPr/>
        </p:nvSpPr>
        <p:spPr>
          <a:xfrm>
            <a:off x="8712891" y="4738976"/>
            <a:ext cx="458678" cy="85682"/>
          </a:xfrm>
          <a:custGeom>
            <a:avLst/>
            <a:gdLst/>
            <a:ahLst/>
            <a:cxnLst/>
            <a:rect l="0" t="0" r="r" b="b"/>
            <a:pathLst>
              <a:path w="458678" h="85682">
                <a:moveTo>
                  <a:pt x="0" y="47790"/>
                </a:moveTo>
                <a:lnTo>
                  <a:pt x="454695" y="0"/>
                </a:lnTo>
                <a:lnTo>
                  <a:pt x="458678" y="37891"/>
                </a:lnTo>
                <a:lnTo>
                  <a:pt x="3983" y="85682"/>
                </a:lnTo>
                <a:close/>
              </a:path>
            </a:pathLst>
          </a:custGeom>
          <a:solidFill>
            <a:srgbClr val="3D221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56" name="Kształt 117"/>
          <p:cNvSpPr/>
          <p:nvPr/>
        </p:nvSpPr>
        <p:spPr>
          <a:xfrm>
            <a:off x="8670411" y="4334802"/>
            <a:ext cx="498503" cy="464595"/>
          </a:xfrm>
          <a:custGeom>
            <a:avLst/>
            <a:gdLst/>
            <a:ahLst/>
            <a:cxnLst/>
            <a:rect l="0" t="0" r="r" b="b"/>
            <a:pathLst>
              <a:path w="498503" h="464595">
                <a:moveTo>
                  <a:pt x="0" y="47790"/>
                </a:moveTo>
                <a:lnTo>
                  <a:pt x="454695" y="0"/>
                </a:lnTo>
                <a:lnTo>
                  <a:pt x="498503" y="416804"/>
                </a:lnTo>
                <a:lnTo>
                  <a:pt x="43808" y="464595"/>
                </a:lnTo>
                <a:close/>
              </a:path>
            </a:pathLst>
          </a:custGeom>
          <a:solidFill>
            <a:srgbClr val="331C1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57" name="Kształt 118"/>
          <p:cNvSpPr/>
          <p:nvPr/>
        </p:nvSpPr>
        <p:spPr>
          <a:xfrm>
            <a:off x="8677390" y="4373641"/>
            <a:ext cx="138935" cy="34383"/>
          </a:xfrm>
          <a:custGeom>
            <a:avLst/>
            <a:gdLst/>
            <a:ahLst/>
            <a:cxnLst/>
            <a:rect l="0" t="0" r="r" b="b"/>
            <a:pathLst>
              <a:path w="138935" h="34383">
                <a:moveTo>
                  <a:pt x="0" y="14603"/>
                </a:moveTo>
                <a:lnTo>
                  <a:pt x="138935" y="0"/>
                </a:lnTo>
                <a:lnTo>
                  <a:pt x="119155" y="24426"/>
                </a:lnTo>
                <a:lnTo>
                  <a:pt x="24426" y="34383"/>
                </a:lnTo>
                <a:close/>
              </a:path>
            </a:pathLst>
          </a:custGeom>
          <a:solidFill>
            <a:srgbClr val="855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58" name="Kształt 119"/>
          <p:cNvSpPr/>
          <p:nvPr/>
        </p:nvSpPr>
        <p:spPr>
          <a:xfrm>
            <a:off x="8677390" y="4388244"/>
            <a:ext cx="33055" cy="126304"/>
          </a:xfrm>
          <a:custGeom>
            <a:avLst/>
            <a:gdLst/>
            <a:ahLst/>
            <a:cxnLst/>
            <a:rect l="0" t="0" r="r" b="b"/>
            <a:pathLst>
              <a:path w="33055" h="126304">
                <a:moveTo>
                  <a:pt x="0" y="0"/>
                </a:moveTo>
                <a:lnTo>
                  <a:pt x="24426" y="19780"/>
                </a:lnTo>
                <a:lnTo>
                  <a:pt x="33055" y="101878"/>
                </a:lnTo>
                <a:lnTo>
                  <a:pt x="13275" y="126304"/>
                </a:lnTo>
                <a:close/>
              </a:path>
            </a:pathLst>
          </a:custGeom>
          <a:solidFill>
            <a:srgbClr val="7A4A2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59" name="Kształt 120"/>
          <p:cNvSpPr/>
          <p:nvPr/>
        </p:nvSpPr>
        <p:spPr>
          <a:xfrm>
            <a:off x="8796545" y="4373641"/>
            <a:ext cx="33055" cy="126304"/>
          </a:xfrm>
          <a:custGeom>
            <a:avLst/>
            <a:gdLst/>
            <a:ahLst/>
            <a:cxnLst/>
            <a:rect l="0" t="0" r="r" b="b"/>
            <a:pathLst>
              <a:path w="33055" h="126304">
                <a:moveTo>
                  <a:pt x="19780" y="0"/>
                </a:moveTo>
                <a:lnTo>
                  <a:pt x="33055" y="126304"/>
                </a:lnTo>
                <a:lnTo>
                  <a:pt x="8629" y="106524"/>
                </a:lnTo>
                <a:lnTo>
                  <a:pt x="0" y="24426"/>
                </a:lnTo>
                <a:close/>
              </a:path>
            </a:pathLst>
          </a:custGeom>
          <a:solidFill>
            <a:srgbClr val="5A332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60" name="Kształt 121"/>
          <p:cNvSpPr/>
          <p:nvPr/>
        </p:nvSpPr>
        <p:spPr>
          <a:xfrm>
            <a:off x="8690665" y="4480166"/>
            <a:ext cx="138935" cy="34383"/>
          </a:xfrm>
          <a:custGeom>
            <a:avLst/>
            <a:gdLst/>
            <a:ahLst/>
            <a:cxnLst/>
            <a:rect l="0" t="0" r="r" b="b"/>
            <a:pathLst>
              <a:path w="138935" h="34383">
                <a:moveTo>
                  <a:pt x="0" y="34383"/>
                </a:moveTo>
                <a:lnTo>
                  <a:pt x="19780" y="9956"/>
                </a:lnTo>
                <a:lnTo>
                  <a:pt x="114508" y="0"/>
                </a:lnTo>
                <a:lnTo>
                  <a:pt x="138935" y="19780"/>
                </a:lnTo>
                <a:close/>
              </a:path>
            </a:pathLst>
          </a:custGeom>
          <a:solidFill>
            <a:srgbClr val="4A2A1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61" name="Kształt 122"/>
          <p:cNvSpPr/>
          <p:nvPr/>
        </p:nvSpPr>
        <p:spPr>
          <a:xfrm>
            <a:off x="8701816" y="4398068"/>
            <a:ext cx="103357" cy="92054"/>
          </a:xfrm>
          <a:custGeom>
            <a:avLst/>
            <a:gdLst/>
            <a:ahLst/>
            <a:cxnLst/>
            <a:rect l="0" t="0" r="r" b="b"/>
            <a:pathLst>
              <a:path w="103357" h="92054">
                <a:moveTo>
                  <a:pt x="0" y="9956"/>
                </a:moveTo>
                <a:lnTo>
                  <a:pt x="94728" y="0"/>
                </a:lnTo>
                <a:lnTo>
                  <a:pt x="103357" y="82098"/>
                </a:lnTo>
                <a:lnTo>
                  <a:pt x="8629" y="92054"/>
                </a:lnTo>
                <a:close/>
              </a:path>
            </a:pathLst>
          </a:custGeom>
          <a:solidFill>
            <a:srgbClr val="6D402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62" name="Kształt 123"/>
          <p:cNvSpPr/>
          <p:nvPr/>
        </p:nvSpPr>
        <p:spPr>
          <a:xfrm>
            <a:off x="8691993" y="4512576"/>
            <a:ext cx="138935" cy="34383"/>
          </a:xfrm>
          <a:custGeom>
            <a:avLst/>
            <a:gdLst/>
            <a:ahLst/>
            <a:cxnLst/>
            <a:rect l="0" t="0" r="r" b="b"/>
            <a:pathLst>
              <a:path w="138935" h="34383">
                <a:moveTo>
                  <a:pt x="0" y="14603"/>
                </a:moveTo>
                <a:lnTo>
                  <a:pt x="138935" y="0"/>
                </a:lnTo>
                <a:lnTo>
                  <a:pt x="119155" y="24426"/>
                </a:lnTo>
                <a:lnTo>
                  <a:pt x="24426" y="34383"/>
                </a:lnTo>
                <a:close/>
              </a:path>
            </a:pathLst>
          </a:custGeom>
          <a:solidFill>
            <a:srgbClr val="855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63" name="Kształt 124"/>
          <p:cNvSpPr/>
          <p:nvPr/>
        </p:nvSpPr>
        <p:spPr>
          <a:xfrm>
            <a:off x="8691993" y="4527179"/>
            <a:ext cx="33055" cy="126304"/>
          </a:xfrm>
          <a:custGeom>
            <a:avLst/>
            <a:gdLst/>
            <a:ahLst/>
            <a:cxnLst/>
            <a:rect l="0" t="0" r="r" b="b"/>
            <a:pathLst>
              <a:path w="33055" h="126304">
                <a:moveTo>
                  <a:pt x="0" y="0"/>
                </a:moveTo>
                <a:lnTo>
                  <a:pt x="24426" y="19780"/>
                </a:lnTo>
                <a:lnTo>
                  <a:pt x="33055" y="101878"/>
                </a:lnTo>
                <a:lnTo>
                  <a:pt x="13275" y="126304"/>
                </a:lnTo>
                <a:close/>
              </a:path>
            </a:pathLst>
          </a:custGeom>
          <a:solidFill>
            <a:srgbClr val="7A4A2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64" name="Kształt 125"/>
          <p:cNvSpPr/>
          <p:nvPr/>
        </p:nvSpPr>
        <p:spPr>
          <a:xfrm>
            <a:off x="8811147" y="4512576"/>
            <a:ext cx="33055" cy="126304"/>
          </a:xfrm>
          <a:custGeom>
            <a:avLst/>
            <a:gdLst/>
            <a:ahLst/>
            <a:cxnLst/>
            <a:rect l="0" t="0" r="r" b="b"/>
            <a:pathLst>
              <a:path w="33055" h="126304">
                <a:moveTo>
                  <a:pt x="19780" y="0"/>
                </a:moveTo>
                <a:lnTo>
                  <a:pt x="33055" y="126304"/>
                </a:lnTo>
                <a:lnTo>
                  <a:pt x="8629" y="106524"/>
                </a:lnTo>
                <a:lnTo>
                  <a:pt x="0" y="24426"/>
                </a:lnTo>
                <a:close/>
              </a:path>
            </a:pathLst>
          </a:custGeom>
          <a:solidFill>
            <a:srgbClr val="5A332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65" name="Kształt 126"/>
          <p:cNvSpPr/>
          <p:nvPr/>
        </p:nvSpPr>
        <p:spPr>
          <a:xfrm>
            <a:off x="8705268" y="4619100"/>
            <a:ext cx="138935" cy="34383"/>
          </a:xfrm>
          <a:custGeom>
            <a:avLst/>
            <a:gdLst/>
            <a:ahLst/>
            <a:cxnLst/>
            <a:rect l="0" t="0" r="r" b="b"/>
            <a:pathLst>
              <a:path w="138935" h="34383">
                <a:moveTo>
                  <a:pt x="0" y="34383"/>
                </a:moveTo>
                <a:lnTo>
                  <a:pt x="19780" y="9956"/>
                </a:lnTo>
                <a:lnTo>
                  <a:pt x="114508" y="0"/>
                </a:lnTo>
                <a:lnTo>
                  <a:pt x="138935" y="19780"/>
                </a:lnTo>
                <a:close/>
              </a:path>
            </a:pathLst>
          </a:custGeom>
          <a:solidFill>
            <a:srgbClr val="4A2A1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66" name="Kształt 127"/>
          <p:cNvSpPr/>
          <p:nvPr/>
        </p:nvSpPr>
        <p:spPr>
          <a:xfrm>
            <a:off x="8716419" y="4537003"/>
            <a:ext cx="103357" cy="92054"/>
          </a:xfrm>
          <a:custGeom>
            <a:avLst/>
            <a:gdLst/>
            <a:ahLst/>
            <a:cxnLst/>
            <a:rect l="0" t="0" r="r" b="b"/>
            <a:pathLst>
              <a:path w="103357" h="92054">
                <a:moveTo>
                  <a:pt x="0" y="9956"/>
                </a:moveTo>
                <a:lnTo>
                  <a:pt x="94728" y="0"/>
                </a:lnTo>
                <a:lnTo>
                  <a:pt x="103357" y="82098"/>
                </a:lnTo>
                <a:lnTo>
                  <a:pt x="8629" y="92054"/>
                </a:lnTo>
                <a:close/>
              </a:path>
            </a:pathLst>
          </a:custGeom>
          <a:solidFill>
            <a:srgbClr val="6D402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67" name="Kształt 128"/>
          <p:cNvSpPr/>
          <p:nvPr/>
        </p:nvSpPr>
        <p:spPr>
          <a:xfrm>
            <a:off x="8706595" y="4651511"/>
            <a:ext cx="138935" cy="34383"/>
          </a:xfrm>
          <a:custGeom>
            <a:avLst/>
            <a:gdLst/>
            <a:ahLst/>
            <a:cxnLst/>
            <a:rect l="0" t="0" r="r" b="b"/>
            <a:pathLst>
              <a:path w="138935" h="34383">
                <a:moveTo>
                  <a:pt x="0" y="14603"/>
                </a:moveTo>
                <a:lnTo>
                  <a:pt x="138935" y="0"/>
                </a:lnTo>
                <a:lnTo>
                  <a:pt x="119155" y="24426"/>
                </a:lnTo>
                <a:lnTo>
                  <a:pt x="24426" y="34383"/>
                </a:lnTo>
                <a:close/>
              </a:path>
            </a:pathLst>
          </a:custGeom>
          <a:solidFill>
            <a:srgbClr val="855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68" name="Kształt 129"/>
          <p:cNvSpPr/>
          <p:nvPr/>
        </p:nvSpPr>
        <p:spPr>
          <a:xfrm>
            <a:off x="8706595" y="4666114"/>
            <a:ext cx="33055" cy="126304"/>
          </a:xfrm>
          <a:custGeom>
            <a:avLst/>
            <a:gdLst/>
            <a:ahLst/>
            <a:cxnLst/>
            <a:rect l="0" t="0" r="r" b="b"/>
            <a:pathLst>
              <a:path w="33055" h="126304">
                <a:moveTo>
                  <a:pt x="0" y="0"/>
                </a:moveTo>
                <a:lnTo>
                  <a:pt x="24426" y="19780"/>
                </a:lnTo>
                <a:lnTo>
                  <a:pt x="33055" y="101878"/>
                </a:lnTo>
                <a:lnTo>
                  <a:pt x="13275" y="126304"/>
                </a:lnTo>
                <a:close/>
              </a:path>
            </a:pathLst>
          </a:custGeom>
          <a:solidFill>
            <a:srgbClr val="7A4A2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69" name="Kształt 130"/>
          <p:cNvSpPr/>
          <p:nvPr/>
        </p:nvSpPr>
        <p:spPr>
          <a:xfrm>
            <a:off x="8825750" y="4651511"/>
            <a:ext cx="33055" cy="126304"/>
          </a:xfrm>
          <a:custGeom>
            <a:avLst/>
            <a:gdLst/>
            <a:ahLst/>
            <a:cxnLst/>
            <a:rect l="0" t="0" r="r" b="b"/>
            <a:pathLst>
              <a:path w="33055" h="126304">
                <a:moveTo>
                  <a:pt x="19780" y="0"/>
                </a:moveTo>
                <a:lnTo>
                  <a:pt x="33055" y="126304"/>
                </a:lnTo>
                <a:lnTo>
                  <a:pt x="8629" y="106524"/>
                </a:lnTo>
                <a:lnTo>
                  <a:pt x="0" y="24426"/>
                </a:lnTo>
                <a:close/>
              </a:path>
            </a:pathLst>
          </a:custGeom>
          <a:solidFill>
            <a:srgbClr val="5A332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70" name="Kształt 131"/>
          <p:cNvSpPr/>
          <p:nvPr/>
        </p:nvSpPr>
        <p:spPr>
          <a:xfrm>
            <a:off x="8719870" y="4758035"/>
            <a:ext cx="138935" cy="34383"/>
          </a:xfrm>
          <a:custGeom>
            <a:avLst/>
            <a:gdLst/>
            <a:ahLst/>
            <a:cxnLst/>
            <a:rect l="0" t="0" r="r" b="b"/>
            <a:pathLst>
              <a:path w="138935" h="34383">
                <a:moveTo>
                  <a:pt x="0" y="34383"/>
                </a:moveTo>
                <a:lnTo>
                  <a:pt x="19780" y="9956"/>
                </a:lnTo>
                <a:lnTo>
                  <a:pt x="114508" y="0"/>
                </a:lnTo>
                <a:lnTo>
                  <a:pt x="138935" y="19780"/>
                </a:lnTo>
                <a:close/>
              </a:path>
            </a:pathLst>
          </a:custGeom>
          <a:solidFill>
            <a:srgbClr val="4A2A1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71" name="Kształt 132"/>
          <p:cNvSpPr/>
          <p:nvPr/>
        </p:nvSpPr>
        <p:spPr>
          <a:xfrm>
            <a:off x="8731022" y="4675937"/>
            <a:ext cx="103357" cy="92054"/>
          </a:xfrm>
          <a:custGeom>
            <a:avLst/>
            <a:gdLst/>
            <a:ahLst/>
            <a:cxnLst/>
            <a:rect l="0" t="0" r="r" b="b"/>
            <a:pathLst>
              <a:path w="103357" h="92054">
                <a:moveTo>
                  <a:pt x="0" y="9956"/>
                </a:moveTo>
                <a:lnTo>
                  <a:pt x="94728" y="0"/>
                </a:lnTo>
                <a:lnTo>
                  <a:pt x="103357" y="82098"/>
                </a:lnTo>
                <a:lnTo>
                  <a:pt x="8629" y="92054"/>
                </a:lnTo>
                <a:close/>
              </a:path>
            </a:pathLst>
          </a:custGeom>
          <a:solidFill>
            <a:srgbClr val="6D402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72" name="Kształt 133"/>
          <p:cNvSpPr/>
          <p:nvPr/>
        </p:nvSpPr>
        <p:spPr>
          <a:xfrm>
            <a:off x="8828955" y="4357711"/>
            <a:ext cx="138935" cy="34383"/>
          </a:xfrm>
          <a:custGeom>
            <a:avLst/>
            <a:gdLst/>
            <a:ahLst/>
            <a:cxnLst/>
            <a:rect l="0" t="0" r="r" b="b"/>
            <a:pathLst>
              <a:path w="138935" h="34383">
                <a:moveTo>
                  <a:pt x="0" y="14603"/>
                </a:moveTo>
                <a:lnTo>
                  <a:pt x="138935" y="0"/>
                </a:lnTo>
                <a:lnTo>
                  <a:pt x="119155" y="24426"/>
                </a:lnTo>
                <a:lnTo>
                  <a:pt x="24426" y="34383"/>
                </a:lnTo>
                <a:close/>
              </a:path>
            </a:pathLst>
          </a:custGeom>
          <a:solidFill>
            <a:srgbClr val="855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73" name="Kształt 134"/>
          <p:cNvSpPr/>
          <p:nvPr/>
        </p:nvSpPr>
        <p:spPr>
          <a:xfrm>
            <a:off x="8828955" y="4372314"/>
            <a:ext cx="33055" cy="126304"/>
          </a:xfrm>
          <a:custGeom>
            <a:avLst/>
            <a:gdLst/>
            <a:ahLst/>
            <a:cxnLst/>
            <a:rect l="0" t="0" r="r" b="b"/>
            <a:pathLst>
              <a:path w="33055" h="126304">
                <a:moveTo>
                  <a:pt x="0" y="0"/>
                </a:moveTo>
                <a:lnTo>
                  <a:pt x="24426" y="19780"/>
                </a:lnTo>
                <a:lnTo>
                  <a:pt x="33055" y="101878"/>
                </a:lnTo>
                <a:lnTo>
                  <a:pt x="13275" y="126304"/>
                </a:lnTo>
                <a:close/>
              </a:path>
            </a:pathLst>
          </a:custGeom>
          <a:solidFill>
            <a:srgbClr val="7A4A2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74" name="Kształt 135"/>
          <p:cNvSpPr/>
          <p:nvPr/>
        </p:nvSpPr>
        <p:spPr>
          <a:xfrm>
            <a:off x="8948110" y="4357711"/>
            <a:ext cx="33055" cy="126304"/>
          </a:xfrm>
          <a:custGeom>
            <a:avLst/>
            <a:gdLst/>
            <a:ahLst/>
            <a:cxnLst/>
            <a:rect l="0" t="0" r="r" b="b"/>
            <a:pathLst>
              <a:path w="33055" h="126304">
                <a:moveTo>
                  <a:pt x="19780" y="0"/>
                </a:moveTo>
                <a:lnTo>
                  <a:pt x="33055" y="126304"/>
                </a:lnTo>
                <a:lnTo>
                  <a:pt x="8629" y="106524"/>
                </a:lnTo>
                <a:lnTo>
                  <a:pt x="0" y="24426"/>
                </a:lnTo>
                <a:close/>
              </a:path>
            </a:pathLst>
          </a:custGeom>
          <a:solidFill>
            <a:srgbClr val="5A332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75" name="Kształt 136"/>
          <p:cNvSpPr/>
          <p:nvPr/>
        </p:nvSpPr>
        <p:spPr>
          <a:xfrm>
            <a:off x="8842230" y="4464236"/>
            <a:ext cx="138935" cy="34383"/>
          </a:xfrm>
          <a:custGeom>
            <a:avLst/>
            <a:gdLst/>
            <a:ahLst/>
            <a:cxnLst/>
            <a:rect l="0" t="0" r="r" b="b"/>
            <a:pathLst>
              <a:path w="138935" h="34383">
                <a:moveTo>
                  <a:pt x="0" y="34383"/>
                </a:moveTo>
                <a:lnTo>
                  <a:pt x="19780" y="9956"/>
                </a:lnTo>
                <a:lnTo>
                  <a:pt x="114508" y="0"/>
                </a:lnTo>
                <a:lnTo>
                  <a:pt x="138935" y="19780"/>
                </a:lnTo>
                <a:close/>
              </a:path>
            </a:pathLst>
          </a:custGeom>
          <a:solidFill>
            <a:srgbClr val="4A2A1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76" name="Kształt 137"/>
          <p:cNvSpPr/>
          <p:nvPr/>
        </p:nvSpPr>
        <p:spPr>
          <a:xfrm>
            <a:off x="8853381" y="4382138"/>
            <a:ext cx="103357" cy="92054"/>
          </a:xfrm>
          <a:custGeom>
            <a:avLst/>
            <a:gdLst/>
            <a:ahLst/>
            <a:cxnLst/>
            <a:rect l="0" t="0" r="r" b="b"/>
            <a:pathLst>
              <a:path w="103357" h="92054">
                <a:moveTo>
                  <a:pt x="0" y="9956"/>
                </a:moveTo>
                <a:lnTo>
                  <a:pt x="94728" y="0"/>
                </a:lnTo>
                <a:lnTo>
                  <a:pt x="103357" y="82098"/>
                </a:lnTo>
                <a:lnTo>
                  <a:pt x="8629" y="92054"/>
                </a:lnTo>
                <a:close/>
              </a:path>
            </a:pathLst>
          </a:custGeom>
          <a:solidFill>
            <a:srgbClr val="6D402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77" name="Kształt 138"/>
          <p:cNvSpPr/>
          <p:nvPr/>
        </p:nvSpPr>
        <p:spPr>
          <a:xfrm>
            <a:off x="8843558" y="4496646"/>
            <a:ext cx="138935" cy="34383"/>
          </a:xfrm>
          <a:custGeom>
            <a:avLst/>
            <a:gdLst/>
            <a:ahLst/>
            <a:cxnLst/>
            <a:rect l="0" t="0" r="r" b="b"/>
            <a:pathLst>
              <a:path w="138935" h="34383">
                <a:moveTo>
                  <a:pt x="0" y="14603"/>
                </a:moveTo>
                <a:lnTo>
                  <a:pt x="138935" y="0"/>
                </a:lnTo>
                <a:lnTo>
                  <a:pt x="119155" y="24426"/>
                </a:lnTo>
                <a:lnTo>
                  <a:pt x="24426" y="34383"/>
                </a:lnTo>
                <a:close/>
              </a:path>
            </a:pathLst>
          </a:custGeom>
          <a:solidFill>
            <a:srgbClr val="855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78" name="Kształt 139"/>
          <p:cNvSpPr/>
          <p:nvPr/>
        </p:nvSpPr>
        <p:spPr>
          <a:xfrm>
            <a:off x="8843558" y="4511249"/>
            <a:ext cx="33055" cy="126304"/>
          </a:xfrm>
          <a:custGeom>
            <a:avLst/>
            <a:gdLst/>
            <a:ahLst/>
            <a:cxnLst/>
            <a:rect l="0" t="0" r="r" b="b"/>
            <a:pathLst>
              <a:path w="33055" h="126304">
                <a:moveTo>
                  <a:pt x="0" y="0"/>
                </a:moveTo>
                <a:lnTo>
                  <a:pt x="24426" y="19780"/>
                </a:lnTo>
                <a:lnTo>
                  <a:pt x="33055" y="101878"/>
                </a:lnTo>
                <a:lnTo>
                  <a:pt x="13275" y="126304"/>
                </a:lnTo>
                <a:close/>
              </a:path>
            </a:pathLst>
          </a:custGeom>
          <a:solidFill>
            <a:srgbClr val="7A4A2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79" name="Kształt 140"/>
          <p:cNvSpPr/>
          <p:nvPr/>
        </p:nvSpPr>
        <p:spPr>
          <a:xfrm>
            <a:off x="8962712" y="4496646"/>
            <a:ext cx="33055" cy="126304"/>
          </a:xfrm>
          <a:custGeom>
            <a:avLst/>
            <a:gdLst/>
            <a:ahLst/>
            <a:cxnLst/>
            <a:rect l="0" t="0" r="r" b="b"/>
            <a:pathLst>
              <a:path w="33055" h="126304">
                <a:moveTo>
                  <a:pt x="19780" y="0"/>
                </a:moveTo>
                <a:lnTo>
                  <a:pt x="33055" y="126304"/>
                </a:lnTo>
                <a:lnTo>
                  <a:pt x="8629" y="106524"/>
                </a:lnTo>
                <a:lnTo>
                  <a:pt x="0" y="24426"/>
                </a:lnTo>
                <a:close/>
              </a:path>
            </a:pathLst>
          </a:custGeom>
          <a:solidFill>
            <a:srgbClr val="5A332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80" name="Kształt 141"/>
          <p:cNvSpPr/>
          <p:nvPr/>
        </p:nvSpPr>
        <p:spPr>
          <a:xfrm>
            <a:off x="8856833" y="4603170"/>
            <a:ext cx="138935" cy="34383"/>
          </a:xfrm>
          <a:custGeom>
            <a:avLst/>
            <a:gdLst/>
            <a:ahLst/>
            <a:cxnLst/>
            <a:rect l="0" t="0" r="r" b="b"/>
            <a:pathLst>
              <a:path w="138935" h="34383">
                <a:moveTo>
                  <a:pt x="0" y="34383"/>
                </a:moveTo>
                <a:lnTo>
                  <a:pt x="19780" y="9956"/>
                </a:lnTo>
                <a:lnTo>
                  <a:pt x="114508" y="0"/>
                </a:lnTo>
                <a:lnTo>
                  <a:pt x="138935" y="19780"/>
                </a:lnTo>
                <a:close/>
              </a:path>
            </a:pathLst>
          </a:custGeom>
          <a:solidFill>
            <a:srgbClr val="4A2A1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81" name="Kształt 142"/>
          <p:cNvSpPr/>
          <p:nvPr/>
        </p:nvSpPr>
        <p:spPr>
          <a:xfrm>
            <a:off x="8867984" y="4521072"/>
            <a:ext cx="103357" cy="92054"/>
          </a:xfrm>
          <a:custGeom>
            <a:avLst/>
            <a:gdLst/>
            <a:ahLst/>
            <a:cxnLst/>
            <a:rect l="0" t="0" r="r" b="b"/>
            <a:pathLst>
              <a:path w="103357" h="92054">
                <a:moveTo>
                  <a:pt x="0" y="9956"/>
                </a:moveTo>
                <a:lnTo>
                  <a:pt x="94728" y="0"/>
                </a:lnTo>
                <a:lnTo>
                  <a:pt x="103357" y="82098"/>
                </a:lnTo>
                <a:lnTo>
                  <a:pt x="8629" y="92054"/>
                </a:lnTo>
                <a:close/>
              </a:path>
            </a:pathLst>
          </a:custGeom>
          <a:solidFill>
            <a:srgbClr val="6D402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82" name="Kształt 143"/>
          <p:cNvSpPr/>
          <p:nvPr/>
        </p:nvSpPr>
        <p:spPr>
          <a:xfrm>
            <a:off x="8858160" y="4635581"/>
            <a:ext cx="138935" cy="34383"/>
          </a:xfrm>
          <a:custGeom>
            <a:avLst/>
            <a:gdLst/>
            <a:ahLst/>
            <a:cxnLst/>
            <a:rect l="0" t="0" r="r" b="b"/>
            <a:pathLst>
              <a:path w="138935" h="34383">
                <a:moveTo>
                  <a:pt x="0" y="14603"/>
                </a:moveTo>
                <a:lnTo>
                  <a:pt x="138935" y="0"/>
                </a:lnTo>
                <a:lnTo>
                  <a:pt x="119155" y="24426"/>
                </a:lnTo>
                <a:lnTo>
                  <a:pt x="24426" y="34383"/>
                </a:lnTo>
                <a:close/>
              </a:path>
            </a:pathLst>
          </a:custGeom>
          <a:solidFill>
            <a:srgbClr val="855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83" name="Kształt 144"/>
          <p:cNvSpPr/>
          <p:nvPr/>
        </p:nvSpPr>
        <p:spPr>
          <a:xfrm>
            <a:off x="8858160" y="4650183"/>
            <a:ext cx="33055" cy="126304"/>
          </a:xfrm>
          <a:custGeom>
            <a:avLst/>
            <a:gdLst/>
            <a:ahLst/>
            <a:cxnLst/>
            <a:rect l="0" t="0" r="r" b="b"/>
            <a:pathLst>
              <a:path w="33055" h="126304">
                <a:moveTo>
                  <a:pt x="0" y="0"/>
                </a:moveTo>
                <a:lnTo>
                  <a:pt x="24426" y="19780"/>
                </a:lnTo>
                <a:lnTo>
                  <a:pt x="33055" y="101878"/>
                </a:lnTo>
                <a:lnTo>
                  <a:pt x="13275" y="126304"/>
                </a:lnTo>
                <a:close/>
              </a:path>
            </a:pathLst>
          </a:custGeom>
          <a:solidFill>
            <a:srgbClr val="7A4A2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84" name="Kształt 145"/>
          <p:cNvSpPr/>
          <p:nvPr/>
        </p:nvSpPr>
        <p:spPr>
          <a:xfrm>
            <a:off x="8977315" y="4635581"/>
            <a:ext cx="33055" cy="126304"/>
          </a:xfrm>
          <a:custGeom>
            <a:avLst/>
            <a:gdLst/>
            <a:ahLst/>
            <a:cxnLst/>
            <a:rect l="0" t="0" r="r" b="b"/>
            <a:pathLst>
              <a:path w="33055" h="126304">
                <a:moveTo>
                  <a:pt x="19780" y="0"/>
                </a:moveTo>
                <a:lnTo>
                  <a:pt x="33055" y="126304"/>
                </a:lnTo>
                <a:lnTo>
                  <a:pt x="8629" y="106524"/>
                </a:lnTo>
                <a:lnTo>
                  <a:pt x="0" y="24426"/>
                </a:lnTo>
                <a:close/>
              </a:path>
            </a:pathLst>
          </a:custGeom>
          <a:solidFill>
            <a:srgbClr val="5A332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85" name="Kształt 146"/>
          <p:cNvSpPr/>
          <p:nvPr/>
        </p:nvSpPr>
        <p:spPr>
          <a:xfrm>
            <a:off x="8871435" y="4742105"/>
            <a:ext cx="138935" cy="34383"/>
          </a:xfrm>
          <a:custGeom>
            <a:avLst/>
            <a:gdLst/>
            <a:ahLst/>
            <a:cxnLst/>
            <a:rect l="0" t="0" r="r" b="b"/>
            <a:pathLst>
              <a:path w="138935" h="34383">
                <a:moveTo>
                  <a:pt x="0" y="34383"/>
                </a:moveTo>
                <a:lnTo>
                  <a:pt x="19780" y="9956"/>
                </a:lnTo>
                <a:lnTo>
                  <a:pt x="114508" y="0"/>
                </a:lnTo>
                <a:lnTo>
                  <a:pt x="138935" y="19780"/>
                </a:lnTo>
                <a:close/>
              </a:path>
            </a:pathLst>
          </a:custGeom>
          <a:solidFill>
            <a:srgbClr val="4A2A1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86" name="Kształt 147"/>
          <p:cNvSpPr/>
          <p:nvPr/>
        </p:nvSpPr>
        <p:spPr>
          <a:xfrm>
            <a:off x="8882587" y="4660007"/>
            <a:ext cx="103357" cy="92054"/>
          </a:xfrm>
          <a:custGeom>
            <a:avLst/>
            <a:gdLst/>
            <a:ahLst/>
            <a:cxnLst/>
            <a:rect l="0" t="0" r="r" b="b"/>
            <a:pathLst>
              <a:path w="103357" h="92054">
                <a:moveTo>
                  <a:pt x="0" y="9956"/>
                </a:moveTo>
                <a:lnTo>
                  <a:pt x="94728" y="0"/>
                </a:lnTo>
                <a:lnTo>
                  <a:pt x="103357" y="82098"/>
                </a:lnTo>
                <a:lnTo>
                  <a:pt x="8629" y="92054"/>
                </a:lnTo>
                <a:close/>
              </a:path>
            </a:pathLst>
          </a:custGeom>
          <a:solidFill>
            <a:srgbClr val="6D402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87" name="Kształt 148"/>
          <p:cNvSpPr/>
          <p:nvPr/>
        </p:nvSpPr>
        <p:spPr>
          <a:xfrm>
            <a:off x="8980520" y="4341781"/>
            <a:ext cx="138935" cy="34383"/>
          </a:xfrm>
          <a:custGeom>
            <a:avLst/>
            <a:gdLst/>
            <a:ahLst/>
            <a:cxnLst/>
            <a:rect l="0" t="0" r="r" b="b"/>
            <a:pathLst>
              <a:path w="138935" h="34383">
                <a:moveTo>
                  <a:pt x="0" y="14603"/>
                </a:moveTo>
                <a:lnTo>
                  <a:pt x="138935" y="0"/>
                </a:lnTo>
                <a:lnTo>
                  <a:pt x="119155" y="24426"/>
                </a:lnTo>
                <a:lnTo>
                  <a:pt x="24426" y="34383"/>
                </a:lnTo>
                <a:close/>
              </a:path>
            </a:pathLst>
          </a:custGeom>
          <a:solidFill>
            <a:srgbClr val="855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88" name="Kształt 149"/>
          <p:cNvSpPr/>
          <p:nvPr/>
        </p:nvSpPr>
        <p:spPr>
          <a:xfrm>
            <a:off x="8980520" y="4356384"/>
            <a:ext cx="33055" cy="126304"/>
          </a:xfrm>
          <a:custGeom>
            <a:avLst/>
            <a:gdLst/>
            <a:ahLst/>
            <a:cxnLst/>
            <a:rect l="0" t="0" r="r" b="b"/>
            <a:pathLst>
              <a:path w="33055" h="126304">
                <a:moveTo>
                  <a:pt x="0" y="0"/>
                </a:moveTo>
                <a:lnTo>
                  <a:pt x="24426" y="19780"/>
                </a:lnTo>
                <a:lnTo>
                  <a:pt x="33055" y="101878"/>
                </a:lnTo>
                <a:lnTo>
                  <a:pt x="13275" y="126304"/>
                </a:lnTo>
                <a:close/>
              </a:path>
            </a:pathLst>
          </a:custGeom>
          <a:solidFill>
            <a:srgbClr val="7A4A2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89" name="Kształt 150"/>
          <p:cNvSpPr/>
          <p:nvPr/>
        </p:nvSpPr>
        <p:spPr>
          <a:xfrm>
            <a:off x="9099675" y="4341781"/>
            <a:ext cx="33055" cy="126304"/>
          </a:xfrm>
          <a:custGeom>
            <a:avLst/>
            <a:gdLst/>
            <a:ahLst/>
            <a:cxnLst/>
            <a:rect l="0" t="0" r="r" b="b"/>
            <a:pathLst>
              <a:path w="33055" h="126304">
                <a:moveTo>
                  <a:pt x="19780" y="0"/>
                </a:moveTo>
                <a:lnTo>
                  <a:pt x="33055" y="126304"/>
                </a:lnTo>
                <a:lnTo>
                  <a:pt x="8629" y="106524"/>
                </a:lnTo>
                <a:lnTo>
                  <a:pt x="0" y="24426"/>
                </a:lnTo>
                <a:close/>
              </a:path>
            </a:pathLst>
          </a:custGeom>
          <a:solidFill>
            <a:srgbClr val="5A332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90" name="Kształt 151"/>
          <p:cNvSpPr/>
          <p:nvPr/>
        </p:nvSpPr>
        <p:spPr>
          <a:xfrm>
            <a:off x="8993795" y="4448305"/>
            <a:ext cx="138935" cy="34383"/>
          </a:xfrm>
          <a:custGeom>
            <a:avLst/>
            <a:gdLst/>
            <a:ahLst/>
            <a:cxnLst/>
            <a:rect l="0" t="0" r="r" b="b"/>
            <a:pathLst>
              <a:path w="138935" h="34383">
                <a:moveTo>
                  <a:pt x="0" y="34383"/>
                </a:moveTo>
                <a:lnTo>
                  <a:pt x="19780" y="9956"/>
                </a:lnTo>
                <a:lnTo>
                  <a:pt x="114508" y="0"/>
                </a:lnTo>
                <a:lnTo>
                  <a:pt x="138935" y="19780"/>
                </a:lnTo>
                <a:close/>
              </a:path>
            </a:pathLst>
          </a:custGeom>
          <a:solidFill>
            <a:srgbClr val="4A2A1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91" name="Kształt 152"/>
          <p:cNvSpPr/>
          <p:nvPr/>
        </p:nvSpPr>
        <p:spPr>
          <a:xfrm>
            <a:off x="9004947" y="4366208"/>
            <a:ext cx="103357" cy="92054"/>
          </a:xfrm>
          <a:custGeom>
            <a:avLst/>
            <a:gdLst/>
            <a:ahLst/>
            <a:cxnLst/>
            <a:rect l="0" t="0" r="r" b="b"/>
            <a:pathLst>
              <a:path w="103357" h="92054">
                <a:moveTo>
                  <a:pt x="0" y="9956"/>
                </a:moveTo>
                <a:lnTo>
                  <a:pt x="94728" y="0"/>
                </a:lnTo>
                <a:lnTo>
                  <a:pt x="103357" y="82098"/>
                </a:lnTo>
                <a:lnTo>
                  <a:pt x="8629" y="92054"/>
                </a:lnTo>
                <a:close/>
              </a:path>
            </a:pathLst>
          </a:custGeom>
          <a:solidFill>
            <a:srgbClr val="6D402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92" name="Kształt 153"/>
          <p:cNvSpPr/>
          <p:nvPr/>
        </p:nvSpPr>
        <p:spPr>
          <a:xfrm>
            <a:off x="8995123" y="4480716"/>
            <a:ext cx="138935" cy="34383"/>
          </a:xfrm>
          <a:custGeom>
            <a:avLst/>
            <a:gdLst/>
            <a:ahLst/>
            <a:cxnLst/>
            <a:rect l="0" t="0" r="r" b="b"/>
            <a:pathLst>
              <a:path w="138935" h="34383">
                <a:moveTo>
                  <a:pt x="0" y="14603"/>
                </a:moveTo>
                <a:lnTo>
                  <a:pt x="138935" y="0"/>
                </a:lnTo>
                <a:lnTo>
                  <a:pt x="119155" y="24426"/>
                </a:lnTo>
                <a:lnTo>
                  <a:pt x="24426" y="34383"/>
                </a:lnTo>
                <a:close/>
              </a:path>
            </a:pathLst>
          </a:custGeom>
          <a:solidFill>
            <a:srgbClr val="855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93" name="Kształt 154"/>
          <p:cNvSpPr/>
          <p:nvPr/>
        </p:nvSpPr>
        <p:spPr>
          <a:xfrm>
            <a:off x="8995123" y="4495319"/>
            <a:ext cx="33055" cy="126304"/>
          </a:xfrm>
          <a:custGeom>
            <a:avLst/>
            <a:gdLst/>
            <a:ahLst/>
            <a:cxnLst/>
            <a:rect l="0" t="0" r="r" b="b"/>
            <a:pathLst>
              <a:path w="33055" h="126304">
                <a:moveTo>
                  <a:pt x="0" y="0"/>
                </a:moveTo>
                <a:lnTo>
                  <a:pt x="24426" y="19780"/>
                </a:lnTo>
                <a:lnTo>
                  <a:pt x="33055" y="101878"/>
                </a:lnTo>
                <a:lnTo>
                  <a:pt x="13275" y="126304"/>
                </a:lnTo>
                <a:close/>
              </a:path>
            </a:pathLst>
          </a:custGeom>
          <a:solidFill>
            <a:srgbClr val="7A4A2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94" name="Kształt 155"/>
          <p:cNvSpPr/>
          <p:nvPr/>
        </p:nvSpPr>
        <p:spPr>
          <a:xfrm>
            <a:off x="9114277" y="4480716"/>
            <a:ext cx="33055" cy="126304"/>
          </a:xfrm>
          <a:custGeom>
            <a:avLst/>
            <a:gdLst/>
            <a:ahLst/>
            <a:cxnLst/>
            <a:rect l="0" t="0" r="r" b="b"/>
            <a:pathLst>
              <a:path w="33055" h="126304">
                <a:moveTo>
                  <a:pt x="19780" y="0"/>
                </a:moveTo>
                <a:lnTo>
                  <a:pt x="33055" y="126304"/>
                </a:lnTo>
                <a:lnTo>
                  <a:pt x="8629" y="106524"/>
                </a:lnTo>
                <a:lnTo>
                  <a:pt x="0" y="24426"/>
                </a:lnTo>
                <a:close/>
              </a:path>
            </a:pathLst>
          </a:custGeom>
          <a:solidFill>
            <a:srgbClr val="5A332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95" name="Kształt 156"/>
          <p:cNvSpPr/>
          <p:nvPr/>
        </p:nvSpPr>
        <p:spPr>
          <a:xfrm>
            <a:off x="9008398" y="4587240"/>
            <a:ext cx="138935" cy="34383"/>
          </a:xfrm>
          <a:custGeom>
            <a:avLst/>
            <a:gdLst/>
            <a:ahLst/>
            <a:cxnLst/>
            <a:rect l="0" t="0" r="r" b="b"/>
            <a:pathLst>
              <a:path w="138935" h="34383">
                <a:moveTo>
                  <a:pt x="0" y="34383"/>
                </a:moveTo>
                <a:lnTo>
                  <a:pt x="19780" y="9956"/>
                </a:lnTo>
                <a:lnTo>
                  <a:pt x="114508" y="0"/>
                </a:lnTo>
                <a:lnTo>
                  <a:pt x="138935" y="19780"/>
                </a:lnTo>
                <a:close/>
              </a:path>
            </a:pathLst>
          </a:custGeom>
          <a:solidFill>
            <a:srgbClr val="4A2A1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96" name="Kształt 157"/>
          <p:cNvSpPr/>
          <p:nvPr/>
        </p:nvSpPr>
        <p:spPr>
          <a:xfrm>
            <a:off x="9019549" y="4505142"/>
            <a:ext cx="103357" cy="92054"/>
          </a:xfrm>
          <a:custGeom>
            <a:avLst/>
            <a:gdLst/>
            <a:ahLst/>
            <a:cxnLst/>
            <a:rect l="0" t="0" r="r" b="b"/>
            <a:pathLst>
              <a:path w="103357" h="92054">
                <a:moveTo>
                  <a:pt x="0" y="9956"/>
                </a:moveTo>
                <a:lnTo>
                  <a:pt x="94728" y="0"/>
                </a:lnTo>
                <a:lnTo>
                  <a:pt x="103357" y="82098"/>
                </a:lnTo>
                <a:lnTo>
                  <a:pt x="8629" y="92054"/>
                </a:lnTo>
                <a:close/>
              </a:path>
            </a:pathLst>
          </a:custGeom>
          <a:solidFill>
            <a:srgbClr val="6D402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97" name="Kształt 158"/>
          <p:cNvSpPr/>
          <p:nvPr/>
        </p:nvSpPr>
        <p:spPr>
          <a:xfrm>
            <a:off x="9009725" y="4619651"/>
            <a:ext cx="138935" cy="34383"/>
          </a:xfrm>
          <a:custGeom>
            <a:avLst/>
            <a:gdLst/>
            <a:ahLst/>
            <a:cxnLst/>
            <a:rect l="0" t="0" r="r" b="b"/>
            <a:pathLst>
              <a:path w="138935" h="34383">
                <a:moveTo>
                  <a:pt x="0" y="14603"/>
                </a:moveTo>
                <a:lnTo>
                  <a:pt x="138935" y="0"/>
                </a:lnTo>
                <a:lnTo>
                  <a:pt x="119155" y="24426"/>
                </a:lnTo>
                <a:lnTo>
                  <a:pt x="24426" y="34383"/>
                </a:lnTo>
                <a:close/>
              </a:path>
            </a:pathLst>
          </a:custGeom>
          <a:solidFill>
            <a:srgbClr val="855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98" name="Kształt 159"/>
          <p:cNvSpPr/>
          <p:nvPr/>
        </p:nvSpPr>
        <p:spPr>
          <a:xfrm>
            <a:off x="9009725" y="4634253"/>
            <a:ext cx="33055" cy="126304"/>
          </a:xfrm>
          <a:custGeom>
            <a:avLst/>
            <a:gdLst/>
            <a:ahLst/>
            <a:cxnLst/>
            <a:rect l="0" t="0" r="r" b="b"/>
            <a:pathLst>
              <a:path w="33055" h="126304">
                <a:moveTo>
                  <a:pt x="0" y="0"/>
                </a:moveTo>
                <a:lnTo>
                  <a:pt x="24426" y="19780"/>
                </a:lnTo>
                <a:lnTo>
                  <a:pt x="33055" y="101878"/>
                </a:lnTo>
                <a:lnTo>
                  <a:pt x="13275" y="126304"/>
                </a:lnTo>
                <a:close/>
              </a:path>
            </a:pathLst>
          </a:custGeom>
          <a:solidFill>
            <a:srgbClr val="7A4A2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99" name="Kształt 160"/>
          <p:cNvSpPr/>
          <p:nvPr/>
        </p:nvSpPr>
        <p:spPr>
          <a:xfrm>
            <a:off x="9128880" y="4619651"/>
            <a:ext cx="33055" cy="126304"/>
          </a:xfrm>
          <a:custGeom>
            <a:avLst/>
            <a:gdLst/>
            <a:ahLst/>
            <a:cxnLst/>
            <a:rect l="0" t="0" r="r" b="b"/>
            <a:pathLst>
              <a:path w="33055" h="126304">
                <a:moveTo>
                  <a:pt x="19780" y="0"/>
                </a:moveTo>
                <a:lnTo>
                  <a:pt x="33055" y="126304"/>
                </a:lnTo>
                <a:lnTo>
                  <a:pt x="8629" y="106524"/>
                </a:lnTo>
                <a:lnTo>
                  <a:pt x="0" y="24426"/>
                </a:lnTo>
                <a:close/>
              </a:path>
            </a:pathLst>
          </a:custGeom>
          <a:solidFill>
            <a:srgbClr val="5A332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00" name="Kształt 161"/>
          <p:cNvSpPr/>
          <p:nvPr/>
        </p:nvSpPr>
        <p:spPr>
          <a:xfrm>
            <a:off x="9023001" y="4726175"/>
            <a:ext cx="138935" cy="34383"/>
          </a:xfrm>
          <a:custGeom>
            <a:avLst/>
            <a:gdLst/>
            <a:ahLst/>
            <a:cxnLst/>
            <a:rect l="0" t="0" r="r" b="b"/>
            <a:pathLst>
              <a:path w="138935" h="34383">
                <a:moveTo>
                  <a:pt x="0" y="34383"/>
                </a:moveTo>
                <a:lnTo>
                  <a:pt x="19780" y="9956"/>
                </a:lnTo>
                <a:lnTo>
                  <a:pt x="114508" y="0"/>
                </a:lnTo>
                <a:lnTo>
                  <a:pt x="138935" y="19780"/>
                </a:lnTo>
                <a:close/>
              </a:path>
            </a:pathLst>
          </a:custGeom>
          <a:solidFill>
            <a:srgbClr val="4A2A1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01" name="Kształt 162"/>
          <p:cNvSpPr/>
          <p:nvPr/>
        </p:nvSpPr>
        <p:spPr>
          <a:xfrm>
            <a:off x="9034152" y="4644077"/>
            <a:ext cx="103357" cy="92054"/>
          </a:xfrm>
          <a:custGeom>
            <a:avLst/>
            <a:gdLst/>
            <a:ahLst/>
            <a:cxnLst/>
            <a:rect l="0" t="0" r="r" b="b"/>
            <a:pathLst>
              <a:path w="103357" h="92054">
                <a:moveTo>
                  <a:pt x="0" y="9956"/>
                </a:moveTo>
                <a:lnTo>
                  <a:pt x="94728" y="0"/>
                </a:lnTo>
                <a:lnTo>
                  <a:pt x="103357" y="82098"/>
                </a:lnTo>
                <a:lnTo>
                  <a:pt x="8629" y="92054"/>
                </a:lnTo>
                <a:close/>
              </a:path>
            </a:pathLst>
          </a:custGeom>
          <a:solidFill>
            <a:srgbClr val="6D402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02" name="Kształt 163"/>
          <p:cNvSpPr/>
          <p:nvPr/>
        </p:nvSpPr>
        <p:spPr>
          <a:xfrm>
            <a:off x="8719605" y="4354032"/>
            <a:ext cx="161806" cy="465315"/>
          </a:xfrm>
          <a:custGeom>
            <a:avLst/>
            <a:gdLst/>
            <a:ahLst/>
            <a:cxnLst/>
            <a:rect l="0" t="0" r="r" b="b"/>
            <a:pathLst>
              <a:path w="161806" h="465315">
                <a:moveTo>
                  <a:pt x="0" y="10620"/>
                </a:moveTo>
                <a:lnTo>
                  <a:pt x="101043" y="0"/>
                </a:lnTo>
                <a:lnTo>
                  <a:pt x="80429" y="46862"/>
                </a:lnTo>
                <a:lnTo>
                  <a:pt x="136261" y="92073"/>
                </a:lnTo>
                <a:lnTo>
                  <a:pt x="97364" y="147241"/>
                </a:lnTo>
                <a:lnTo>
                  <a:pt x="153196" y="192453"/>
                </a:lnTo>
                <a:lnTo>
                  <a:pt x="114299" y="247621"/>
                </a:lnTo>
                <a:lnTo>
                  <a:pt x="157501" y="294160"/>
                </a:lnTo>
                <a:lnTo>
                  <a:pt x="112289" y="349992"/>
                </a:lnTo>
                <a:lnTo>
                  <a:pt x="161806" y="395867"/>
                </a:lnTo>
                <a:lnTo>
                  <a:pt x="129888" y="456687"/>
                </a:lnTo>
                <a:lnTo>
                  <a:pt x="47790" y="465315"/>
                </a:lnTo>
                <a:close/>
              </a:path>
            </a:pathLst>
          </a:custGeom>
          <a:solidFill>
            <a:srgbClr val="C9CCD2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03" name="Kształt 164"/>
          <p:cNvSpPr/>
          <p:nvPr/>
        </p:nvSpPr>
        <p:spPr>
          <a:xfrm>
            <a:off x="8720269" y="4363002"/>
            <a:ext cx="136545" cy="450030"/>
          </a:xfrm>
          <a:custGeom>
            <a:avLst/>
            <a:gdLst/>
            <a:ahLst/>
            <a:cxnLst/>
            <a:rect l="0" t="0" r="r" b="b"/>
            <a:pathLst>
              <a:path w="136545" h="450030">
                <a:moveTo>
                  <a:pt x="0" y="7965"/>
                </a:moveTo>
                <a:lnTo>
                  <a:pt x="75783" y="0"/>
                </a:lnTo>
                <a:lnTo>
                  <a:pt x="61483" y="46198"/>
                </a:lnTo>
                <a:lnTo>
                  <a:pt x="111000" y="92073"/>
                </a:lnTo>
                <a:lnTo>
                  <a:pt x="78419" y="146577"/>
                </a:lnTo>
                <a:lnTo>
                  <a:pt x="127935" y="192453"/>
                </a:lnTo>
                <a:lnTo>
                  <a:pt x="95354" y="246957"/>
                </a:lnTo>
                <a:lnTo>
                  <a:pt x="132240" y="294160"/>
                </a:lnTo>
                <a:lnTo>
                  <a:pt x="93343" y="349328"/>
                </a:lnTo>
                <a:lnTo>
                  <a:pt x="136545" y="395867"/>
                </a:lnTo>
                <a:lnTo>
                  <a:pt x="109615" y="443392"/>
                </a:lnTo>
                <a:lnTo>
                  <a:pt x="46463" y="450030"/>
                </a:lnTo>
                <a:close/>
              </a:path>
            </a:pathLst>
          </a:custGeom>
          <a:solidFill>
            <a:srgbClr val="E8EAE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04" name="Kształt 165"/>
          <p:cNvSpPr/>
          <p:nvPr/>
        </p:nvSpPr>
        <p:spPr>
          <a:xfrm>
            <a:off x="8800679" y="4528525"/>
            <a:ext cx="29243" cy="63152"/>
          </a:xfrm>
          <a:custGeom>
            <a:avLst/>
            <a:gdLst/>
            <a:ahLst/>
            <a:cxnLst/>
            <a:rect l="0" t="0" r="r" b="b"/>
            <a:pathLst>
              <a:path w="29243" h="63152">
                <a:moveTo>
                  <a:pt x="0" y="0"/>
                </a:moveTo>
                <a:lnTo>
                  <a:pt x="29243" y="35236"/>
                </a:lnTo>
                <a:lnTo>
                  <a:pt x="6638" y="63152"/>
                </a:lnTo>
                <a:close/>
              </a:path>
            </a:pathLst>
          </a:cu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05" name="Kształt 166"/>
          <p:cNvSpPr/>
          <p:nvPr/>
        </p:nvSpPr>
        <p:spPr>
          <a:xfrm>
            <a:off x="8783421" y="4288225"/>
            <a:ext cx="97061" cy="81434"/>
          </a:xfrm>
          <a:custGeom>
            <a:avLst/>
            <a:gdLst/>
            <a:ahLst/>
            <a:cxnLst/>
            <a:rect l="0" t="0" r="r" b="b"/>
            <a:pathLst>
              <a:path w="97061" h="81434">
                <a:moveTo>
                  <a:pt x="0" y="76105"/>
                </a:moveTo>
                <a:lnTo>
                  <a:pt x="7320" y="24256"/>
                </a:lnTo>
                <a:lnTo>
                  <a:pt x="55851" y="0"/>
                </a:lnTo>
                <a:lnTo>
                  <a:pt x="97061" y="27594"/>
                </a:lnTo>
                <a:lnTo>
                  <a:pt x="56173" y="63816"/>
                </a:lnTo>
                <a:lnTo>
                  <a:pt x="70795" y="81434"/>
                </a:lnTo>
                <a:close/>
              </a:path>
            </a:pathLst>
          </a:custGeom>
          <a:solidFill>
            <a:srgbClr val="C9CCD2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06" name="Kształt 167"/>
          <p:cNvSpPr/>
          <p:nvPr/>
        </p:nvSpPr>
        <p:spPr>
          <a:xfrm rot="21240000">
            <a:off x="7919424" y="4384210"/>
            <a:ext cx="889000" cy="482600"/>
          </a:xfrm>
          <a:prstGeom prst="roundRect">
            <a:avLst>
              <a:gd name="adj" fmla="val 7895"/>
            </a:avLst>
          </a:prstGeom>
          <a:solidFill>
            <a:srgbClr val="2F7D5B"/>
          </a:solidFill>
          <a:ln>
            <a:noFill/>
          </a:ln>
          <a:effectLst>
            <a:outerShdw blurRad="76200" dist="50800" dir="5400000" algn="ctr" rotWithShape="0">
              <a:srgbClr val="000000">
                <a:alpha val="13300"/>
              </a:srgbClr>
            </a:outerShdw>
          </a:effectLst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07" name="Linia 3"/>
          <p:cNvSpPr/>
          <p:nvPr/>
        </p:nvSpPr>
        <p:spPr>
          <a:xfrm rot="21240000">
            <a:off x="7921511" y="4424036"/>
            <a:ext cx="127000" cy="482600"/>
          </a:xfrm>
          <a:prstGeom prst="rect">
            <a:avLst/>
          </a:prstGeom>
          <a:solidFill>
            <a:srgbClr val="D6B15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08" name="Tekst: C"/>
          <p:cNvSpPr txBox="1"/>
          <p:nvPr/>
        </p:nvSpPr>
        <p:spPr>
          <a:xfrm rot="21240000">
            <a:off x="8117500" y="4441993"/>
            <a:ext cx="353318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2000" kern="100" dirty="0">
                <a:solidFill>
                  <a:srgbClr val="FFFFFF"/>
                </a:solidFill>
                <a:latin typeface="Lato Black"/>
                <a:cs typeface="Lato Black"/>
              </a:rPr>
              <a:t>C</a:t>
            </a:r>
            <a:endParaRPr lang="pl-PL" sz="2000" kern="100" dirty="0">
              <a:solidFill>
                <a:srgbClr val="FFFFFF"/>
              </a:solidFill>
              <a:latin typeface="Lato Black"/>
              <a:cs typeface="Lato Black"/>
            </a:endParaRPr>
          </a:p>
        </p:txBody>
      </p:sp>
      <p:sp>
        <p:nvSpPr>
          <p:cNvPr id="209" name="Tekst: MLECZNA"/>
          <p:cNvSpPr txBox="1"/>
          <p:nvPr/>
        </p:nvSpPr>
        <p:spPr>
          <a:xfrm rot="21240000">
            <a:off x="8134735" y="4698191"/>
            <a:ext cx="660023" cy="990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650" kern="100" spc="33" dirty="0">
                <a:solidFill>
                  <a:srgbClr val="FFFFFF"/>
                </a:solidFill>
                <a:latin typeface="Lato Black"/>
                <a:cs typeface="Lato Black"/>
              </a:rPr>
              <a:t>MLECZNA</a:t>
            </a:r>
            <a:endParaRPr lang="pl-PL" sz="650" kern="100" spc="33" dirty="0">
              <a:solidFill>
                <a:srgbClr val="FFFFFF"/>
              </a:solidFill>
              <a:latin typeface="Lato Black"/>
              <a:cs typeface="Lato Black"/>
            </a:endParaRPr>
          </a:p>
        </p:txBody>
      </p:sp>
      <p:sp>
        <p:nvSpPr>
          <p:cNvPr id="210" name="Tekst: Czekolada mleczna"/>
          <p:cNvSpPr txBox="1"/>
          <p:nvPr/>
        </p:nvSpPr>
        <p:spPr>
          <a:xfrm>
            <a:off x="7791450" y="4987925"/>
            <a:ext cx="14986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000" b="1" kern="100" dirty="0">
                <a:solidFill>
                  <a:srgbClr val="1C1C1C"/>
                </a:solidFill>
                <a:latin typeface="Lato"/>
                <a:cs typeface="Lato"/>
              </a:rPr>
              <a:t>Czekolada mleczna</a:t>
            </a:r>
            <a:endParaRPr lang="pl-PL" sz="1000" b="1" kern="100" dirty="0">
              <a:solidFill>
                <a:srgbClr val="1C1C1C"/>
              </a:solidFill>
              <a:latin typeface="Lato"/>
              <a:cs typeface="Lato"/>
            </a:endParaRPr>
          </a:p>
        </p:txBody>
      </p:sp>
      <p:sp>
        <p:nvSpPr>
          <p:cNvPr id="211" name="Tekst: marka C · 90 g"/>
          <p:cNvSpPr txBox="1"/>
          <p:nvPr/>
        </p:nvSpPr>
        <p:spPr>
          <a:xfrm>
            <a:off x="7791450" y="5157787"/>
            <a:ext cx="1498600" cy="1219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800" kern="100" dirty="0">
                <a:solidFill>
                  <a:srgbClr val="888888"/>
                </a:solidFill>
                <a:latin typeface="Lato"/>
                <a:cs typeface="Lato"/>
              </a:rPr>
              <a:t>marka C · 90 g</a:t>
            </a:r>
            <a:endParaRPr lang="pl-PL" sz="800" kern="100" dirty="0">
              <a:solidFill>
                <a:srgbClr val="888888"/>
              </a:solidFill>
              <a:latin typeface="Lato"/>
              <a:cs typeface="Lato"/>
            </a:endParaRPr>
          </a:p>
        </p:txBody>
      </p:sp>
      <p:sp>
        <p:nvSpPr>
          <p:cNvPr id="212" name="Tekst: 5,49 zł"/>
          <p:cNvSpPr txBox="1"/>
          <p:nvPr/>
        </p:nvSpPr>
        <p:spPr>
          <a:xfrm>
            <a:off x="7791871" y="5359400"/>
            <a:ext cx="656332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100" b="1" kern="100" dirty="0">
                <a:solidFill>
                  <a:srgbClr val="1C1C1C"/>
                </a:solidFill>
                <a:latin typeface="Lato"/>
                <a:cs typeface="Lato"/>
              </a:rPr>
              <a:t>5,49 zł</a:t>
            </a:r>
            <a:endParaRPr lang="pl-PL" sz="1100" b="1" kern="100" dirty="0">
              <a:solidFill>
                <a:srgbClr val="1C1C1C"/>
              </a:solidFill>
              <a:latin typeface="Lato"/>
              <a:cs typeface="Lato"/>
            </a:endParaRPr>
          </a:p>
        </p:txBody>
      </p:sp>
      <p:sp>
        <p:nvSpPr>
          <p:cNvPr id="213" name="Kształt 168"/>
          <p:cNvSpPr/>
          <p:nvPr/>
        </p:nvSpPr>
        <p:spPr>
          <a:xfrm>
            <a:off x="9086849" y="5340350"/>
            <a:ext cx="203200" cy="203200"/>
          </a:xfrm>
          <a:prstGeom prst="ellipse">
            <a:avLst/>
          </a:prstGeom>
          <a:solidFill>
            <a:srgbClr val="F1F1F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14" name="Tekst: + 3"/>
          <p:cNvSpPr txBox="1"/>
          <p:nvPr/>
        </p:nvSpPr>
        <p:spPr>
          <a:xfrm>
            <a:off x="9086849" y="5354638"/>
            <a:ext cx="254079" cy="1752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150" b="1" kern="100" dirty="0">
                <a:solidFill>
                  <a:srgbClr val="151515"/>
                </a:solidFill>
                <a:latin typeface="Lato"/>
                <a:cs typeface="Lato"/>
              </a:rPr>
              <a:t>+</a:t>
            </a:r>
            <a:endParaRPr lang="pl-PL" sz="1150" b="1" kern="100" dirty="0">
              <a:solidFill>
                <a:srgbClr val="151515"/>
              </a:solidFill>
              <a:latin typeface="Lato"/>
              <a:cs typeface="Lato"/>
            </a:endParaRPr>
          </a:p>
        </p:txBody>
      </p:sp>
      <p:sp>
        <p:nvSpPr>
          <p:cNvPr id="215" name="Kształt 169"/>
          <p:cNvSpPr/>
          <p:nvPr/>
        </p:nvSpPr>
        <p:spPr>
          <a:xfrm>
            <a:off x="9477374" y="4210050"/>
            <a:ext cx="1682750" cy="1441450"/>
          </a:xfrm>
          <a:prstGeom prst="roundRect">
            <a:avLst>
              <a:gd name="adj" fmla="val 6140"/>
            </a:avLst>
          </a:prstGeom>
          <a:noFill/>
          <a:ln w="6350">
            <a:solidFill>
              <a:srgbClr val="E6E6E6"/>
            </a:solidFill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16" name="Kształt 170"/>
          <p:cNvSpPr/>
          <p:nvPr/>
        </p:nvSpPr>
        <p:spPr>
          <a:xfrm>
            <a:off x="9569449" y="4289425"/>
            <a:ext cx="1498600" cy="635000"/>
          </a:xfrm>
          <a:prstGeom prst="roundRect">
            <a:avLst>
              <a:gd name="adj" fmla="val 10000"/>
            </a:avLst>
          </a:prstGeom>
          <a:solidFill>
            <a:srgbClr val="F6F3E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17" name="Kształt 171"/>
          <p:cNvSpPr/>
          <p:nvPr/>
        </p:nvSpPr>
        <p:spPr>
          <a:xfrm>
            <a:off x="10490891" y="4738976"/>
            <a:ext cx="458678" cy="85682"/>
          </a:xfrm>
          <a:custGeom>
            <a:avLst/>
            <a:gdLst/>
            <a:ahLst/>
            <a:cxnLst/>
            <a:rect l="0" t="0" r="r" b="b"/>
            <a:pathLst>
              <a:path w="458678" h="85682">
                <a:moveTo>
                  <a:pt x="0" y="47790"/>
                </a:moveTo>
                <a:lnTo>
                  <a:pt x="454695" y="0"/>
                </a:lnTo>
                <a:lnTo>
                  <a:pt x="458678" y="37891"/>
                </a:lnTo>
                <a:lnTo>
                  <a:pt x="3983" y="85682"/>
                </a:lnTo>
                <a:close/>
              </a:path>
            </a:pathLst>
          </a:custGeom>
          <a:solidFill>
            <a:srgbClr val="3D221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18" name="Kształt 172"/>
          <p:cNvSpPr/>
          <p:nvPr/>
        </p:nvSpPr>
        <p:spPr>
          <a:xfrm>
            <a:off x="10448411" y="4334802"/>
            <a:ext cx="498503" cy="464595"/>
          </a:xfrm>
          <a:custGeom>
            <a:avLst/>
            <a:gdLst/>
            <a:ahLst/>
            <a:cxnLst/>
            <a:rect l="0" t="0" r="r" b="b"/>
            <a:pathLst>
              <a:path w="498503" h="464595">
                <a:moveTo>
                  <a:pt x="0" y="47790"/>
                </a:moveTo>
                <a:lnTo>
                  <a:pt x="454695" y="0"/>
                </a:lnTo>
                <a:lnTo>
                  <a:pt x="498503" y="416804"/>
                </a:lnTo>
                <a:lnTo>
                  <a:pt x="43808" y="464595"/>
                </a:lnTo>
                <a:close/>
              </a:path>
            </a:pathLst>
          </a:custGeom>
          <a:solidFill>
            <a:srgbClr val="331C1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19" name="Kształt 173"/>
          <p:cNvSpPr/>
          <p:nvPr/>
        </p:nvSpPr>
        <p:spPr>
          <a:xfrm>
            <a:off x="10455390" y="4373641"/>
            <a:ext cx="138935" cy="34383"/>
          </a:xfrm>
          <a:custGeom>
            <a:avLst/>
            <a:gdLst/>
            <a:ahLst/>
            <a:cxnLst/>
            <a:rect l="0" t="0" r="r" b="b"/>
            <a:pathLst>
              <a:path w="138935" h="34383">
                <a:moveTo>
                  <a:pt x="0" y="14603"/>
                </a:moveTo>
                <a:lnTo>
                  <a:pt x="138935" y="0"/>
                </a:lnTo>
                <a:lnTo>
                  <a:pt x="119155" y="24426"/>
                </a:lnTo>
                <a:lnTo>
                  <a:pt x="24426" y="34383"/>
                </a:lnTo>
                <a:close/>
              </a:path>
            </a:pathLst>
          </a:custGeom>
          <a:solidFill>
            <a:srgbClr val="855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20" name="Kształt 174"/>
          <p:cNvSpPr/>
          <p:nvPr/>
        </p:nvSpPr>
        <p:spPr>
          <a:xfrm>
            <a:off x="10455390" y="4388244"/>
            <a:ext cx="33055" cy="126304"/>
          </a:xfrm>
          <a:custGeom>
            <a:avLst/>
            <a:gdLst/>
            <a:ahLst/>
            <a:cxnLst/>
            <a:rect l="0" t="0" r="r" b="b"/>
            <a:pathLst>
              <a:path w="33055" h="126304">
                <a:moveTo>
                  <a:pt x="0" y="0"/>
                </a:moveTo>
                <a:lnTo>
                  <a:pt x="24426" y="19780"/>
                </a:lnTo>
                <a:lnTo>
                  <a:pt x="33055" y="101878"/>
                </a:lnTo>
                <a:lnTo>
                  <a:pt x="13275" y="126304"/>
                </a:lnTo>
                <a:close/>
              </a:path>
            </a:pathLst>
          </a:custGeom>
          <a:solidFill>
            <a:srgbClr val="7A4A2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21" name="Kształt 175"/>
          <p:cNvSpPr/>
          <p:nvPr/>
        </p:nvSpPr>
        <p:spPr>
          <a:xfrm>
            <a:off x="10574544" y="4373641"/>
            <a:ext cx="33055" cy="126304"/>
          </a:xfrm>
          <a:custGeom>
            <a:avLst/>
            <a:gdLst/>
            <a:ahLst/>
            <a:cxnLst/>
            <a:rect l="0" t="0" r="r" b="b"/>
            <a:pathLst>
              <a:path w="33055" h="126304">
                <a:moveTo>
                  <a:pt x="19780" y="0"/>
                </a:moveTo>
                <a:lnTo>
                  <a:pt x="33055" y="126304"/>
                </a:lnTo>
                <a:lnTo>
                  <a:pt x="8629" y="106524"/>
                </a:lnTo>
                <a:lnTo>
                  <a:pt x="0" y="24426"/>
                </a:lnTo>
                <a:close/>
              </a:path>
            </a:pathLst>
          </a:custGeom>
          <a:solidFill>
            <a:srgbClr val="5A332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22" name="Kształt 176"/>
          <p:cNvSpPr/>
          <p:nvPr/>
        </p:nvSpPr>
        <p:spPr>
          <a:xfrm>
            <a:off x="10468665" y="4480166"/>
            <a:ext cx="138935" cy="34383"/>
          </a:xfrm>
          <a:custGeom>
            <a:avLst/>
            <a:gdLst/>
            <a:ahLst/>
            <a:cxnLst/>
            <a:rect l="0" t="0" r="r" b="b"/>
            <a:pathLst>
              <a:path w="138935" h="34383">
                <a:moveTo>
                  <a:pt x="0" y="34383"/>
                </a:moveTo>
                <a:lnTo>
                  <a:pt x="19780" y="9956"/>
                </a:lnTo>
                <a:lnTo>
                  <a:pt x="114508" y="0"/>
                </a:lnTo>
                <a:lnTo>
                  <a:pt x="138935" y="19780"/>
                </a:lnTo>
                <a:close/>
              </a:path>
            </a:pathLst>
          </a:custGeom>
          <a:solidFill>
            <a:srgbClr val="4A2A1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23" name="Kształt 177"/>
          <p:cNvSpPr/>
          <p:nvPr/>
        </p:nvSpPr>
        <p:spPr>
          <a:xfrm>
            <a:off x="10479816" y="4398068"/>
            <a:ext cx="103357" cy="92054"/>
          </a:xfrm>
          <a:custGeom>
            <a:avLst/>
            <a:gdLst/>
            <a:ahLst/>
            <a:cxnLst/>
            <a:rect l="0" t="0" r="r" b="b"/>
            <a:pathLst>
              <a:path w="103357" h="92054">
                <a:moveTo>
                  <a:pt x="0" y="9956"/>
                </a:moveTo>
                <a:lnTo>
                  <a:pt x="94728" y="0"/>
                </a:lnTo>
                <a:lnTo>
                  <a:pt x="103357" y="82098"/>
                </a:lnTo>
                <a:lnTo>
                  <a:pt x="8629" y="92054"/>
                </a:lnTo>
                <a:close/>
              </a:path>
            </a:pathLst>
          </a:custGeom>
          <a:solidFill>
            <a:srgbClr val="6D402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24" name="Kształt 178"/>
          <p:cNvSpPr/>
          <p:nvPr/>
        </p:nvSpPr>
        <p:spPr>
          <a:xfrm>
            <a:off x="10469992" y="4512576"/>
            <a:ext cx="138935" cy="34383"/>
          </a:xfrm>
          <a:custGeom>
            <a:avLst/>
            <a:gdLst/>
            <a:ahLst/>
            <a:cxnLst/>
            <a:rect l="0" t="0" r="r" b="b"/>
            <a:pathLst>
              <a:path w="138935" h="34383">
                <a:moveTo>
                  <a:pt x="0" y="14603"/>
                </a:moveTo>
                <a:lnTo>
                  <a:pt x="138935" y="0"/>
                </a:lnTo>
                <a:lnTo>
                  <a:pt x="119155" y="24426"/>
                </a:lnTo>
                <a:lnTo>
                  <a:pt x="24426" y="34383"/>
                </a:lnTo>
                <a:close/>
              </a:path>
            </a:pathLst>
          </a:custGeom>
          <a:solidFill>
            <a:srgbClr val="855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25" name="Kształt 179"/>
          <p:cNvSpPr/>
          <p:nvPr/>
        </p:nvSpPr>
        <p:spPr>
          <a:xfrm>
            <a:off x="10469992" y="4527179"/>
            <a:ext cx="33055" cy="126304"/>
          </a:xfrm>
          <a:custGeom>
            <a:avLst/>
            <a:gdLst/>
            <a:ahLst/>
            <a:cxnLst/>
            <a:rect l="0" t="0" r="r" b="b"/>
            <a:pathLst>
              <a:path w="33055" h="126304">
                <a:moveTo>
                  <a:pt x="0" y="0"/>
                </a:moveTo>
                <a:lnTo>
                  <a:pt x="24426" y="19780"/>
                </a:lnTo>
                <a:lnTo>
                  <a:pt x="33055" y="101878"/>
                </a:lnTo>
                <a:lnTo>
                  <a:pt x="13275" y="126304"/>
                </a:lnTo>
                <a:close/>
              </a:path>
            </a:pathLst>
          </a:custGeom>
          <a:solidFill>
            <a:srgbClr val="7A4A2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26" name="Kształt 180"/>
          <p:cNvSpPr/>
          <p:nvPr/>
        </p:nvSpPr>
        <p:spPr>
          <a:xfrm>
            <a:off x="10589147" y="4512576"/>
            <a:ext cx="33055" cy="126304"/>
          </a:xfrm>
          <a:custGeom>
            <a:avLst/>
            <a:gdLst/>
            <a:ahLst/>
            <a:cxnLst/>
            <a:rect l="0" t="0" r="r" b="b"/>
            <a:pathLst>
              <a:path w="33055" h="126304">
                <a:moveTo>
                  <a:pt x="19780" y="0"/>
                </a:moveTo>
                <a:lnTo>
                  <a:pt x="33055" y="126304"/>
                </a:lnTo>
                <a:lnTo>
                  <a:pt x="8629" y="106524"/>
                </a:lnTo>
                <a:lnTo>
                  <a:pt x="0" y="24426"/>
                </a:lnTo>
                <a:close/>
              </a:path>
            </a:pathLst>
          </a:custGeom>
          <a:solidFill>
            <a:srgbClr val="5A332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27" name="Kształt 181"/>
          <p:cNvSpPr/>
          <p:nvPr/>
        </p:nvSpPr>
        <p:spPr>
          <a:xfrm>
            <a:off x="10483268" y="4619100"/>
            <a:ext cx="138935" cy="34383"/>
          </a:xfrm>
          <a:custGeom>
            <a:avLst/>
            <a:gdLst/>
            <a:ahLst/>
            <a:cxnLst/>
            <a:rect l="0" t="0" r="r" b="b"/>
            <a:pathLst>
              <a:path w="138935" h="34383">
                <a:moveTo>
                  <a:pt x="0" y="34383"/>
                </a:moveTo>
                <a:lnTo>
                  <a:pt x="19780" y="9956"/>
                </a:lnTo>
                <a:lnTo>
                  <a:pt x="114508" y="0"/>
                </a:lnTo>
                <a:lnTo>
                  <a:pt x="138935" y="19780"/>
                </a:lnTo>
                <a:close/>
              </a:path>
            </a:pathLst>
          </a:custGeom>
          <a:solidFill>
            <a:srgbClr val="4A2A1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28" name="Kształt 182"/>
          <p:cNvSpPr/>
          <p:nvPr/>
        </p:nvSpPr>
        <p:spPr>
          <a:xfrm>
            <a:off x="10494419" y="4537003"/>
            <a:ext cx="103357" cy="92054"/>
          </a:xfrm>
          <a:custGeom>
            <a:avLst/>
            <a:gdLst/>
            <a:ahLst/>
            <a:cxnLst/>
            <a:rect l="0" t="0" r="r" b="b"/>
            <a:pathLst>
              <a:path w="103357" h="92054">
                <a:moveTo>
                  <a:pt x="0" y="9956"/>
                </a:moveTo>
                <a:lnTo>
                  <a:pt x="94728" y="0"/>
                </a:lnTo>
                <a:lnTo>
                  <a:pt x="103357" y="82098"/>
                </a:lnTo>
                <a:lnTo>
                  <a:pt x="8629" y="92054"/>
                </a:lnTo>
                <a:close/>
              </a:path>
            </a:pathLst>
          </a:custGeom>
          <a:solidFill>
            <a:srgbClr val="6D402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29" name="Kształt 183"/>
          <p:cNvSpPr/>
          <p:nvPr/>
        </p:nvSpPr>
        <p:spPr>
          <a:xfrm>
            <a:off x="10484595" y="4651511"/>
            <a:ext cx="138935" cy="34383"/>
          </a:xfrm>
          <a:custGeom>
            <a:avLst/>
            <a:gdLst/>
            <a:ahLst/>
            <a:cxnLst/>
            <a:rect l="0" t="0" r="r" b="b"/>
            <a:pathLst>
              <a:path w="138935" h="34383">
                <a:moveTo>
                  <a:pt x="0" y="14603"/>
                </a:moveTo>
                <a:lnTo>
                  <a:pt x="138935" y="0"/>
                </a:lnTo>
                <a:lnTo>
                  <a:pt x="119155" y="24426"/>
                </a:lnTo>
                <a:lnTo>
                  <a:pt x="24426" y="34383"/>
                </a:lnTo>
                <a:close/>
              </a:path>
            </a:pathLst>
          </a:custGeom>
          <a:solidFill>
            <a:srgbClr val="855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30" name="Kształt 184"/>
          <p:cNvSpPr/>
          <p:nvPr/>
        </p:nvSpPr>
        <p:spPr>
          <a:xfrm>
            <a:off x="10484595" y="4666114"/>
            <a:ext cx="33055" cy="126304"/>
          </a:xfrm>
          <a:custGeom>
            <a:avLst/>
            <a:gdLst/>
            <a:ahLst/>
            <a:cxnLst/>
            <a:rect l="0" t="0" r="r" b="b"/>
            <a:pathLst>
              <a:path w="33055" h="126304">
                <a:moveTo>
                  <a:pt x="0" y="0"/>
                </a:moveTo>
                <a:lnTo>
                  <a:pt x="24426" y="19780"/>
                </a:lnTo>
                <a:lnTo>
                  <a:pt x="33055" y="101878"/>
                </a:lnTo>
                <a:lnTo>
                  <a:pt x="13275" y="126304"/>
                </a:lnTo>
                <a:close/>
              </a:path>
            </a:pathLst>
          </a:custGeom>
          <a:solidFill>
            <a:srgbClr val="7A4A2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31" name="Kształt 185"/>
          <p:cNvSpPr/>
          <p:nvPr/>
        </p:nvSpPr>
        <p:spPr>
          <a:xfrm>
            <a:off x="10603750" y="4651511"/>
            <a:ext cx="33055" cy="126304"/>
          </a:xfrm>
          <a:custGeom>
            <a:avLst/>
            <a:gdLst/>
            <a:ahLst/>
            <a:cxnLst/>
            <a:rect l="0" t="0" r="r" b="b"/>
            <a:pathLst>
              <a:path w="33055" h="126304">
                <a:moveTo>
                  <a:pt x="19780" y="0"/>
                </a:moveTo>
                <a:lnTo>
                  <a:pt x="33055" y="126304"/>
                </a:lnTo>
                <a:lnTo>
                  <a:pt x="8629" y="106524"/>
                </a:lnTo>
                <a:lnTo>
                  <a:pt x="0" y="24426"/>
                </a:lnTo>
                <a:close/>
              </a:path>
            </a:pathLst>
          </a:custGeom>
          <a:solidFill>
            <a:srgbClr val="5A332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32" name="Kształt 186"/>
          <p:cNvSpPr/>
          <p:nvPr/>
        </p:nvSpPr>
        <p:spPr>
          <a:xfrm>
            <a:off x="10497870" y="4758035"/>
            <a:ext cx="138935" cy="34383"/>
          </a:xfrm>
          <a:custGeom>
            <a:avLst/>
            <a:gdLst/>
            <a:ahLst/>
            <a:cxnLst/>
            <a:rect l="0" t="0" r="r" b="b"/>
            <a:pathLst>
              <a:path w="138935" h="34383">
                <a:moveTo>
                  <a:pt x="0" y="34383"/>
                </a:moveTo>
                <a:lnTo>
                  <a:pt x="19780" y="9956"/>
                </a:lnTo>
                <a:lnTo>
                  <a:pt x="114508" y="0"/>
                </a:lnTo>
                <a:lnTo>
                  <a:pt x="138935" y="19780"/>
                </a:lnTo>
                <a:close/>
              </a:path>
            </a:pathLst>
          </a:custGeom>
          <a:solidFill>
            <a:srgbClr val="4A2A1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33" name="Kształt 187"/>
          <p:cNvSpPr/>
          <p:nvPr/>
        </p:nvSpPr>
        <p:spPr>
          <a:xfrm>
            <a:off x="10509021" y="4675937"/>
            <a:ext cx="103357" cy="92054"/>
          </a:xfrm>
          <a:custGeom>
            <a:avLst/>
            <a:gdLst/>
            <a:ahLst/>
            <a:cxnLst/>
            <a:rect l="0" t="0" r="r" b="b"/>
            <a:pathLst>
              <a:path w="103357" h="92054">
                <a:moveTo>
                  <a:pt x="0" y="9956"/>
                </a:moveTo>
                <a:lnTo>
                  <a:pt x="94728" y="0"/>
                </a:lnTo>
                <a:lnTo>
                  <a:pt x="103357" y="82098"/>
                </a:lnTo>
                <a:lnTo>
                  <a:pt x="8629" y="92054"/>
                </a:lnTo>
                <a:close/>
              </a:path>
            </a:pathLst>
          </a:custGeom>
          <a:solidFill>
            <a:srgbClr val="6D402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34" name="Kształt 188"/>
          <p:cNvSpPr/>
          <p:nvPr/>
        </p:nvSpPr>
        <p:spPr>
          <a:xfrm>
            <a:off x="10606955" y="4357711"/>
            <a:ext cx="138935" cy="34383"/>
          </a:xfrm>
          <a:custGeom>
            <a:avLst/>
            <a:gdLst/>
            <a:ahLst/>
            <a:cxnLst/>
            <a:rect l="0" t="0" r="r" b="b"/>
            <a:pathLst>
              <a:path w="138935" h="34383">
                <a:moveTo>
                  <a:pt x="0" y="14603"/>
                </a:moveTo>
                <a:lnTo>
                  <a:pt x="138935" y="0"/>
                </a:lnTo>
                <a:lnTo>
                  <a:pt x="119155" y="24426"/>
                </a:lnTo>
                <a:lnTo>
                  <a:pt x="24426" y="34383"/>
                </a:lnTo>
                <a:close/>
              </a:path>
            </a:pathLst>
          </a:custGeom>
          <a:solidFill>
            <a:srgbClr val="855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35" name="Kształt 189"/>
          <p:cNvSpPr/>
          <p:nvPr/>
        </p:nvSpPr>
        <p:spPr>
          <a:xfrm>
            <a:off x="10606955" y="4372314"/>
            <a:ext cx="33055" cy="126304"/>
          </a:xfrm>
          <a:custGeom>
            <a:avLst/>
            <a:gdLst/>
            <a:ahLst/>
            <a:cxnLst/>
            <a:rect l="0" t="0" r="r" b="b"/>
            <a:pathLst>
              <a:path w="33055" h="126304">
                <a:moveTo>
                  <a:pt x="0" y="0"/>
                </a:moveTo>
                <a:lnTo>
                  <a:pt x="24426" y="19780"/>
                </a:lnTo>
                <a:lnTo>
                  <a:pt x="33055" y="101878"/>
                </a:lnTo>
                <a:lnTo>
                  <a:pt x="13275" y="126304"/>
                </a:lnTo>
                <a:close/>
              </a:path>
            </a:pathLst>
          </a:custGeom>
          <a:solidFill>
            <a:srgbClr val="7A4A2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36" name="Kształt 190"/>
          <p:cNvSpPr/>
          <p:nvPr/>
        </p:nvSpPr>
        <p:spPr>
          <a:xfrm>
            <a:off x="10726110" y="4357711"/>
            <a:ext cx="33055" cy="126304"/>
          </a:xfrm>
          <a:custGeom>
            <a:avLst/>
            <a:gdLst/>
            <a:ahLst/>
            <a:cxnLst/>
            <a:rect l="0" t="0" r="r" b="b"/>
            <a:pathLst>
              <a:path w="33055" h="126304">
                <a:moveTo>
                  <a:pt x="19780" y="0"/>
                </a:moveTo>
                <a:lnTo>
                  <a:pt x="33055" y="126304"/>
                </a:lnTo>
                <a:lnTo>
                  <a:pt x="8629" y="106524"/>
                </a:lnTo>
                <a:lnTo>
                  <a:pt x="0" y="24426"/>
                </a:lnTo>
                <a:close/>
              </a:path>
            </a:pathLst>
          </a:custGeom>
          <a:solidFill>
            <a:srgbClr val="5A332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37" name="Kształt 191"/>
          <p:cNvSpPr/>
          <p:nvPr/>
        </p:nvSpPr>
        <p:spPr>
          <a:xfrm>
            <a:off x="10620230" y="4464236"/>
            <a:ext cx="138935" cy="34383"/>
          </a:xfrm>
          <a:custGeom>
            <a:avLst/>
            <a:gdLst/>
            <a:ahLst/>
            <a:cxnLst/>
            <a:rect l="0" t="0" r="r" b="b"/>
            <a:pathLst>
              <a:path w="138935" h="34383">
                <a:moveTo>
                  <a:pt x="0" y="34383"/>
                </a:moveTo>
                <a:lnTo>
                  <a:pt x="19780" y="9956"/>
                </a:lnTo>
                <a:lnTo>
                  <a:pt x="114508" y="0"/>
                </a:lnTo>
                <a:lnTo>
                  <a:pt x="138935" y="19780"/>
                </a:lnTo>
                <a:close/>
              </a:path>
            </a:pathLst>
          </a:custGeom>
          <a:solidFill>
            <a:srgbClr val="4A2A1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38" name="Kształt 192"/>
          <p:cNvSpPr/>
          <p:nvPr/>
        </p:nvSpPr>
        <p:spPr>
          <a:xfrm>
            <a:off x="10631381" y="4382138"/>
            <a:ext cx="103357" cy="92054"/>
          </a:xfrm>
          <a:custGeom>
            <a:avLst/>
            <a:gdLst/>
            <a:ahLst/>
            <a:cxnLst/>
            <a:rect l="0" t="0" r="r" b="b"/>
            <a:pathLst>
              <a:path w="103357" h="92054">
                <a:moveTo>
                  <a:pt x="0" y="9956"/>
                </a:moveTo>
                <a:lnTo>
                  <a:pt x="94728" y="0"/>
                </a:lnTo>
                <a:lnTo>
                  <a:pt x="103357" y="82098"/>
                </a:lnTo>
                <a:lnTo>
                  <a:pt x="8629" y="92054"/>
                </a:lnTo>
                <a:close/>
              </a:path>
            </a:pathLst>
          </a:custGeom>
          <a:solidFill>
            <a:srgbClr val="6D402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39" name="Kształt 193"/>
          <p:cNvSpPr/>
          <p:nvPr/>
        </p:nvSpPr>
        <p:spPr>
          <a:xfrm>
            <a:off x="10621558" y="4496646"/>
            <a:ext cx="138935" cy="34383"/>
          </a:xfrm>
          <a:custGeom>
            <a:avLst/>
            <a:gdLst/>
            <a:ahLst/>
            <a:cxnLst/>
            <a:rect l="0" t="0" r="r" b="b"/>
            <a:pathLst>
              <a:path w="138935" h="34383">
                <a:moveTo>
                  <a:pt x="0" y="14603"/>
                </a:moveTo>
                <a:lnTo>
                  <a:pt x="138935" y="0"/>
                </a:lnTo>
                <a:lnTo>
                  <a:pt x="119155" y="24426"/>
                </a:lnTo>
                <a:lnTo>
                  <a:pt x="24426" y="34383"/>
                </a:lnTo>
                <a:close/>
              </a:path>
            </a:pathLst>
          </a:custGeom>
          <a:solidFill>
            <a:srgbClr val="855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40" name="Kształt 194"/>
          <p:cNvSpPr/>
          <p:nvPr/>
        </p:nvSpPr>
        <p:spPr>
          <a:xfrm>
            <a:off x="10621558" y="4511249"/>
            <a:ext cx="33055" cy="126304"/>
          </a:xfrm>
          <a:custGeom>
            <a:avLst/>
            <a:gdLst/>
            <a:ahLst/>
            <a:cxnLst/>
            <a:rect l="0" t="0" r="r" b="b"/>
            <a:pathLst>
              <a:path w="33055" h="126304">
                <a:moveTo>
                  <a:pt x="0" y="0"/>
                </a:moveTo>
                <a:lnTo>
                  <a:pt x="24426" y="19780"/>
                </a:lnTo>
                <a:lnTo>
                  <a:pt x="33055" y="101878"/>
                </a:lnTo>
                <a:lnTo>
                  <a:pt x="13275" y="126304"/>
                </a:lnTo>
                <a:close/>
              </a:path>
            </a:pathLst>
          </a:custGeom>
          <a:solidFill>
            <a:srgbClr val="7A4A2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41" name="Kształt 195"/>
          <p:cNvSpPr/>
          <p:nvPr/>
        </p:nvSpPr>
        <p:spPr>
          <a:xfrm>
            <a:off x="10740712" y="4496646"/>
            <a:ext cx="33055" cy="126304"/>
          </a:xfrm>
          <a:custGeom>
            <a:avLst/>
            <a:gdLst/>
            <a:ahLst/>
            <a:cxnLst/>
            <a:rect l="0" t="0" r="r" b="b"/>
            <a:pathLst>
              <a:path w="33055" h="126304">
                <a:moveTo>
                  <a:pt x="19780" y="0"/>
                </a:moveTo>
                <a:lnTo>
                  <a:pt x="33055" y="126304"/>
                </a:lnTo>
                <a:lnTo>
                  <a:pt x="8629" y="106524"/>
                </a:lnTo>
                <a:lnTo>
                  <a:pt x="0" y="24426"/>
                </a:lnTo>
                <a:close/>
              </a:path>
            </a:pathLst>
          </a:custGeom>
          <a:solidFill>
            <a:srgbClr val="5A332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42" name="Kształt 196"/>
          <p:cNvSpPr/>
          <p:nvPr/>
        </p:nvSpPr>
        <p:spPr>
          <a:xfrm>
            <a:off x="10634833" y="4603170"/>
            <a:ext cx="138935" cy="34383"/>
          </a:xfrm>
          <a:custGeom>
            <a:avLst/>
            <a:gdLst/>
            <a:ahLst/>
            <a:cxnLst/>
            <a:rect l="0" t="0" r="r" b="b"/>
            <a:pathLst>
              <a:path w="138935" h="34383">
                <a:moveTo>
                  <a:pt x="0" y="34383"/>
                </a:moveTo>
                <a:lnTo>
                  <a:pt x="19780" y="9956"/>
                </a:lnTo>
                <a:lnTo>
                  <a:pt x="114508" y="0"/>
                </a:lnTo>
                <a:lnTo>
                  <a:pt x="138935" y="19780"/>
                </a:lnTo>
                <a:close/>
              </a:path>
            </a:pathLst>
          </a:custGeom>
          <a:solidFill>
            <a:srgbClr val="4A2A1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43" name="Kształt 197"/>
          <p:cNvSpPr/>
          <p:nvPr/>
        </p:nvSpPr>
        <p:spPr>
          <a:xfrm>
            <a:off x="10645984" y="4521072"/>
            <a:ext cx="103357" cy="92054"/>
          </a:xfrm>
          <a:custGeom>
            <a:avLst/>
            <a:gdLst/>
            <a:ahLst/>
            <a:cxnLst/>
            <a:rect l="0" t="0" r="r" b="b"/>
            <a:pathLst>
              <a:path w="103357" h="92054">
                <a:moveTo>
                  <a:pt x="0" y="9956"/>
                </a:moveTo>
                <a:lnTo>
                  <a:pt x="94728" y="0"/>
                </a:lnTo>
                <a:lnTo>
                  <a:pt x="103357" y="82098"/>
                </a:lnTo>
                <a:lnTo>
                  <a:pt x="8629" y="92054"/>
                </a:lnTo>
                <a:close/>
              </a:path>
            </a:pathLst>
          </a:custGeom>
          <a:solidFill>
            <a:srgbClr val="6D402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44" name="Kształt 198"/>
          <p:cNvSpPr/>
          <p:nvPr/>
        </p:nvSpPr>
        <p:spPr>
          <a:xfrm>
            <a:off x="10636160" y="4635581"/>
            <a:ext cx="138935" cy="34383"/>
          </a:xfrm>
          <a:custGeom>
            <a:avLst/>
            <a:gdLst/>
            <a:ahLst/>
            <a:cxnLst/>
            <a:rect l="0" t="0" r="r" b="b"/>
            <a:pathLst>
              <a:path w="138935" h="34383">
                <a:moveTo>
                  <a:pt x="0" y="14603"/>
                </a:moveTo>
                <a:lnTo>
                  <a:pt x="138935" y="0"/>
                </a:lnTo>
                <a:lnTo>
                  <a:pt x="119155" y="24426"/>
                </a:lnTo>
                <a:lnTo>
                  <a:pt x="24426" y="34383"/>
                </a:lnTo>
                <a:close/>
              </a:path>
            </a:pathLst>
          </a:custGeom>
          <a:solidFill>
            <a:srgbClr val="855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45" name="Kształt 199"/>
          <p:cNvSpPr/>
          <p:nvPr/>
        </p:nvSpPr>
        <p:spPr>
          <a:xfrm>
            <a:off x="10636160" y="4650183"/>
            <a:ext cx="33055" cy="126304"/>
          </a:xfrm>
          <a:custGeom>
            <a:avLst/>
            <a:gdLst/>
            <a:ahLst/>
            <a:cxnLst/>
            <a:rect l="0" t="0" r="r" b="b"/>
            <a:pathLst>
              <a:path w="33055" h="126304">
                <a:moveTo>
                  <a:pt x="0" y="0"/>
                </a:moveTo>
                <a:lnTo>
                  <a:pt x="24426" y="19780"/>
                </a:lnTo>
                <a:lnTo>
                  <a:pt x="33055" y="101878"/>
                </a:lnTo>
                <a:lnTo>
                  <a:pt x="13275" y="126304"/>
                </a:lnTo>
                <a:close/>
              </a:path>
            </a:pathLst>
          </a:custGeom>
          <a:solidFill>
            <a:srgbClr val="7A4A2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46" name="Kształt 200"/>
          <p:cNvSpPr/>
          <p:nvPr/>
        </p:nvSpPr>
        <p:spPr>
          <a:xfrm>
            <a:off x="10755315" y="4635581"/>
            <a:ext cx="33055" cy="126304"/>
          </a:xfrm>
          <a:custGeom>
            <a:avLst/>
            <a:gdLst/>
            <a:ahLst/>
            <a:cxnLst/>
            <a:rect l="0" t="0" r="r" b="b"/>
            <a:pathLst>
              <a:path w="33055" h="126304">
                <a:moveTo>
                  <a:pt x="19780" y="0"/>
                </a:moveTo>
                <a:lnTo>
                  <a:pt x="33055" y="126304"/>
                </a:lnTo>
                <a:lnTo>
                  <a:pt x="8629" y="106524"/>
                </a:lnTo>
                <a:lnTo>
                  <a:pt x="0" y="24426"/>
                </a:lnTo>
                <a:close/>
              </a:path>
            </a:pathLst>
          </a:custGeom>
          <a:solidFill>
            <a:srgbClr val="5A332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47" name="Kształt 201"/>
          <p:cNvSpPr/>
          <p:nvPr/>
        </p:nvSpPr>
        <p:spPr>
          <a:xfrm>
            <a:off x="10649435" y="4742105"/>
            <a:ext cx="138935" cy="34383"/>
          </a:xfrm>
          <a:custGeom>
            <a:avLst/>
            <a:gdLst/>
            <a:ahLst/>
            <a:cxnLst/>
            <a:rect l="0" t="0" r="r" b="b"/>
            <a:pathLst>
              <a:path w="138935" h="34383">
                <a:moveTo>
                  <a:pt x="0" y="34383"/>
                </a:moveTo>
                <a:lnTo>
                  <a:pt x="19780" y="9956"/>
                </a:lnTo>
                <a:lnTo>
                  <a:pt x="114508" y="0"/>
                </a:lnTo>
                <a:lnTo>
                  <a:pt x="138935" y="19780"/>
                </a:lnTo>
                <a:close/>
              </a:path>
            </a:pathLst>
          </a:custGeom>
          <a:solidFill>
            <a:srgbClr val="4A2A1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48" name="Kształt 202"/>
          <p:cNvSpPr/>
          <p:nvPr/>
        </p:nvSpPr>
        <p:spPr>
          <a:xfrm>
            <a:off x="10660587" y="4660007"/>
            <a:ext cx="103357" cy="92054"/>
          </a:xfrm>
          <a:custGeom>
            <a:avLst/>
            <a:gdLst/>
            <a:ahLst/>
            <a:cxnLst/>
            <a:rect l="0" t="0" r="r" b="b"/>
            <a:pathLst>
              <a:path w="103357" h="92054">
                <a:moveTo>
                  <a:pt x="0" y="9956"/>
                </a:moveTo>
                <a:lnTo>
                  <a:pt x="94728" y="0"/>
                </a:lnTo>
                <a:lnTo>
                  <a:pt x="103357" y="82098"/>
                </a:lnTo>
                <a:lnTo>
                  <a:pt x="8629" y="92054"/>
                </a:lnTo>
                <a:close/>
              </a:path>
            </a:pathLst>
          </a:custGeom>
          <a:solidFill>
            <a:srgbClr val="6D402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49" name="Kształt 203"/>
          <p:cNvSpPr/>
          <p:nvPr/>
        </p:nvSpPr>
        <p:spPr>
          <a:xfrm>
            <a:off x="10758520" y="4341781"/>
            <a:ext cx="138935" cy="34383"/>
          </a:xfrm>
          <a:custGeom>
            <a:avLst/>
            <a:gdLst/>
            <a:ahLst/>
            <a:cxnLst/>
            <a:rect l="0" t="0" r="r" b="b"/>
            <a:pathLst>
              <a:path w="138935" h="34383">
                <a:moveTo>
                  <a:pt x="0" y="14603"/>
                </a:moveTo>
                <a:lnTo>
                  <a:pt x="138935" y="0"/>
                </a:lnTo>
                <a:lnTo>
                  <a:pt x="119155" y="24426"/>
                </a:lnTo>
                <a:lnTo>
                  <a:pt x="24426" y="34383"/>
                </a:lnTo>
                <a:close/>
              </a:path>
            </a:pathLst>
          </a:custGeom>
          <a:solidFill>
            <a:srgbClr val="855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50" name="Kształt 204"/>
          <p:cNvSpPr/>
          <p:nvPr/>
        </p:nvSpPr>
        <p:spPr>
          <a:xfrm>
            <a:off x="10758520" y="4356384"/>
            <a:ext cx="33055" cy="126304"/>
          </a:xfrm>
          <a:custGeom>
            <a:avLst/>
            <a:gdLst/>
            <a:ahLst/>
            <a:cxnLst/>
            <a:rect l="0" t="0" r="r" b="b"/>
            <a:pathLst>
              <a:path w="33055" h="126304">
                <a:moveTo>
                  <a:pt x="0" y="0"/>
                </a:moveTo>
                <a:lnTo>
                  <a:pt x="24426" y="19780"/>
                </a:lnTo>
                <a:lnTo>
                  <a:pt x="33055" y="101878"/>
                </a:lnTo>
                <a:lnTo>
                  <a:pt x="13275" y="126304"/>
                </a:lnTo>
                <a:close/>
              </a:path>
            </a:pathLst>
          </a:custGeom>
          <a:solidFill>
            <a:srgbClr val="7A4A2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51" name="Kształt 205"/>
          <p:cNvSpPr/>
          <p:nvPr/>
        </p:nvSpPr>
        <p:spPr>
          <a:xfrm>
            <a:off x="10877675" y="4341781"/>
            <a:ext cx="33055" cy="126304"/>
          </a:xfrm>
          <a:custGeom>
            <a:avLst/>
            <a:gdLst/>
            <a:ahLst/>
            <a:cxnLst/>
            <a:rect l="0" t="0" r="r" b="b"/>
            <a:pathLst>
              <a:path w="33055" h="126304">
                <a:moveTo>
                  <a:pt x="19780" y="0"/>
                </a:moveTo>
                <a:lnTo>
                  <a:pt x="33055" y="126304"/>
                </a:lnTo>
                <a:lnTo>
                  <a:pt x="8629" y="106524"/>
                </a:lnTo>
                <a:lnTo>
                  <a:pt x="0" y="24426"/>
                </a:lnTo>
                <a:close/>
              </a:path>
            </a:pathLst>
          </a:custGeom>
          <a:solidFill>
            <a:srgbClr val="5A332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52" name="Kształt 206"/>
          <p:cNvSpPr/>
          <p:nvPr/>
        </p:nvSpPr>
        <p:spPr>
          <a:xfrm>
            <a:off x="10771795" y="4448305"/>
            <a:ext cx="138935" cy="34383"/>
          </a:xfrm>
          <a:custGeom>
            <a:avLst/>
            <a:gdLst/>
            <a:ahLst/>
            <a:cxnLst/>
            <a:rect l="0" t="0" r="r" b="b"/>
            <a:pathLst>
              <a:path w="138935" h="34383">
                <a:moveTo>
                  <a:pt x="0" y="34383"/>
                </a:moveTo>
                <a:lnTo>
                  <a:pt x="19780" y="9956"/>
                </a:lnTo>
                <a:lnTo>
                  <a:pt x="114508" y="0"/>
                </a:lnTo>
                <a:lnTo>
                  <a:pt x="138935" y="19780"/>
                </a:lnTo>
                <a:close/>
              </a:path>
            </a:pathLst>
          </a:custGeom>
          <a:solidFill>
            <a:srgbClr val="4A2A1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53" name="Kształt 207"/>
          <p:cNvSpPr/>
          <p:nvPr/>
        </p:nvSpPr>
        <p:spPr>
          <a:xfrm>
            <a:off x="10782947" y="4366208"/>
            <a:ext cx="103357" cy="92054"/>
          </a:xfrm>
          <a:custGeom>
            <a:avLst/>
            <a:gdLst/>
            <a:ahLst/>
            <a:cxnLst/>
            <a:rect l="0" t="0" r="r" b="b"/>
            <a:pathLst>
              <a:path w="103357" h="92054">
                <a:moveTo>
                  <a:pt x="0" y="9956"/>
                </a:moveTo>
                <a:lnTo>
                  <a:pt x="94728" y="0"/>
                </a:lnTo>
                <a:lnTo>
                  <a:pt x="103357" y="82098"/>
                </a:lnTo>
                <a:lnTo>
                  <a:pt x="8629" y="92054"/>
                </a:lnTo>
                <a:close/>
              </a:path>
            </a:pathLst>
          </a:custGeom>
          <a:solidFill>
            <a:srgbClr val="6D402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54" name="Kształt 208"/>
          <p:cNvSpPr/>
          <p:nvPr/>
        </p:nvSpPr>
        <p:spPr>
          <a:xfrm>
            <a:off x="10773123" y="4480716"/>
            <a:ext cx="138935" cy="34383"/>
          </a:xfrm>
          <a:custGeom>
            <a:avLst/>
            <a:gdLst/>
            <a:ahLst/>
            <a:cxnLst/>
            <a:rect l="0" t="0" r="r" b="b"/>
            <a:pathLst>
              <a:path w="138935" h="34383">
                <a:moveTo>
                  <a:pt x="0" y="14603"/>
                </a:moveTo>
                <a:lnTo>
                  <a:pt x="138935" y="0"/>
                </a:lnTo>
                <a:lnTo>
                  <a:pt x="119155" y="24426"/>
                </a:lnTo>
                <a:lnTo>
                  <a:pt x="24426" y="34383"/>
                </a:lnTo>
                <a:close/>
              </a:path>
            </a:pathLst>
          </a:custGeom>
          <a:solidFill>
            <a:srgbClr val="855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55" name="Kształt 209"/>
          <p:cNvSpPr/>
          <p:nvPr/>
        </p:nvSpPr>
        <p:spPr>
          <a:xfrm>
            <a:off x="10773123" y="4495319"/>
            <a:ext cx="33055" cy="126304"/>
          </a:xfrm>
          <a:custGeom>
            <a:avLst/>
            <a:gdLst/>
            <a:ahLst/>
            <a:cxnLst/>
            <a:rect l="0" t="0" r="r" b="b"/>
            <a:pathLst>
              <a:path w="33055" h="126304">
                <a:moveTo>
                  <a:pt x="0" y="0"/>
                </a:moveTo>
                <a:lnTo>
                  <a:pt x="24426" y="19780"/>
                </a:lnTo>
                <a:lnTo>
                  <a:pt x="33055" y="101878"/>
                </a:lnTo>
                <a:lnTo>
                  <a:pt x="13275" y="126304"/>
                </a:lnTo>
                <a:close/>
              </a:path>
            </a:pathLst>
          </a:custGeom>
          <a:solidFill>
            <a:srgbClr val="7A4A2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56" name="Kształt 210"/>
          <p:cNvSpPr/>
          <p:nvPr/>
        </p:nvSpPr>
        <p:spPr>
          <a:xfrm>
            <a:off x="10892277" y="4480716"/>
            <a:ext cx="33055" cy="126304"/>
          </a:xfrm>
          <a:custGeom>
            <a:avLst/>
            <a:gdLst/>
            <a:ahLst/>
            <a:cxnLst/>
            <a:rect l="0" t="0" r="r" b="b"/>
            <a:pathLst>
              <a:path w="33055" h="126304">
                <a:moveTo>
                  <a:pt x="19780" y="0"/>
                </a:moveTo>
                <a:lnTo>
                  <a:pt x="33055" y="126304"/>
                </a:lnTo>
                <a:lnTo>
                  <a:pt x="8629" y="106524"/>
                </a:lnTo>
                <a:lnTo>
                  <a:pt x="0" y="24426"/>
                </a:lnTo>
                <a:close/>
              </a:path>
            </a:pathLst>
          </a:custGeom>
          <a:solidFill>
            <a:srgbClr val="5A332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57" name="Kształt 211"/>
          <p:cNvSpPr/>
          <p:nvPr/>
        </p:nvSpPr>
        <p:spPr>
          <a:xfrm>
            <a:off x="10786398" y="4587240"/>
            <a:ext cx="138935" cy="34383"/>
          </a:xfrm>
          <a:custGeom>
            <a:avLst/>
            <a:gdLst/>
            <a:ahLst/>
            <a:cxnLst/>
            <a:rect l="0" t="0" r="r" b="b"/>
            <a:pathLst>
              <a:path w="138935" h="34383">
                <a:moveTo>
                  <a:pt x="0" y="34383"/>
                </a:moveTo>
                <a:lnTo>
                  <a:pt x="19780" y="9956"/>
                </a:lnTo>
                <a:lnTo>
                  <a:pt x="114508" y="0"/>
                </a:lnTo>
                <a:lnTo>
                  <a:pt x="138935" y="19780"/>
                </a:lnTo>
                <a:close/>
              </a:path>
            </a:pathLst>
          </a:custGeom>
          <a:solidFill>
            <a:srgbClr val="4A2A1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58" name="Kształt 212"/>
          <p:cNvSpPr/>
          <p:nvPr/>
        </p:nvSpPr>
        <p:spPr>
          <a:xfrm>
            <a:off x="10797549" y="4505142"/>
            <a:ext cx="103357" cy="92054"/>
          </a:xfrm>
          <a:custGeom>
            <a:avLst/>
            <a:gdLst/>
            <a:ahLst/>
            <a:cxnLst/>
            <a:rect l="0" t="0" r="r" b="b"/>
            <a:pathLst>
              <a:path w="103357" h="92054">
                <a:moveTo>
                  <a:pt x="0" y="9956"/>
                </a:moveTo>
                <a:lnTo>
                  <a:pt x="94728" y="0"/>
                </a:lnTo>
                <a:lnTo>
                  <a:pt x="103357" y="82098"/>
                </a:lnTo>
                <a:lnTo>
                  <a:pt x="8629" y="92054"/>
                </a:lnTo>
                <a:close/>
              </a:path>
            </a:pathLst>
          </a:custGeom>
          <a:solidFill>
            <a:srgbClr val="6D402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59" name="Kształt 213"/>
          <p:cNvSpPr/>
          <p:nvPr/>
        </p:nvSpPr>
        <p:spPr>
          <a:xfrm>
            <a:off x="10787725" y="4619651"/>
            <a:ext cx="138935" cy="34383"/>
          </a:xfrm>
          <a:custGeom>
            <a:avLst/>
            <a:gdLst/>
            <a:ahLst/>
            <a:cxnLst/>
            <a:rect l="0" t="0" r="r" b="b"/>
            <a:pathLst>
              <a:path w="138935" h="34383">
                <a:moveTo>
                  <a:pt x="0" y="14603"/>
                </a:moveTo>
                <a:lnTo>
                  <a:pt x="138935" y="0"/>
                </a:lnTo>
                <a:lnTo>
                  <a:pt x="119155" y="24426"/>
                </a:lnTo>
                <a:lnTo>
                  <a:pt x="24426" y="34383"/>
                </a:lnTo>
                <a:close/>
              </a:path>
            </a:pathLst>
          </a:custGeom>
          <a:solidFill>
            <a:srgbClr val="855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60" name="Kształt 214"/>
          <p:cNvSpPr/>
          <p:nvPr/>
        </p:nvSpPr>
        <p:spPr>
          <a:xfrm>
            <a:off x="10787725" y="4634253"/>
            <a:ext cx="33055" cy="126304"/>
          </a:xfrm>
          <a:custGeom>
            <a:avLst/>
            <a:gdLst/>
            <a:ahLst/>
            <a:cxnLst/>
            <a:rect l="0" t="0" r="r" b="b"/>
            <a:pathLst>
              <a:path w="33055" h="126304">
                <a:moveTo>
                  <a:pt x="0" y="0"/>
                </a:moveTo>
                <a:lnTo>
                  <a:pt x="24426" y="19780"/>
                </a:lnTo>
                <a:lnTo>
                  <a:pt x="33055" y="101878"/>
                </a:lnTo>
                <a:lnTo>
                  <a:pt x="13275" y="126304"/>
                </a:lnTo>
                <a:close/>
              </a:path>
            </a:pathLst>
          </a:custGeom>
          <a:solidFill>
            <a:srgbClr val="7A4A2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61" name="Kształt 215"/>
          <p:cNvSpPr/>
          <p:nvPr/>
        </p:nvSpPr>
        <p:spPr>
          <a:xfrm>
            <a:off x="10906880" y="4619651"/>
            <a:ext cx="33055" cy="126304"/>
          </a:xfrm>
          <a:custGeom>
            <a:avLst/>
            <a:gdLst/>
            <a:ahLst/>
            <a:cxnLst/>
            <a:rect l="0" t="0" r="r" b="b"/>
            <a:pathLst>
              <a:path w="33055" h="126304">
                <a:moveTo>
                  <a:pt x="19780" y="0"/>
                </a:moveTo>
                <a:lnTo>
                  <a:pt x="33055" y="126304"/>
                </a:lnTo>
                <a:lnTo>
                  <a:pt x="8629" y="106524"/>
                </a:lnTo>
                <a:lnTo>
                  <a:pt x="0" y="24426"/>
                </a:lnTo>
                <a:close/>
              </a:path>
            </a:pathLst>
          </a:custGeom>
          <a:solidFill>
            <a:srgbClr val="5A332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62" name="Kształt 216"/>
          <p:cNvSpPr/>
          <p:nvPr/>
        </p:nvSpPr>
        <p:spPr>
          <a:xfrm>
            <a:off x="10801000" y="4726175"/>
            <a:ext cx="138935" cy="34383"/>
          </a:xfrm>
          <a:custGeom>
            <a:avLst/>
            <a:gdLst/>
            <a:ahLst/>
            <a:cxnLst/>
            <a:rect l="0" t="0" r="r" b="b"/>
            <a:pathLst>
              <a:path w="138935" h="34383">
                <a:moveTo>
                  <a:pt x="0" y="34383"/>
                </a:moveTo>
                <a:lnTo>
                  <a:pt x="19780" y="9956"/>
                </a:lnTo>
                <a:lnTo>
                  <a:pt x="114508" y="0"/>
                </a:lnTo>
                <a:lnTo>
                  <a:pt x="138935" y="19780"/>
                </a:lnTo>
                <a:close/>
              </a:path>
            </a:pathLst>
          </a:custGeom>
          <a:solidFill>
            <a:srgbClr val="4A2A1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63" name="Kształt 217"/>
          <p:cNvSpPr/>
          <p:nvPr/>
        </p:nvSpPr>
        <p:spPr>
          <a:xfrm>
            <a:off x="10812152" y="4644077"/>
            <a:ext cx="103357" cy="92054"/>
          </a:xfrm>
          <a:custGeom>
            <a:avLst/>
            <a:gdLst/>
            <a:ahLst/>
            <a:cxnLst/>
            <a:rect l="0" t="0" r="r" b="b"/>
            <a:pathLst>
              <a:path w="103357" h="92054">
                <a:moveTo>
                  <a:pt x="0" y="9956"/>
                </a:moveTo>
                <a:lnTo>
                  <a:pt x="94728" y="0"/>
                </a:lnTo>
                <a:lnTo>
                  <a:pt x="103357" y="82098"/>
                </a:lnTo>
                <a:lnTo>
                  <a:pt x="8629" y="92054"/>
                </a:lnTo>
                <a:close/>
              </a:path>
            </a:pathLst>
          </a:custGeom>
          <a:solidFill>
            <a:srgbClr val="6D402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64" name="Kształt 218"/>
          <p:cNvSpPr/>
          <p:nvPr/>
        </p:nvSpPr>
        <p:spPr>
          <a:xfrm>
            <a:off x="10497605" y="4354032"/>
            <a:ext cx="161806" cy="465315"/>
          </a:xfrm>
          <a:custGeom>
            <a:avLst/>
            <a:gdLst/>
            <a:ahLst/>
            <a:cxnLst/>
            <a:rect l="0" t="0" r="r" b="b"/>
            <a:pathLst>
              <a:path w="161806" h="465315">
                <a:moveTo>
                  <a:pt x="0" y="10620"/>
                </a:moveTo>
                <a:lnTo>
                  <a:pt x="101043" y="0"/>
                </a:lnTo>
                <a:lnTo>
                  <a:pt x="80429" y="46862"/>
                </a:lnTo>
                <a:lnTo>
                  <a:pt x="136261" y="92073"/>
                </a:lnTo>
                <a:lnTo>
                  <a:pt x="97364" y="147241"/>
                </a:lnTo>
                <a:lnTo>
                  <a:pt x="153196" y="192453"/>
                </a:lnTo>
                <a:lnTo>
                  <a:pt x="114299" y="247621"/>
                </a:lnTo>
                <a:lnTo>
                  <a:pt x="157501" y="294160"/>
                </a:lnTo>
                <a:lnTo>
                  <a:pt x="112289" y="349992"/>
                </a:lnTo>
                <a:lnTo>
                  <a:pt x="161806" y="395867"/>
                </a:lnTo>
                <a:lnTo>
                  <a:pt x="129888" y="456687"/>
                </a:lnTo>
                <a:lnTo>
                  <a:pt x="47790" y="465315"/>
                </a:lnTo>
                <a:close/>
              </a:path>
            </a:pathLst>
          </a:custGeom>
          <a:solidFill>
            <a:srgbClr val="C9CCD2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65" name="Kształt 219"/>
          <p:cNvSpPr/>
          <p:nvPr/>
        </p:nvSpPr>
        <p:spPr>
          <a:xfrm>
            <a:off x="10498269" y="4363002"/>
            <a:ext cx="136545" cy="450030"/>
          </a:xfrm>
          <a:custGeom>
            <a:avLst/>
            <a:gdLst/>
            <a:ahLst/>
            <a:cxnLst/>
            <a:rect l="0" t="0" r="r" b="b"/>
            <a:pathLst>
              <a:path w="136545" h="450030">
                <a:moveTo>
                  <a:pt x="0" y="7965"/>
                </a:moveTo>
                <a:lnTo>
                  <a:pt x="75783" y="0"/>
                </a:lnTo>
                <a:lnTo>
                  <a:pt x="61483" y="46198"/>
                </a:lnTo>
                <a:lnTo>
                  <a:pt x="111000" y="92073"/>
                </a:lnTo>
                <a:lnTo>
                  <a:pt x="78419" y="146577"/>
                </a:lnTo>
                <a:lnTo>
                  <a:pt x="127935" y="192453"/>
                </a:lnTo>
                <a:lnTo>
                  <a:pt x="95354" y="246957"/>
                </a:lnTo>
                <a:lnTo>
                  <a:pt x="132240" y="294160"/>
                </a:lnTo>
                <a:lnTo>
                  <a:pt x="93343" y="349328"/>
                </a:lnTo>
                <a:lnTo>
                  <a:pt x="136545" y="395867"/>
                </a:lnTo>
                <a:lnTo>
                  <a:pt x="109615" y="443392"/>
                </a:lnTo>
                <a:lnTo>
                  <a:pt x="46463" y="450030"/>
                </a:lnTo>
                <a:close/>
              </a:path>
            </a:pathLst>
          </a:custGeom>
          <a:solidFill>
            <a:srgbClr val="E8EAE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66" name="Kształt 220"/>
          <p:cNvSpPr/>
          <p:nvPr/>
        </p:nvSpPr>
        <p:spPr>
          <a:xfrm>
            <a:off x="10578679" y="4528525"/>
            <a:ext cx="29243" cy="63152"/>
          </a:xfrm>
          <a:custGeom>
            <a:avLst/>
            <a:gdLst/>
            <a:ahLst/>
            <a:cxnLst/>
            <a:rect l="0" t="0" r="r" b="b"/>
            <a:pathLst>
              <a:path w="29243" h="63152">
                <a:moveTo>
                  <a:pt x="0" y="0"/>
                </a:moveTo>
                <a:lnTo>
                  <a:pt x="29243" y="35236"/>
                </a:lnTo>
                <a:lnTo>
                  <a:pt x="6638" y="63152"/>
                </a:lnTo>
                <a:close/>
              </a:path>
            </a:pathLst>
          </a:cu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67" name="Kształt 221"/>
          <p:cNvSpPr/>
          <p:nvPr/>
        </p:nvSpPr>
        <p:spPr>
          <a:xfrm>
            <a:off x="10561421" y="4288225"/>
            <a:ext cx="97061" cy="81434"/>
          </a:xfrm>
          <a:custGeom>
            <a:avLst/>
            <a:gdLst/>
            <a:ahLst/>
            <a:cxnLst/>
            <a:rect l="0" t="0" r="r" b="b"/>
            <a:pathLst>
              <a:path w="97061" h="81434">
                <a:moveTo>
                  <a:pt x="0" y="76105"/>
                </a:moveTo>
                <a:lnTo>
                  <a:pt x="7320" y="24256"/>
                </a:lnTo>
                <a:lnTo>
                  <a:pt x="55851" y="0"/>
                </a:lnTo>
                <a:lnTo>
                  <a:pt x="97061" y="27594"/>
                </a:lnTo>
                <a:lnTo>
                  <a:pt x="56173" y="63816"/>
                </a:lnTo>
                <a:lnTo>
                  <a:pt x="70795" y="81434"/>
                </a:lnTo>
                <a:close/>
              </a:path>
            </a:pathLst>
          </a:custGeom>
          <a:solidFill>
            <a:srgbClr val="C9CCD2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68" name="Kształt 222"/>
          <p:cNvSpPr/>
          <p:nvPr/>
        </p:nvSpPr>
        <p:spPr>
          <a:xfrm rot="21240000">
            <a:off x="9697424" y="4384210"/>
            <a:ext cx="889000" cy="482600"/>
          </a:xfrm>
          <a:prstGeom prst="roundRect">
            <a:avLst>
              <a:gd name="adj" fmla="val 7895"/>
            </a:avLst>
          </a:prstGeom>
          <a:solidFill>
            <a:srgbClr val="7A3E22"/>
          </a:solidFill>
          <a:ln>
            <a:noFill/>
          </a:ln>
          <a:effectLst>
            <a:outerShdw blurRad="76200" dist="50800" dir="5400000" algn="ctr" rotWithShape="0">
              <a:srgbClr val="000000">
                <a:alpha val="13300"/>
              </a:srgbClr>
            </a:outerShdw>
          </a:effectLst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69" name="Linia 4"/>
          <p:cNvSpPr/>
          <p:nvPr/>
        </p:nvSpPr>
        <p:spPr>
          <a:xfrm rot="21240000">
            <a:off x="9699511" y="4424036"/>
            <a:ext cx="127000" cy="482600"/>
          </a:xfrm>
          <a:prstGeom prst="rect">
            <a:avLst/>
          </a:prstGeom>
          <a:solidFill>
            <a:srgbClr val="D6B15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70" name="Tekst: D"/>
          <p:cNvSpPr txBox="1"/>
          <p:nvPr/>
        </p:nvSpPr>
        <p:spPr>
          <a:xfrm rot="21240000">
            <a:off x="9895661" y="4440343"/>
            <a:ext cx="384393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2000" kern="100" dirty="0">
                <a:solidFill>
                  <a:srgbClr val="FFFFFF"/>
                </a:solidFill>
                <a:latin typeface="Lato Black"/>
                <a:cs typeface="Lato Black"/>
              </a:rPr>
              <a:t>D</a:t>
            </a:r>
            <a:endParaRPr lang="pl-PL" sz="2000" kern="100" dirty="0">
              <a:solidFill>
                <a:srgbClr val="FFFFFF"/>
              </a:solidFill>
              <a:latin typeface="Lato Black"/>
              <a:cs typeface="Lato Black"/>
            </a:endParaRPr>
          </a:p>
        </p:txBody>
      </p:sp>
      <p:sp>
        <p:nvSpPr>
          <p:cNvPr id="271" name="Tekst: Z KARMELEM"/>
          <p:cNvSpPr txBox="1"/>
          <p:nvPr/>
        </p:nvSpPr>
        <p:spPr>
          <a:xfrm rot="21240000">
            <a:off x="9911989" y="4688689"/>
            <a:ext cx="842307" cy="990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650" kern="100" spc="33" dirty="0">
                <a:solidFill>
                  <a:srgbClr val="FFFFFF"/>
                </a:solidFill>
                <a:latin typeface="Lato Black"/>
                <a:cs typeface="Lato Black"/>
              </a:rPr>
              <a:t>Z KARMELEM</a:t>
            </a:r>
            <a:endParaRPr lang="pl-PL" sz="650" kern="100" spc="33" dirty="0">
              <a:solidFill>
                <a:srgbClr val="FFFFFF"/>
              </a:solidFill>
              <a:latin typeface="Lato Black"/>
              <a:cs typeface="Lato Black"/>
            </a:endParaRPr>
          </a:p>
        </p:txBody>
      </p:sp>
      <p:sp>
        <p:nvSpPr>
          <p:cNvPr id="272" name="Tekst: Czekolada z karmelem"/>
          <p:cNvSpPr txBox="1"/>
          <p:nvPr/>
        </p:nvSpPr>
        <p:spPr>
          <a:xfrm>
            <a:off x="9569449" y="4987925"/>
            <a:ext cx="1663005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000" b="1" kern="100" dirty="0">
                <a:solidFill>
                  <a:srgbClr val="1C1C1C"/>
                </a:solidFill>
                <a:latin typeface="Lato"/>
                <a:cs typeface="Lato"/>
              </a:rPr>
              <a:t>Czekolada z karmelem</a:t>
            </a:r>
            <a:endParaRPr lang="pl-PL" sz="1000" b="1" kern="100" dirty="0">
              <a:solidFill>
                <a:srgbClr val="1C1C1C"/>
              </a:solidFill>
              <a:latin typeface="Lato"/>
              <a:cs typeface="Lato"/>
            </a:endParaRPr>
          </a:p>
        </p:txBody>
      </p:sp>
      <p:sp>
        <p:nvSpPr>
          <p:cNvPr id="273" name="Tekst: marka D · 100 g"/>
          <p:cNvSpPr txBox="1"/>
          <p:nvPr/>
        </p:nvSpPr>
        <p:spPr>
          <a:xfrm>
            <a:off x="9569449" y="5157787"/>
            <a:ext cx="1498600" cy="1219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800" kern="100" dirty="0">
                <a:solidFill>
                  <a:srgbClr val="888888"/>
                </a:solidFill>
                <a:latin typeface="Lato"/>
                <a:cs typeface="Lato"/>
              </a:rPr>
              <a:t>marka D · 100 g</a:t>
            </a:r>
            <a:endParaRPr lang="pl-PL" sz="800" kern="100" dirty="0">
              <a:solidFill>
                <a:srgbClr val="888888"/>
              </a:solidFill>
              <a:latin typeface="Lato"/>
              <a:cs typeface="Lato"/>
            </a:endParaRPr>
          </a:p>
        </p:txBody>
      </p:sp>
      <p:sp>
        <p:nvSpPr>
          <p:cNvPr id="274" name="Tekst: 6,99 zł"/>
          <p:cNvSpPr txBox="1"/>
          <p:nvPr/>
        </p:nvSpPr>
        <p:spPr>
          <a:xfrm>
            <a:off x="9569871" y="5359400"/>
            <a:ext cx="656332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100" b="1" kern="100" dirty="0">
                <a:solidFill>
                  <a:srgbClr val="1C1C1C"/>
                </a:solidFill>
                <a:latin typeface="Lato"/>
                <a:cs typeface="Lato"/>
              </a:rPr>
              <a:t>6,99 zł</a:t>
            </a:r>
            <a:endParaRPr lang="pl-PL" sz="1100" b="1" kern="100" dirty="0">
              <a:solidFill>
                <a:srgbClr val="1C1C1C"/>
              </a:solidFill>
              <a:latin typeface="Lato"/>
              <a:cs typeface="Lato"/>
            </a:endParaRPr>
          </a:p>
        </p:txBody>
      </p:sp>
      <p:sp>
        <p:nvSpPr>
          <p:cNvPr id="275" name="Kształt 223"/>
          <p:cNvSpPr/>
          <p:nvPr/>
        </p:nvSpPr>
        <p:spPr>
          <a:xfrm>
            <a:off x="10864850" y="5340350"/>
            <a:ext cx="203200" cy="203200"/>
          </a:xfrm>
          <a:prstGeom prst="ellipse">
            <a:avLst/>
          </a:prstGeom>
          <a:solidFill>
            <a:srgbClr val="F1F1F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76" name="Tekst: + 4"/>
          <p:cNvSpPr txBox="1"/>
          <p:nvPr/>
        </p:nvSpPr>
        <p:spPr>
          <a:xfrm>
            <a:off x="10864850" y="5354638"/>
            <a:ext cx="254080" cy="1752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150" b="1" kern="100" dirty="0">
                <a:solidFill>
                  <a:srgbClr val="151515"/>
                </a:solidFill>
                <a:latin typeface="Lato"/>
                <a:cs typeface="Lato"/>
              </a:rPr>
              <a:t>+</a:t>
            </a:r>
            <a:endParaRPr lang="pl-PL" sz="1150" b="1" kern="100" dirty="0">
              <a:solidFill>
                <a:srgbClr val="151515"/>
              </a:solidFill>
              <a:latin typeface="Lato"/>
              <a:cs typeface="Lato"/>
            </a:endParaRPr>
          </a:p>
        </p:txBody>
      </p:sp>
      <p:sp>
        <p:nvSpPr>
          <p:cNvPr id="277" name="Kształt 224"/>
          <p:cNvSpPr/>
          <p:nvPr/>
        </p:nvSpPr>
        <p:spPr>
          <a:xfrm>
            <a:off x="7696199" y="5743575"/>
            <a:ext cx="3467100" cy="311150"/>
          </a:xfrm>
          <a:prstGeom prst="roundRect">
            <a:avLst>
              <a:gd name="adj" fmla="val 18367"/>
            </a:avLst>
          </a:prstGeom>
          <a:solidFill>
            <a:srgbClr val="FDECEC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78" name="Tekst: Dodano do koszyka: czekolada z orzechami"/>
          <p:cNvSpPr txBox="1"/>
          <p:nvPr/>
        </p:nvSpPr>
        <p:spPr>
          <a:xfrm>
            <a:off x="7797799" y="5819774"/>
            <a:ext cx="3263900" cy="1600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050" b="1" kern="100" dirty="0">
                <a:solidFill>
                  <a:srgbClr val="B8201E"/>
                </a:solidFill>
                <a:latin typeface="Lato"/>
                <a:cs typeface="Lato"/>
              </a:rPr>
              <a:t>Dodano do koszyka: czekolada z orzechami</a:t>
            </a:r>
            <a:endParaRPr lang="pl-PL" sz="1050" b="1" kern="100" dirty="0">
              <a:solidFill>
                <a:srgbClr val="B8201E"/>
              </a:solidFill>
              <a:latin typeface="Lato"/>
              <a:cs typeface="Lato"/>
            </a:endParaRPr>
          </a:p>
        </p:txBody>
      </p:sp>
      <p:sp>
        <p:nvSpPr>
          <p:cNvPr id="279" name="Kształt 225"/>
          <p:cNvSpPr/>
          <p:nvPr/>
        </p:nvSpPr>
        <p:spPr>
          <a:xfrm>
            <a:off x="7790606" y="2752725"/>
            <a:ext cx="666750" cy="152400"/>
          </a:xfrm>
          <a:prstGeom prst="roundRect">
            <a:avLst>
              <a:gd name="adj" fmla="val 25000"/>
            </a:avLst>
          </a:prstGeom>
          <a:solidFill>
            <a:srgbClr val="EE3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80" name="Tekst: Sponsorowane"/>
          <p:cNvSpPr txBox="1"/>
          <p:nvPr/>
        </p:nvSpPr>
        <p:spPr>
          <a:xfrm>
            <a:off x="7841406" y="2778125"/>
            <a:ext cx="828556" cy="990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650" b="1" kern="100" spc="13" dirty="0">
                <a:solidFill>
                  <a:srgbClr val="FFFFFF"/>
                </a:solidFill>
                <a:latin typeface="Lato"/>
                <a:cs typeface="Lato"/>
              </a:rPr>
              <a:t>Sponsorowane</a:t>
            </a:r>
            <a:endParaRPr lang="pl-PL" sz="650" b="1" kern="100" spc="13" dirty="0">
              <a:solidFill>
                <a:srgbClr val="FFFFFF"/>
              </a:solidFill>
              <a:latin typeface="Lato"/>
              <a:cs typeface="Lato"/>
            </a:endParaRPr>
          </a:p>
        </p:txBody>
      </p:sp>
      <p:pic>
        <p:nvPicPr>
          <p:cNvPr id="281" name="!!Logo" descr="I love marketing &amp; technolog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363240"/>
            <a:ext cx="3048000" cy="273050"/>
          </a:xfrm>
          <a:prstGeom prst="rect">
            <a:avLst/>
          </a:prstGeom>
        </p:spPr>
      </p:pic>
      <p:pic>
        <p:nvPicPr>
          <p:cNvPr id="282" name="!!Serce w rogu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66449" y="330349"/>
            <a:ext cx="431800" cy="355600"/>
          </a:xfrm>
          <a:prstGeom prst="rect">
            <a:avLst/>
          </a:prstGeom>
        </p:spPr>
      </p:pic>
      <p:sp>
        <p:nvSpPr>
          <p:cNvPr id="283" name="!!Zegar – napis · 1"/>
          <p:cNvSpPr txBox="1"/>
          <p:nvPr/>
        </p:nvSpPr>
        <p:spPr>
          <a:xfrm>
            <a:off x="9093369" y="393700"/>
            <a:ext cx="1028580" cy="137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900" kern="100" cap="all" spc="108" dirty="0">
                <a:solidFill>
                  <a:srgbClr val="777777"/>
                </a:solidFill>
                <a:latin typeface="Lato Black"/>
                <a:cs typeface="Lato Black"/>
              </a:rPr>
              <a:t>Goście</a:t>
            </a:r>
            <a:endParaRPr lang="pl-PL" sz="900" kern="100" cap="all" spc="108" dirty="0">
              <a:solidFill>
                <a:srgbClr val="777777"/>
              </a:solidFill>
              <a:latin typeface="Lato Black"/>
              <a:cs typeface="Lato Black"/>
            </a:endParaRPr>
          </a:p>
        </p:txBody>
      </p:sp>
      <p:sp>
        <p:nvSpPr>
          <p:cNvPr id="284" name="!!Zegar – napis · 2"/>
          <p:cNvSpPr txBox="1"/>
          <p:nvPr/>
        </p:nvSpPr>
        <p:spPr>
          <a:xfrm>
            <a:off x="9093369" y="530860"/>
            <a:ext cx="1028580" cy="137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900" kern="100" cap="all" spc="108" dirty="0">
                <a:solidFill>
                  <a:srgbClr val="777777"/>
                </a:solidFill>
                <a:latin typeface="Lato Black"/>
                <a:cs typeface="Lato Black"/>
              </a:rPr>
              <a:t>w drodze</a:t>
            </a:r>
            <a:endParaRPr lang="pl-PL" sz="900" kern="100" cap="all" spc="108" dirty="0">
              <a:solidFill>
                <a:srgbClr val="777777"/>
              </a:solidFill>
              <a:latin typeface="Lato Black"/>
              <a:cs typeface="Lato Black"/>
            </a:endParaRPr>
          </a:p>
        </p:txBody>
      </p:sp>
      <p:sp>
        <p:nvSpPr>
          <p:cNvPr id="285" name="!!Zegar – tarcza"/>
          <p:cNvSpPr/>
          <p:nvPr/>
        </p:nvSpPr>
        <p:spPr>
          <a:xfrm>
            <a:off x="10251439" y="281940"/>
            <a:ext cx="502920" cy="502920"/>
          </a:xfrm>
          <a:prstGeom prst="ellipse">
            <a:avLst/>
          </a:prstGeom>
          <a:solidFill>
            <a:srgbClr val="FFFFFF"/>
          </a:solidFill>
          <a:ln w="23283">
            <a:solidFill>
              <a:srgbClr val="151515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86" name="!!Zegar – wycinek 1"/>
          <p:cNvSpPr/>
          <p:nvPr/>
        </p:nvSpPr>
        <p:spPr>
          <a:xfrm>
            <a:off x="10502899" y="314537"/>
            <a:ext cx="67522" cy="218863"/>
          </a:xfrm>
          <a:custGeom>
            <a:avLst/>
            <a:gdLst/>
            <a:ahLst/>
            <a:cxnLst/>
            <a:rect l="0" t="0" r="r" b="b"/>
            <a:pathLst>
              <a:path w="67522" h="218863">
                <a:moveTo>
                  <a:pt x="0" y="218863"/>
                </a:moveTo>
                <a:lnTo>
                  <a:pt x="0" y="0"/>
                </a:lnTo>
                <a:lnTo>
                  <a:pt x="17230" y="466"/>
                </a:lnTo>
                <a:lnTo>
                  <a:pt x="34459" y="2794"/>
                </a:lnTo>
                <a:lnTo>
                  <a:pt x="51223" y="6054"/>
                </a:lnTo>
                <a:lnTo>
                  <a:pt x="67522" y="10710"/>
                </a:lnTo>
                <a:close/>
              </a:path>
            </a:pathLst>
          </a:custGeom>
          <a:solidFill>
            <a:srgbClr val="EE312F"/>
          </a:solidFill>
          <a:ln w="3725">
            <a:solidFill>
              <a:srgbClr val="EE312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87" name="!!Zegar – wycinek 2"/>
          <p:cNvSpPr/>
          <p:nvPr/>
        </p:nvSpPr>
        <p:spPr>
          <a:xfrm>
            <a:off x="10502899" y="325247"/>
            <a:ext cx="128524" cy="208153"/>
          </a:xfrm>
          <a:custGeom>
            <a:avLst/>
            <a:gdLst/>
            <a:ahLst/>
            <a:cxnLst/>
            <a:rect l="0" t="0" r="r" b="b"/>
            <a:pathLst>
              <a:path w="128524" h="208153">
                <a:moveTo>
                  <a:pt x="0" y="208153"/>
                </a:moveTo>
                <a:lnTo>
                  <a:pt x="67522" y="0"/>
                </a:lnTo>
                <a:lnTo>
                  <a:pt x="83820" y="6054"/>
                </a:lnTo>
                <a:lnTo>
                  <a:pt x="99187" y="13039"/>
                </a:lnTo>
                <a:lnTo>
                  <a:pt x="114554" y="21421"/>
                </a:lnTo>
                <a:lnTo>
                  <a:pt x="128524" y="31200"/>
                </a:lnTo>
                <a:close/>
              </a:path>
            </a:pathLst>
          </a:custGeom>
          <a:solidFill>
            <a:srgbClr val="EE312F"/>
          </a:solidFill>
          <a:ln w="3725">
            <a:solidFill>
              <a:srgbClr val="EE312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88" name="!!Zegar – wycinek 3"/>
          <p:cNvSpPr/>
          <p:nvPr/>
        </p:nvSpPr>
        <p:spPr>
          <a:xfrm>
            <a:off x="10502899" y="356447"/>
            <a:ext cx="176953" cy="176953"/>
          </a:xfrm>
          <a:custGeom>
            <a:avLst/>
            <a:gdLst/>
            <a:ahLst/>
            <a:cxnLst/>
            <a:rect l="0" t="0" r="r" b="b"/>
            <a:pathLst>
              <a:path w="176953" h="176953">
                <a:moveTo>
                  <a:pt x="0" y="176953"/>
                </a:moveTo>
                <a:lnTo>
                  <a:pt x="128524" y="0"/>
                </a:lnTo>
                <a:lnTo>
                  <a:pt x="142028" y="10710"/>
                </a:lnTo>
                <a:lnTo>
                  <a:pt x="154601" y="22352"/>
                </a:lnTo>
                <a:lnTo>
                  <a:pt x="166243" y="34925"/>
                </a:lnTo>
                <a:lnTo>
                  <a:pt x="176953" y="48429"/>
                </a:lnTo>
                <a:close/>
              </a:path>
            </a:pathLst>
          </a:custGeom>
          <a:solidFill>
            <a:srgbClr val="EE312F"/>
          </a:solidFill>
          <a:ln w="3725">
            <a:solidFill>
              <a:srgbClr val="EE312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89" name="!!Zegar – wycinek 4"/>
          <p:cNvSpPr/>
          <p:nvPr/>
        </p:nvSpPr>
        <p:spPr>
          <a:xfrm>
            <a:off x="10502899" y="404876"/>
            <a:ext cx="208153" cy="128524"/>
          </a:xfrm>
          <a:custGeom>
            <a:avLst/>
            <a:gdLst/>
            <a:ahLst/>
            <a:cxnLst/>
            <a:rect l="0" t="0" r="r" b="b"/>
            <a:pathLst>
              <a:path w="208153" h="128524">
                <a:moveTo>
                  <a:pt x="0" y="128524"/>
                </a:moveTo>
                <a:lnTo>
                  <a:pt x="176953" y="0"/>
                </a:lnTo>
                <a:lnTo>
                  <a:pt x="186732" y="13970"/>
                </a:lnTo>
                <a:lnTo>
                  <a:pt x="195114" y="29337"/>
                </a:lnTo>
                <a:lnTo>
                  <a:pt x="202099" y="44704"/>
                </a:lnTo>
                <a:lnTo>
                  <a:pt x="208153" y="61002"/>
                </a:lnTo>
                <a:close/>
              </a:path>
            </a:pathLst>
          </a:custGeom>
          <a:solidFill>
            <a:srgbClr val="EE312F"/>
          </a:solidFill>
          <a:ln w="3725">
            <a:solidFill>
              <a:srgbClr val="EE312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90" name="!!Zegar – wycinek 5"/>
          <p:cNvSpPr/>
          <p:nvPr/>
        </p:nvSpPr>
        <p:spPr>
          <a:xfrm>
            <a:off x="10502899" y="465878"/>
            <a:ext cx="218863" cy="67522"/>
          </a:xfrm>
          <a:custGeom>
            <a:avLst/>
            <a:gdLst/>
            <a:ahLst/>
            <a:cxnLst/>
            <a:rect l="0" t="0" r="r" b="b"/>
            <a:pathLst>
              <a:path w="218863" h="67522">
                <a:moveTo>
                  <a:pt x="0" y="67522"/>
                </a:moveTo>
                <a:lnTo>
                  <a:pt x="208153" y="0"/>
                </a:lnTo>
                <a:lnTo>
                  <a:pt x="212810" y="16298"/>
                </a:lnTo>
                <a:lnTo>
                  <a:pt x="216069" y="33062"/>
                </a:lnTo>
                <a:lnTo>
                  <a:pt x="218398" y="50292"/>
                </a:lnTo>
                <a:lnTo>
                  <a:pt x="218863" y="67522"/>
                </a:lnTo>
                <a:close/>
              </a:path>
            </a:pathLst>
          </a:custGeom>
          <a:solidFill>
            <a:srgbClr val="EE312F"/>
          </a:solidFill>
          <a:ln w="3725">
            <a:solidFill>
              <a:srgbClr val="EE312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91" name="!!Zegar – wycinek 6"/>
          <p:cNvSpPr/>
          <p:nvPr/>
        </p:nvSpPr>
        <p:spPr>
          <a:xfrm>
            <a:off x="10502899" y="533400"/>
            <a:ext cx="218863" cy="67522"/>
          </a:xfrm>
          <a:custGeom>
            <a:avLst/>
            <a:gdLst/>
            <a:ahLst/>
            <a:cxnLst/>
            <a:rect l="0" t="0" r="r" b="b"/>
            <a:pathLst>
              <a:path w="218863" h="67522">
                <a:moveTo>
                  <a:pt x="0" y="0"/>
                </a:moveTo>
                <a:lnTo>
                  <a:pt x="218863" y="0"/>
                </a:lnTo>
                <a:lnTo>
                  <a:pt x="218398" y="17230"/>
                </a:lnTo>
                <a:lnTo>
                  <a:pt x="216069" y="34459"/>
                </a:lnTo>
                <a:lnTo>
                  <a:pt x="212810" y="51223"/>
                </a:lnTo>
                <a:lnTo>
                  <a:pt x="208153" y="67522"/>
                </a:lnTo>
                <a:close/>
              </a:path>
            </a:pathLst>
          </a:custGeom>
          <a:solidFill>
            <a:srgbClr val="EE312F"/>
          </a:solidFill>
          <a:ln w="3725">
            <a:solidFill>
              <a:srgbClr val="EE312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92" name="!!Zegar – wycinek 7"/>
          <p:cNvSpPr/>
          <p:nvPr/>
        </p:nvSpPr>
        <p:spPr>
          <a:xfrm>
            <a:off x="10502899" y="533400"/>
            <a:ext cx="208153" cy="128524"/>
          </a:xfrm>
          <a:custGeom>
            <a:avLst/>
            <a:gdLst/>
            <a:ahLst/>
            <a:cxnLst/>
            <a:rect l="0" t="0" r="r" b="b"/>
            <a:pathLst>
              <a:path w="208153" h="128524">
                <a:moveTo>
                  <a:pt x="0" y="0"/>
                </a:moveTo>
                <a:lnTo>
                  <a:pt x="208153" y="67522"/>
                </a:lnTo>
                <a:lnTo>
                  <a:pt x="202099" y="83820"/>
                </a:lnTo>
                <a:lnTo>
                  <a:pt x="195114" y="99187"/>
                </a:lnTo>
                <a:lnTo>
                  <a:pt x="186732" y="114554"/>
                </a:lnTo>
                <a:lnTo>
                  <a:pt x="176953" y="128524"/>
                </a:lnTo>
                <a:close/>
              </a:path>
            </a:pathLst>
          </a:custGeom>
          <a:solidFill>
            <a:srgbClr val="EE312F"/>
          </a:solidFill>
          <a:ln w="3725">
            <a:solidFill>
              <a:srgbClr val="EE312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93" name="!!Zegar – wycinek 8"/>
          <p:cNvSpPr/>
          <p:nvPr/>
        </p:nvSpPr>
        <p:spPr>
          <a:xfrm>
            <a:off x="10502899" y="533400"/>
            <a:ext cx="176953" cy="176953"/>
          </a:xfrm>
          <a:custGeom>
            <a:avLst/>
            <a:gdLst/>
            <a:ahLst/>
            <a:cxnLst/>
            <a:rect l="0" t="0" r="r" b="b"/>
            <a:pathLst>
              <a:path w="176953" h="176953">
                <a:moveTo>
                  <a:pt x="0" y="0"/>
                </a:moveTo>
                <a:lnTo>
                  <a:pt x="176953" y="128524"/>
                </a:lnTo>
                <a:lnTo>
                  <a:pt x="166243" y="142028"/>
                </a:lnTo>
                <a:lnTo>
                  <a:pt x="154601" y="154601"/>
                </a:lnTo>
                <a:lnTo>
                  <a:pt x="142028" y="166243"/>
                </a:lnTo>
                <a:lnTo>
                  <a:pt x="128524" y="176953"/>
                </a:lnTo>
                <a:close/>
              </a:path>
            </a:pathLst>
          </a:custGeom>
          <a:solidFill>
            <a:srgbClr val="EE312F"/>
          </a:solidFill>
          <a:ln w="3725">
            <a:solidFill>
              <a:srgbClr val="EE312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94" name="!!Zegar – wycinek 9"/>
          <p:cNvSpPr/>
          <p:nvPr/>
        </p:nvSpPr>
        <p:spPr>
          <a:xfrm>
            <a:off x="10502899" y="533400"/>
            <a:ext cx="128524" cy="208153"/>
          </a:xfrm>
          <a:custGeom>
            <a:avLst/>
            <a:gdLst/>
            <a:ahLst/>
            <a:cxnLst/>
            <a:rect l="0" t="0" r="r" b="b"/>
            <a:pathLst>
              <a:path w="128524" h="208153">
                <a:moveTo>
                  <a:pt x="0" y="0"/>
                </a:moveTo>
                <a:lnTo>
                  <a:pt x="128524" y="176953"/>
                </a:lnTo>
                <a:lnTo>
                  <a:pt x="114554" y="186732"/>
                </a:lnTo>
                <a:lnTo>
                  <a:pt x="99187" y="195114"/>
                </a:lnTo>
                <a:lnTo>
                  <a:pt x="83820" y="202099"/>
                </a:lnTo>
                <a:lnTo>
                  <a:pt x="67522" y="208153"/>
                </a:lnTo>
                <a:close/>
              </a:path>
            </a:pathLst>
          </a:custGeom>
          <a:solidFill>
            <a:srgbClr val="EE312F"/>
          </a:solidFill>
          <a:ln w="3725">
            <a:solidFill>
              <a:srgbClr val="EE312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95" name="!!Zegar – wycinek 10"/>
          <p:cNvSpPr/>
          <p:nvPr/>
        </p:nvSpPr>
        <p:spPr>
          <a:xfrm>
            <a:off x="10502899" y="533400"/>
            <a:ext cx="67522" cy="218863"/>
          </a:xfrm>
          <a:custGeom>
            <a:avLst/>
            <a:gdLst/>
            <a:ahLst/>
            <a:cxnLst/>
            <a:rect l="0" t="0" r="r" b="b"/>
            <a:pathLst>
              <a:path w="67522" h="218863">
                <a:moveTo>
                  <a:pt x="0" y="0"/>
                </a:moveTo>
                <a:lnTo>
                  <a:pt x="67522" y="208153"/>
                </a:lnTo>
                <a:lnTo>
                  <a:pt x="51223" y="212810"/>
                </a:lnTo>
                <a:lnTo>
                  <a:pt x="34459" y="216069"/>
                </a:lnTo>
                <a:lnTo>
                  <a:pt x="17230" y="218398"/>
                </a:lnTo>
                <a:lnTo>
                  <a:pt x="0" y="218863"/>
                </a:lnTo>
                <a:close/>
              </a:path>
            </a:pathLst>
          </a:custGeom>
          <a:solidFill>
            <a:srgbClr val="EE312F"/>
          </a:solidFill>
          <a:ln w="3725">
            <a:solidFill>
              <a:srgbClr val="EE312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96" name="!!Zegar – wycinek 11"/>
          <p:cNvSpPr/>
          <p:nvPr/>
        </p:nvSpPr>
        <p:spPr>
          <a:xfrm>
            <a:off x="10435378" y="533400"/>
            <a:ext cx="67522" cy="218863"/>
          </a:xfrm>
          <a:custGeom>
            <a:avLst/>
            <a:gdLst/>
            <a:ahLst/>
            <a:cxnLst/>
            <a:rect l="0" t="0" r="r" b="b"/>
            <a:pathLst>
              <a:path w="67522" h="218863">
                <a:moveTo>
                  <a:pt x="67522" y="0"/>
                </a:moveTo>
                <a:lnTo>
                  <a:pt x="67522" y="218863"/>
                </a:lnTo>
                <a:lnTo>
                  <a:pt x="50292" y="218398"/>
                </a:lnTo>
                <a:lnTo>
                  <a:pt x="33062" y="216069"/>
                </a:lnTo>
                <a:lnTo>
                  <a:pt x="16298" y="212810"/>
                </a:lnTo>
                <a:lnTo>
                  <a:pt x="0" y="208153"/>
                </a:lnTo>
                <a:close/>
              </a:path>
            </a:pathLst>
          </a:custGeom>
          <a:solidFill>
            <a:srgbClr val="EE312F"/>
          </a:solidFill>
          <a:ln w="3725">
            <a:solidFill>
              <a:srgbClr val="EE312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97" name="!!Zegar – kreska 1"/>
          <p:cNvSpPr/>
          <p:nvPr/>
        </p:nvSpPr>
        <p:spPr>
          <a:xfrm>
            <a:off x="10491258" y="295910"/>
            <a:ext cx="23283" cy="46567"/>
          </a:xfrm>
          <a:custGeom>
            <a:avLst/>
            <a:gdLst/>
            <a:ahLst/>
            <a:cxnLst/>
            <a:rect l="0" t="0" r="r" b="b"/>
            <a:pathLst>
              <a:path w="23283" h="46567">
                <a:moveTo>
                  <a:pt x="0" y="46567"/>
                </a:moveTo>
                <a:lnTo>
                  <a:pt x="23283" y="46567"/>
                </a:lnTo>
                <a:lnTo>
                  <a:pt x="23283" y="0"/>
                </a:lnTo>
                <a:lnTo>
                  <a:pt x="0" y="0"/>
                </a:lnTo>
                <a:close/>
              </a:path>
            </a:pathLst>
          </a:custGeom>
          <a:solidFill>
            <a:srgbClr val="15151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98" name="!!Zegar – kreska 2"/>
          <p:cNvSpPr/>
          <p:nvPr/>
        </p:nvSpPr>
        <p:spPr>
          <a:xfrm>
            <a:off x="10693823" y="521758"/>
            <a:ext cx="46567" cy="23283"/>
          </a:xfrm>
          <a:custGeom>
            <a:avLst/>
            <a:gdLst/>
            <a:ahLst/>
            <a:cxnLst/>
            <a:rect l="0" t="0" r="r" b="b"/>
            <a:pathLst>
              <a:path w="46567" h="23283">
                <a:moveTo>
                  <a:pt x="0" y="0"/>
                </a:moveTo>
                <a:lnTo>
                  <a:pt x="0" y="23283"/>
                </a:lnTo>
                <a:lnTo>
                  <a:pt x="46567" y="23283"/>
                </a:lnTo>
                <a:lnTo>
                  <a:pt x="46567" y="0"/>
                </a:lnTo>
                <a:close/>
              </a:path>
            </a:pathLst>
          </a:custGeom>
          <a:solidFill>
            <a:srgbClr val="15151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99" name="!!Zegar – kreska 3"/>
          <p:cNvSpPr/>
          <p:nvPr/>
        </p:nvSpPr>
        <p:spPr>
          <a:xfrm>
            <a:off x="10491258" y="724323"/>
            <a:ext cx="23283" cy="46567"/>
          </a:xfrm>
          <a:custGeom>
            <a:avLst/>
            <a:gdLst/>
            <a:ahLst/>
            <a:cxnLst/>
            <a:rect l="0" t="0" r="r" b="b"/>
            <a:pathLst>
              <a:path w="23283" h="46567">
                <a:moveTo>
                  <a:pt x="23283" y="0"/>
                </a:moveTo>
                <a:lnTo>
                  <a:pt x="0" y="0"/>
                </a:lnTo>
                <a:lnTo>
                  <a:pt x="0" y="46567"/>
                </a:lnTo>
                <a:lnTo>
                  <a:pt x="23283" y="46567"/>
                </a:lnTo>
                <a:close/>
              </a:path>
            </a:pathLst>
          </a:custGeom>
          <a:solidFill>
            <a:srgbClr val="15151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00" name="!!Zegar – kreska 4"/>
          <p:cNvSpPr/>
          <p:nvPr/>
        </p:nvSpPr>
        <p:spPr>
          <a:xfrm>
            <a:off x="10265409" y="521758"/>
            <a:ext cx="46567" cy="23283"/>
          </a:xfrm>
          <a:custGeom>
            <a:avLst/>
            <a:gdLst/>
            <a:ahLst/>
            <a:cxnLst/>
            <a:rect l="0" t="0" r="r" b="b"/>
            <a:pathLst>
              <a:path w="46567" h="23283">
                <a:moveTo>
                  <a:pt x="46567" y="23283"/>
                </a:moveTo>
                <a:lnTo>
                  <a:pt x="46567" y="0"/>
                </a:lnTo>
                <a:lnTo>
                  <a:pt x="0" y="0"/>
                </a:lnTo>
                <a:lnTo>
                  <a:pt x="0" y="23283"/>
                </a:lnTo>
                <a:close/>
              </a:path>
            </a:pathLst>
          </a:custGeom>
          <a:solidFill>
            <a:srgbClr val="15151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01" name="!!Zegar – wskazówka"/>
          <p:cNvSpPr/>
          <p:nvPr/>
        </p:nvSpPr>
        <p:spPr>
          <a:xfrm>
            <a:off x="10438697" y="502510"/>
            <a:ext cx="86123" cy="210198"/>
          </a:xfrm>
          <a:custGeom>
            <a:avLst/>
            <a:gdLst/>
            <a:ahLst/>
            <a:cxnLst/>
            <a:rect l="0" t="0" r="r" b="b"/>
            <a:pathLst>
              <a:path w="86123" h="210198">
                <a:moveTo>
                  <a:pt x="86123" y="8634"/>
                </a:moveTo>
                <a:lnTo>
                  <a:pt x="59550" y="0"/>
                </a:lnTo>
                <a:lnTo>
                  <a:pt x="0" y="205881"/>
                </a:lnTo>
                <a:lnTo>
                  <a:pt x="13286" y="210198"/>
                </a:lnTo>
                <a:close/>
              </a:path>
            </a:pathLst>
          </a:custGeom>
          <a:solidFill>
            <a:srgbClr val="15151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02" name="!!Zegar – oś"/>
          <p:cNvSpPr/>
          <p:nvPr/>
        </p:nvSpPr>
        <p:spPr>
          <a:xfrm>
            <a:off x="10474959" y="505460"/>
            <a:ext cx="55880" cy="55880"/>
          </a:xfrm>
          <a:prstGeom prst="ellipse">
            <a:avLst/>
          </a:prstGeom>
          <a:solidFill>
            <a:srgbClr val="15151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03" name="!!Numer slajdu"/>
          <p:cNvSpPr txBox="1"/>
          <p:nvPr/>
        </p:nvSpPr>
        <p:spPr>
          <a:xfrm>
            <a:off x="10850587" y="6428437"/>
            <a:ext cx="773370" cy="1885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100" kern="100" spc="66" dirty="0">
                <a:solidFill>
                  <a:srgbClr val="666666"/>
                </a:solidFill>
                <a:latin typeface="Lato"/>
                <a:cs typeface="Lato"/>
              </a:rPr>
              <a:t>17 / 24</a:t>
            </a:r>
            <a:endParaRPr lang="pl-PL" sz="1100" kern="100" spc="66" dirty="0">
              <a:solidFill>
                <a:srgbClr val="666666"/>
              </a:solidFill>
              <a:latin typeface="Lato"/>
              <a:cs typeface="Lato"/>
            </a:endParaRPr>
          </a:p>
        </p:txBody>
      </p:sp>
      <p:sp>
        <p:nvSpPr>
          <p:cNvPr id="304" name="!!Postęp"/>
          <p:cNvSpPr/>
          <p:nvPr/>
        </p:nvSpPr>
        <p:spPr>
          <a:xfrm>
            <a:off x="0" y="6826250"/>
            <a:ext cx="8636000" cy="31750"/>
          </a:xfrm>
          <a:prstGeom prst="rect">
            <a:avLst/>
          </a:prstGeom>
          <a:solidFill>
            <a:srgbClr val="EE3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3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3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25" grpId="0" animBg="1"/>
      <p:bldP spid="26" grpId="0" animBg="1"/>
      <p:bldP spid="27" grpId="0" animBg="1"/>
      <p:bldP spid="87" grpId="0" animBg="1"/>
      <p:bldP spid="88" grpId="0" animBg="1"/>
      <p:bldP spid="89" grpId="0" animBg="1"/>
      <p:bldP spid="90" grpId="0" animBg="1"/>
      <p:bldP spid="277" grpId="0" animBg="1"/>
      <p:bldP spid="27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 name="Nie szukałam, ale tego mi brakował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kst: Nachosy są. Czegoś do nich brakuje. · 1"/>
          <p:cNvSpPr txBox="1"/>
          <p:nvPr/>
        </p:nvSpPr>
        <p:spPr>
          <a:xfrm>
            <a:off x="824334" y="3252450"/>
            <a:ext cx="3784342" cy="37973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2300" kern="100" dirty="0">
                <a:solidFill>
                  <a:srgbClr val="151515"/>
                </a:solidFill>
                <a:latin typeface="Lato"/>
                <a:cs typeface="Lato"/>
              </a:rPr>
              <a:t>Nachosy są.</a:t>
            </a:r>
            <a:endParaRPr lang="pl-PL" sz="2300" kern="100" dirty="0">
              <a:solidFill>
                <a:srgbClr val="151515"/>
              </a:solidFill>
              <a:latin typeface="Lato"/>
              <a:cs typeface="Lato"/>
            </a:endParaRPr>
          </a:p>
        </p:txBody>
      </p:sp>
      <p:sp>
        <p:nvSpPr>
          <p:cNvPr id="3" name="Tekst: Nachosy są. Czegoś do nich brakuje. · 2"/>
          <p:cNvSpPr txBox="1"/>
          <p:nvPr/>
        </p:nvSpPr>
        <p:spPr>
          <a:xfrm>
            <a:off x="824334" y="3632180"/>
            <a:ext cx="3784342" cy="37973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2300" kern="100" dirty="0">
                <a:solidFill>
                  <a:srgbClr val="151515"/>
                </a:solidFill>
                <a:latin typeface="Lato"/>
                <a:cs typeface="Lato"/>
              </a:rPr>
              <a:t>Czegoś do nich brakuje.</a:t>
            </a:r>
            <a:endParaRPr lang="pl-PL" sz="2300" kern="100" dirty="0">
              <a:solidFill>
                <a:srgbClr val="151515"/>
              </a:solidFill>
              <a:latin typeface="Lato"/>
              <a:cs typeface="Lato"/>
            </a:endParaRPr>
          </a:p>
        </p:txBody>
      </p:sp>
      <p:sp>
        <p:nvSpPr>
          <p:cNvPr id="4" name="Tekst: Trafne uzupełnienie: dip do nachosów. · 1"/>
          <p:cNvSpPr txBox="1"/>
          <p:nvPr/>
        </p:nvSpPr>
        <p:spPr>
          <a:xfrm>
            <a:off x="825302" y="4723130"/>
            <a:ext cx="3184684" cy="3492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2200" b="1" kern="100" dirty="0">
                <a:solidFill>
                  <a:srgbClr val="EE312F"/>
                </a:solidFill>
                <a:latin typeface="Lato"/>
                <a:cs typeface="Lato"/>
              </a:rPr>
              <a:t>Trafne uzupełnienie:</a:t>
            </a:r>
            <a:endParaRPr lang="pl-PL" sz="2200" b="1" kern="100" dirty="0">
              <a:solidFill>
                <a:srgbClr val="EE312F"/>
              </a:solidFill>
              <a:latin typeface="Lato"/>
              <a:cs typeface="Lato"/>
            </a:endParaRPr>
          </a:p>
        </p:txBody>
      </p:sp>
      <p:sp>
        <p:nvSpPr>
          <p:cNvPr id="5" name="Tekst: Trafne uzupełnienie: dip do nachosów. · 2"/>
          <p:cNvSpPr txBox="1"/>
          <p:nvPr/>
        </p:nvSpPr>
        <p:spPr>
          <a:xfrm>
            <a:off x="825302" y="5072380"/>
            <a:ext cx="3184684" cy="3492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2200" b="1" kern="100" dirty="0">
                <a:solidFill>
                  <a:srgbClr val="EE312F"/>
                </a:solidFill>
                <a:latin typeface="Lato"/>
                <a:cs typeface="Lato"/>
              </a:rPr>
              <a:t>dip do nachosów.</a:t>
            </a:r>
            <a:endParaRPr lang="pl-PL" sz="2200" b="1" kern="100" dirty="0">
              <a:solidFill>
                <a:srgbClr val="EE312F"/>
              </a:solidFill>
              <a:latin typeface="Lato"/>
              <a:cs typeface="Lato"/>
            </a:endParaRPr>
          </a:p>
        </p:txBody>
      </p:sp>
      <p:sp>
        <p:nvSpPr>
          <p:cNvPr id="6" name="Tekst: · Sprawdzam koszyk"/>
          <p:cNvSpPr txBox="1"/>
          <p:nvPr/>
        </p:nvSpPr>
        <p:spPr>
          <a:xfrm>
            <a:off x="826442" y="1268412"/>
            <a:ext cx="537210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200" b="1" kern="100" cap="all" spc="96" dirty="0">
                <a:solidFill>
                  <a:srgbClr val="666666"/>
                </a:solidFill>
                <a:latin typeface="Lato"/>
                <a:cs typeface="Lato"/>
              </a:rPr>
              <a:t>· Sprawdzam koszyk</a:t>
            </a:r>
            <a:endParaRPr lang="pl-PL" sz="1200" b="1" kern="100" cap="all" spc="96" dirty="0">
              <a:solidFill>
                <a:srgbClr val="666666"/>
              </a:solidFill>
              <a:latin typeface="Lato"/>
              <a:cs typeface="Lato"/>
            </a:endParaRPr>
          </a:p>
        </p:txBody>
      </p:sp>
      <p:sp>
        <p:nvSpPr>
          <p:cNvPr id="7" name="Tekst: „Nie szukałam, ale tego mi brakowało.” · 1"/>
          <p:cNvSpPr txBox="1"/>
          <p:nvPr/>
        </p:nvSpPr>
        <p:spPr>
          <a:xfrm>
            <a:off x="826442" y="1651593"/>
            <a:ext cx="6601182" cy="5923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4400" kern="100" spc="-154" dirty="0">
                <a:solidFill>
                  <a:srgbClr val="151515"/>
                </a:solidFill>
                <a:latin typeface="Lato Black"/>
                <a:cs typeface="Lato Black"/>
              </a:rPr>
              <a:t>„Nie szukałam,</a:t>
            </a:r>
            <a:endParaRPr lang="pl-PL" sz="4400" kern="100" spc="-154" dirty="0">
              <a:solidFill>
                <a:srgbClr val="151515"/>
              </a:solidFill>
              <a:latin typeface="Lato Black"/>
              <a:cs typeface="Lato Black"/>
            </a:endParaRPr>
          </a:p>
        </p:txBody>
      </p:sp>
      <p:sp>
        <p:nvSpPr>
          <p:cNvPr id="8" name="Tekst: „Nie szukałam, ale tego mi brakowało.” · 2"/>
          <p:cNvSpPr txBox="1"/>
          <p:nvPr/>
        </p:nvSpPr>
        <p:spPr>
          <a:xfrm>
            <a:off x="826442" y="2243921"/>
            <a:ext cx="6601182" cy="5923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4400" kern="100" spc="-154" dirty="0">
                <a:solidFill>
                  <a:srgbClr val="151515"/>
                </a:solidFill>
                <a:latin typeface="Lato Black"/>
                <a:cs typeface="Lato Black"/>
              </a:rPr>
              <a:t>ale tego mi brakowało.”</a:t>
            </a:r>
            <a:endParaRPr lang="pl-PL" sz="4400" kern="100" spc="-154" dirty="0">
              <a:solidFill>
                <a:srgbClr val="151515"/>
              </a:solidFill>
              <a:latin typeface="Lato Black"/>
              <a:cs typeface="Lato Black"/>
            </a:endParaRPr>
          </a:p>
        </p:txBody>
      </p:sp>
      <p:sp>
        <p:nvSpPr>
          <p:cNvPr id="9" name="!!Telefon"/>
          <p:cNvSpPr/>
          <p:nvPr/>
        </p:nvSpPr>
        <p:spPr>
          <a:xfrm>
            <a:off x="7391399" y="1200150"/>
            <a:ext cx="4076700" cy="4584700"/>
          </a:xfrm>
          <a:prstGeom prst="round2SameRect">
            <a:avLst>
              <a:gd name="adj1" fmla="val 9657"/>
              <a:gd name="adj2" fmla="val 0"/>
            </a:avLst>
          </a:prstGeom>
          <a:gradFill rotWithShape="1">
            <a:gsLst>
              <a:gs pos="0">
                <a:srgbClr val="2B2C30"/>
              </a:gs>
              <a:gs pos="18000">
                <a:srgbClr val="5B5D63"/>
              </a:gs>
              <a:gs pos="40000">
                <a:srgbClr val="2E2F33"/>
              </a:gs>
              <a:gs pos="70000">
                <a:srgbClr val="1F2023"/>
              </a:gs>
              <a:gs pos="100000">
                <a:srgbClr val="4A4C51"/>
              </a:gs>
            </a:gsLst>
            <a:lin ang="600000" scaled="0"/>
          </a:gradFill>
          <a:ln>
            <a:noFill/>
          </a:ln>
          <a:effectLst>
            <a:outerShdw blurRad="444500" dist="215900" dir="5400000" algn="ctr" rotWithShape="0">
              <a:srgbClr val="000000">
                <a:alpha val="25000"/>
              </a:srgbClr>
            </a:outerShdw>
          </a:effectLst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" name="!!Telefon before"/>
          <p:cNvSpPr/>
          <p:nvPr/>
        </p:nvSpPr>
        <p:spPr>
          <a:xfrm>
            <a:off x="7410449" y="1219200"/>
            <a:ext cx="4038600" cy="4565650"/>
          </a:xfrm>
          <a:prstGeom prst="round2SameRect">
            <a:avLst>
              <a:gd name="adj1" fmla="val 9277"/>
              <a:gd name="adj2" fmla="val 0"/>
            </a:avLst>
          </a:prstGeom>
          <a:solidFill>
            <a:srgbClr val="0B0B0C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1" name="!!Telefon – przycisk akcji"/>
          <p:cNvSpPr/>
          <p:nvPr/>
        </p:nvSpPr>
        <p:spPr>
          <a:xfrm>
            <a:off x="7359650" y="2012950"/>
            <a:ext cx="31750" cy="2159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B40"/>
              </a:gs>
              <a:gs pos="50000">
                <a:srgbClr val="6A6C72"/>
              </a:gs>
              <a:gs pos="100000">
                <a:srgbClr val="3A3B40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2" name="!!Telefon – głośniej"/>
          <p:cNvSpPr/>
          <p:nvPr/>
        </p:nvSpPr>
        <p:spPr>
          <a:xfrm>
            <a:off x="7359650" y="2406650"/>
            <a:ext cx="31750" cy="3937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B40"/>
              </a:gs>
              <a:gs pos="50000">
                <a:srgbClr val="6A6C72"/>
              </a:gs>
              <a:gs pos="100000">
                <a:srgbClr val="3A3B40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3" name="!!Telefon – ciszej"/>
          <p:cNvSpPr/>
          <p:nvPr/>
        </p:nvSpPr>
        <p:spPr>
          <a:xfrm>
            <a:off x="7359650" y="2889250"/>
            <a:ext cx="31750" cy="3937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B40"/>
              </a:gs>
              <a:gs pos="50000">
                <a:srgbClr val="6A6C72"/>
              </a:gs>
              <a:gs pos="100000">
                <a:srgbClr val="3A3B40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4" name="!!Telefon – zasilanie"/>
          <p:cNvSpPr/>
          <p:nvPr/>
        </p:nvSpPr>
        <p:spPr>
          <a:xfrm>
            <a:off x="11468100" y="2559050"/>
            <a:ext cx="31750" cy="6096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B40"/>
              </a:gs>
              <a:gs pos="50000">
                <a:srgbClr val="6A6C72"/>
              </a:gs>
              <a:gs pos="100000">
                <a:srgbClr val="3A3B40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5" name="!!Telefon after"/>
          <p:cNvSpPr/>
          <p:nvPr/>
        </p:nvSpPr>
        <p:spPr>
          <a:xfrm>
            <a:off x="6883399" y="4641850"/>
            <a:ext cx="5092700" cy="1841500"/>
          </a:xfrm>
          <a:prstGeom prst="rect">
            <a:avLst/>
          </a:prstGeom>
          <a:gradFill rotWithShape="1">
            <a:gsLst>
              <a:gs pos="0">
                <a:srgbClr val="FFFFFF">
                  <a:alpha val="0"/>
                </a:srgbClr>
              </a:gs>
              <a:gs pos="52000">
                <a:srgbClr val="FFFFFF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6" name="!!Telefon – ekran"/>
          <p:cNvSpPr/>
          <p:nvPr/>
        </p:nvSpPr>
        <p:spPr>
          <a:xfrm>
            <a:off x="7492999" y="1301750"/>
            <a:ext cx="3873500" cy="4483100"/>
          </a:xfrm>
          <a:prstGeom prst="round2SameRect">
            <a:avLst>
              <a:gd name="adj1" fmla="val 7541"/>
              <a:gd name="adj2" fmla="val 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7" name="!!Telefon – wyspa"/>
          <p:cNvSpPr/>
          <p:nvPr/>
        </p:nvSpPr>
        <p:spPr>
          <a:xfrm>
            <a:off x="9093199" y="1320800"/>
            <a:ext cx="673100" cy="190500"/>
          </a:xfrm>
          <a:prstGeom prst="roundRect">
            <a:avLst>
              <a:gd name="adj" fmla="val 50000"/>
            </a:avLst>
          </a:prstGeom>
          <a:solidFill>
            <a:srgbClr val="05050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8" name="!!Telefon – wyspa after"/>
          <p:cNvSpPr/>
          <p:nvPr/>
        </p:nvSpPr>
        <p:spPr>
          <a:xfrm>
            <a:off x="9610724" y="1374775"/>
            <a:ext cx="82550" cy="82550"/>
          </a:xfrm>
          <a:prstGeom prst="ellipse">
            <a:avLst/>
          </a:prstGeom>
          <a:solidFill>
            <a:srgbClr val="26304F"/>
          </a:solidFill>
          <a:ln w="19050">
            <a:solidFill>
              <a:srgbClr val="15161B"/>
            </a:solidFill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9" name="!!Telefon – nagłówek"/>
          <p:cNvSpPr/>
          <p:nvPr/>
        </p:nvSpPr>
        <p:spPr>
          <a:xfrm>
            <a:off x="7492999" y="1530350"/>
            <a:ext cx="3873500" cy="406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0" name="Telefon – nagłówek (wariant)"/>
          <p:cNvSpPr/>
          <p:nvPr/>
        </p:nvSpPr>
        <p:spPr>
          <a:xfrm>
            <a:off x="7492999" y="1924050"/>
            <a:ext cx="3873500" cy="12700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1" name="!!Telefon – aplikacja (tekst)"/>
          <p:cNvSpPr txBox="1"/>
          <p:nvPr/>
        </p:nvSpPr>
        <p:spPr>
          <a:xfrm>
            <a:off x="7697291" y="1628775"/>
            <a:ext cx="242577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300" kern="100" spc="-13" dirty="0">
                <a:solidFill>
                  <a:srgbClr val="151515"/>
                </a:solidFill>
                <a:latin typeface="Lato Black"/>
                <a:cs typeface="Lato Black"/>
              </a:rPr>
              <a:t>Aplikacja szybkich dostaw</a:t>
            </a:r>
            <a:endParaRPr lang="pl-PL" sz="1300" kern="100" spc="-13" dirty="0">
              <a:solidFill>
                <a:srgbClr val="151515"/>
              </a:solidFill>
              <a:latin typeface="Lato Black"/>
              <a:cs typeface="Lato Black"/>
            </a:endParaRPr>
          </a:p>
        </p:txBody>
      </p:sp>
      <p:sp>
        <p:nvSpPr>
          <p:cNvPr id="22" name="!!Telefon – koszyk (tekst)"/>
          <p:cNvSpPr txBox="1"/>
          <p:nvPr/>
        </p:nvSpPr>
        <p:spPr>
          <a:xfrm>
            <a:off x="10998348" y="1603375"/>
            <a:ext cx="35016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500" kern="100" dirty="0">
                <a:solidFill>
                  <a:srgbClr val="151515"/>
                </a:solidFill>
                <a:latin typeface="Segoe UI Symbol"/>
                <a:cs typeface="Segoe UI Symbol"/>
              </a:rPr>
              <a:t>▣</a:t>
            </a:r>
            <a:endParaRPr lang="pl-PL" sz="1500" kern="100" dirty="0">
              <a:solidFill>
                <a:srgbClr val="151515"/>
              </a:solidFill>
              <a:latin typeface="Segoe UI Symbol"/>
              <a:cs typeface="Segoe UI Symbol"/>
            </a:endParaRPr>
          </a:p>
        </p:txBody>
      </p:sp>
      <p:sp>
        <p:nvSpPr>
          <p:cNvPr id="23" name="!!Telefon – tytuł (tekst)"/>
          <p:cNvSpPr txBox="1"/>
          <p:nvPr/>
        </p:nvSpPr>
        <p:spPr>
          <a:xfrm>
            <a:off x="7696199" y="2087562"/>
            <a:ext cx="3467100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700" kern="100" spc="-42" dirty="0">
                <a:solidFill>
                  <a:srgbClr val="1C1C1C"/>
                </a:solidFill>
                <a:latin typeface="Lato Black"/>
                <a:cs typeface="Lato Black"/>
              </a:rPr>
              <a:t>Mój koszyk</a:t>
            </a:r>
            <a:endParaRPr lang="pl-PL" sz="1700" kern="100" spc="-42" dirty="0">
              <a:solidFill>
                <a:srgbClr val="1C1C1C"/>
              </a:solidFill>
              <a:latin typeface="Lato Black"/>
              <a:cs typeface="Lato Black"/>
            </a:endParaRPr>
          </a:p>
        </p:txBody>
      </p:sp>
      <p:sp>
        <p:nvSpPr>
          <p:cNvPr id="24" name="Linia"/>
          <p:cNvSpPr/>
          <p:nvPr/>
        </p:nvSpPr>
        <p:spPr>
          <a:xfrm>
            <a:off x="7696199" y="2962275"/>
            <a:ext cx="3467100" cy="635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5" name="Kształt"/>
          <p:cNvSpPr/>
          <p:nvPr/>
        </p:nvSpPr>
        <p:spPr>
          <a:xfrm>
            <a:off x="7785100" y="2559050"/>
            <a:ext cx="190500" cy="381000"/>
          </a:xfrm>
          <a:prstGeom prst="round2SameRect">
            <a:avLst>
              <a:gd name="adj1" fmla="val 30000"/>
              <a:gd name="adj2" fmla="val 23333"/>
            </a:avLst>
          </a:prstGeom>
          <a:solidFill>
            <a:srgbClr val="2F7D5B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6" name="Kształt 2"/>
          <p:cNvSpPr/>
          <p:nvPr/>
        </p:nvSpPr>
        <p:spPr>
          <a:xfrm>
            <a:off x="7835900" y="2482850"/>
            <a:ext cx="88900" cy="88900"/>
          </a:xfrm>
          <a:prstGeom prst="roundRect">
            <a:avLst>
              <a:gd name="adj" fmla="val 21429"/>
            </a:avLst>
          </a:prstGeom>
          <a:solidFill>
            <a:srgbClr val="C4C4C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7" name="Tekst: C"/>
          <p:cNvSpPr txBox="1"/>
          <p:nvPr/>
        </p:nvSpPr>
        <p:spPr>
          <a:xfrm>
            <a:off x="7832724" y="2694940"/>
            <a:ext cx="262890" cy="1397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100" kern="100" dirty="0">
                <a:solidFill>
                  <a:srgbClr val="FFFFFF"/>
                </a:solidFill>
                <a:latin typeface="Lato Black"/>
                <a:cs typeface="Lato Black"/>
              </a:rPr>
              <a:t>C</a:t>
            </a:r>
            <a:endParaRPr lang="pl-PL" sz="1100" kern="100" dirty="0">
              <a:solidFill>
                <a:srgbClr val="FFFFFF"/>
              </a:solidFill>
              <a:latin typeface="Lato Black"/>
              <a:cs typeface="Lato Black"/>
            </a:endParaRPr>
          </a:p>
        </p:txBody>
      </p:sp>
      <p:sp>
        <p:nvSpPr>
          <p:cNvPr id="28" name="Tekst: Lemoniada · marka C"/>
          <p:cNvSpPr txBox="1"/>
          <p:nvPr/>
        </p:nvSpPr>
        <p:spPr>
          <a:xfrm>
            <a:off x="8152978" y="2543150"/>
            <a:ext cx="2501900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100" b="1" kern="100" dirty="0">
                <a:solidFill>
                  <a:srgbClr val="1C1C1C"/>
                </a:solidFill>
                <a:latin typeface="Lato"/>
                <a:cs typeface="Lato"/>
              </a:rPr>
              <a:t>Lemoniada · marka C</a:t>
            </a:r>
            <a:endParaRPr lang="pl-PL" sz="1100" b="1" kern="100" dirty="0">
              <a:solidFill>
                <a:srgbClr val="1C1C1C"/>
              </a:solidFill>
              <a:latin typeface="Lato"/>
              <a:cs typeface="Lato"/>
            </a:endParaRPr>
          </a:p>
        </p:txBody>
      </p:sp>
      <p:sp>
        <p:nvSpPr>
          <p:cNvPr id="29" name="Tekst: 1 l"/>
          <p:cNvSpPr txBox="1"/>
          <p:nvPr/>
        </p:nvSpPr>
        <p:spPr>
          <a:xfrm>
            <a:off x="8152978" y="2741265"/>
            <a:ext cx="2501900" cy="137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900" kern="100" dirty="0">
                <a:solidFill>
                  <a:srgbClr val="888888"/>
                </a:solidFill>
                <a:latin typeface="Lato"/>
                <a:cs typeface="Lato"/>
              </a:rPr>
              <a:t>1 l</a:t>
            </a:r>
            <a:endParaRPr lang="pl-PL" sz="900" kern="100" dirty="0">
              <a:solidFill>
                <a:srgbClr val="888888"/>
              </a:solidFill>
              <a:latin typeface="Lato"/>
              <a:cs typeface="Lato"/>
            </a:endParaRPr>
          </a:p>
        </p:txBody>
      </p:sp>
      <p:sp>
        <p:nvSpPr>
          <p:cNvPr id="30" name="Tekst: 7,99 zł"/>
          <p:cNvSpPr txBox="1"/>
          <p:nvPr/>
        </p:nvSpPr>
        <p:spPr>
          <a:xfrm>
            <a:off x="10743778" y="2628900"/>
            <a:ext cx="656331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100" b="1" kern="100" dirty="0">
                <a:solidFill>
                  <a:srgbClr val="1C1C1C"/>
                </a:solidFill>
                <a:latin typeface="Lato"/>
                <a:cs typeface="Lato"/>
              </a:rPr>
              <a:t>7,99 zł</a:t>
            </a:r>
            <a:endParaRPr lang="pl-PL" sz="1100" b="1" kern="100" dirty="0">
              <a:solidFill>
                <a:srgbClr val="1C1C1C"/>
              </a:solidFill>
              <a:latin typeface="Lato"/>
              <a:cs typeface="Lato"/>
            </a:endParaRPr>
          </a:p>
        </p:txBody>
      </p:sp>
      <p:sp>
        <p:nvSpPr>
          <p:cNvPr id="31" name="Linia 2"/>
          <p:cNvSpPr/>
          <p:nvPr/>
        </p:nvSpPr>
        <p:spPr>
          <a:xfrm>
            <a:off x="7696199" y="3470275"/>
            <a:ext cx="3467100" cy="635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2" name="Kształt 3"/>
          <p:cNvSpPr/>
          <p:nvPr/>
        </p:nvSpPr>
        <p:spPr>
          <a:xfrm>
            <a:off x="7735887" y="3091656"/>
            <a:ext cx="288925" cy="261144"/>
          </a:xfrm>
          <a:custGeom>
            <a:avLst/>
            <a:gdLst/>
            <a:ahLst/>
            <a:cxnLst/>
            <a:rect l="0" t="0" r="r" b="b"/>
            <a:pathLst>
              <a:path w="288925" h="261144">
                <a:moveTo>
                  <a:pt x="22225" y="0"/>
                </a:moveTo>
                <a:lnTo>
                  <a:pt x="11112" y="33337"/>
                </a:lnTo>
                <a:lnTo>
                  <a:pt x="2778" y="83344"/>
                </a:lnTo>
                <a:lnTo>
                  <a:pt x="0" y="133350"/>
                </a:lnTo>
                <a:lnTo>
                  <a:pt x="2778" y="183356"/>
                </a:lnTo>
                <a:lnTo>
                  <a:pt x="11112" y="227806"/>
                </a:lnTo>
                <a:lnTo>
                  <a:pt x="22225" y="261144"/>
                </a:lnTo>
                <a:lnTo>
                  <a:pt x="266700" y="261144"/>
                </a:lnTo>
                <a:lnTo>
                  <a:pt x="277812" y="227806"/>
                </a:lnTo>
                <a:lnTo>
                  <a:pt x="286147" y="183356"/>
                </a:lnTo>
                <a:lnTo>
                  <a:pt x="288925" y="133350"/>
                </a:lnTo>
                <a:lnTo>
                  <a:pt x="286147" y="83344"/>
                </a:lnTo>
                <a:lnTo>
                  <a:pt x="277812" y="33337"/>
                </a:lnTo>
                <a:lnTo>
                  <a:pt x="266700" y="0"/>
                </a:lnTo>
                <a:close/>
              </a:path>
            </a:pathLst>
          </a:custGeom>
          <a:solidFill>
            <a:srgbClr val="E2932B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3" name="Kształt 4"/>
          <p:cNvSpPr/>
          <p:nvPr/>
        </p:nvSpPr>
        <p:spPr>
          <a:xfrm>
            <a:off x="7735887" y="3091656"/>
            <a:ext cx="72231" cy="261144"/>
          </a:xfrm>
          <a:custGeom>
            <a:avLst/>
            <a:gdLst/>
            <a:ahLst/>
            <a:cxnLst/>
            <a:rect l="0" t="0" r="r" b="b"/>
            <a:pathLst>
              <a:path w="72231" h="261144">
                <a:moveTo>
                  <a:pt x="22225" y="0"/>
                </a:moveTo>
                <a:lnTo>
                  <a:pt x="11112" y="33337"/>
                </a:lnTo>
                <a:lnTo>
                  <a:pt x="2778" y="83344"/>
                </a:lnTo>
                <a:lnTo>
                  <a:pt x="0" y="133350"/>
                </a:lnTo>
                <a:lnTo>
                  <a:pt x="2778" y="183356"/>
                </a:lnTo>
                <a:lnTo>
                  <a:pt x="11112" y="227806"/>
                </a:lnTo>
                <a:lnTo>
                  <a:pt x="22225" y="261144"/>
                </a:lnTo>
                <a:lnTo>
                  <a:pt x="72231" y="261144"/>
                </a:lnTo>
                <a:lnTo>
                  <a:pt x="72231" y="0"/>
                </a:lnTo>
                <a:close/>
              </a:path>
            </a:pathLst>
          </a:custGeom>
          <a:solidFill>
            <a:srgbClr val="EBA142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4" name="Kształt 5"/>
          <p:cNvSpPr/>
          <p:nvPr/>
        </p:nvSpPr>
        <p:spPr>
          <a:xfrm>
            <a:off x="7935912" y="3091656"/>
            <a:ext cx="88900" cy="261144"/>
          </a:xfrm>
          <a:custGeom>
            <a:avLst/>
            <a:gdLst/>
            <a:ahLst/>
            <a:cxnLst/>
            <a:rect l="0" t="0" r="r" b="b"/>
            <a:pathLst>
              <a:path w="88900" h="261144">
                <a:moveTo>
                  <a:pt x="0" y="0"/>
                </a:moveTo>
                <a:lnTo>
                  <a:pt x="0" y="261144"/>
                </a:lnTo>
                <a:lnTo>
                  <a:pt x="66675" y="261144"/>
                </a:lnTo>
                <a:lnTo>
                  <a:pt x="77787" y="227806"/>
                </a:lnTo>
                <a:lnTo>
                  <a:pt x="86122" y="183356"/>
                </a:lnTo>
                <a:lnTo>
                  <a:pt x="88900" y="133350"/>
                </a:lnTo>
                <a:lnTo>
                  <a:pt x="86122" y="83344"/>
                </a:lnTo>
                <a:lnTo>
                  <a:pt x="77787" y="33337"/>
                </a:lnTo>
                <a:lnTo>
                  <a:pt x="66675" y="0"/>
                </a:lnTo>
                <a:close/>
              </a:path>
            </a:pathLst>
          </a:custGeom>
          <a:solidFill>
            <a:srgbClr val="D6861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5" name="Kształt 6"/>
          <p:cNvSpPr/>
          <p:nvPr/>
        </p:nvSpPr>
        <p:spPr>
          <a:xfrm>
            <a:off x="7980362" y="3091656"/>
            <a:ext cx="44450" cy="261144"/>
          </a:xfrm>
          <a:custGeom>
            <a:avLst/>
            <a:gdLst/>
            <a:ahLst/>
            <a:cxnLst/>
            <a:rect l="0" t="0" r="r" b="b"/>
            <a:pathLst>
              <a:path w="44450" h="261144">
                <a:moveTo>
                  <a:pt x="0" y="0"/>
                </a:moveTo>
                <a:lnTo>
                  <a:pt x="0" y="261144"/>
                </a:lnTo>
                <a:lnTo>
                  <a:pt x="22225" y="261144"/>
                </a:lnTo>
                <a:lnTo>
                  <a:pt x="33337" y="227806"/>
                </a:lnTo>
                <a:lnTo>
                  <a:pt x="41672" y="183356"/>
                </a:lnTo>
                <a:lnTo>
                  <a:pt x="44450" y="133350"/>
                </a:lnTo>
                <a:lnTo>
                  <a:pt x="41672" y="83344"/>
                </a:lnTo>
                <a:lnTo>
                  <a:pt x="33337" y="33337"/>
                </a:lnTo>
                <a:lnTo>
                  <a:pt x="22225" y="0"/>
                </a:lnTo>
                <a:close/>
              </a:path>
            </a:pathLst>
          </a:custGeom>
          <a:solidFill>
            <a:srgbClr val="C4741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6" name="Kształt 7"/>
          <p:cNvSpPr/>
          <p:nvPr/>
        </p:nvSpPr>
        <p:spPr>
          <a:xfrm>
            <a:off x="7741444" y="3052762"/>
            <a:ext cx="277812" cy="38894"/>
          </a:xfrm>
          <a:custGeom>
            <a:avLst/>
            <a:gdLst/>
            <a:ahLst/>
            <a:cxnLst/>
            <a:rect l="0" t="0" r="r" b="b"/>
            <a:pathLst>
              <a:path w="277812" h="38894">
                <a:moveTo>
                  <a:pt x="0" y="0"/>
                </a:moveTo>
                <a:lnTo>
                  <a:pt x="27781" y="16669"/>
                </a:lnTo>
                <a:lnTo>
                  <a:pt x="55562" y="0"/>
                </a:lnTo>
                <a:lnTo>
                  <a:pt x="83344" y="16669"/>
                </a:lnTo>
                <a:lnTo>
                  <a:pt x="111125" y="0"/>
                </a:lnTo>
                <a:lnTo>
                  <a:pt x="138906" y="16669"/>
                </a:lnTo>
                <a:lnTo>
                  <a:pt x="166687" y="0"/>
                </a:lnTo>
                <a:lnTo>
                  <a:pt x="194469" y="16669"/>
                </a:lnTo>
                <a:lnTo>
                  <a:pt x="222250" y="0"/>
                </a:lnTo>
                <a:lnTo>
                  <a:pt x="250031" y="16669"/>
                </a:lnTo>
                <a:lnTo>
                  <a:pt x="277812" y="0"/>
                </a:lnTo>
                <a:lnTo>
                  <a:pt x="277812" y="38894"/>
                </a:lnTo>
                <a:lnTo>
                  <a:pt x="0" y="38894"/>
                </a:lnTo>
                <a:close/>
              </a:path>
            </a:pathLst>
          </a:custGeom>
          <a:solidFill>
            <a:srgbClr val="B5661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7" name="Kształt 8"/>
          <p:cNvSpPr/>
          <p:nvPr/>
        </p:nvSpPr>
        <p:spPr>
          <a:xfrm>
            <a:off x="7741444" y="3352800"/>
            <a:ext cx="277812" cy="33337"/>
          </a:xfrm>
          <a:custGeom>
            <a:avLst/>
            <a:gdLst/>
            <a:ahLst/>
            <a:cxnLst/>
            <a:rect l="0" t="0" r="r" b="b"/>
            <a:pathLst>
              <a:path w="277812" h="33337">
                <a:moveTo>
                  <a:pt x="0" y="0"/>
                </a:moveTo>
                <a:lnTo>
                  <a:pt x="277812" y="0"/>
                </a:lnTo>
                <a:lnTo>
                  <a:pt x="277812" y="33337"/>
                </a:lnTo>
                <a:lnTo>
                  <a:pt x="250031" y="16669"/>
                </a:lnTo>
                <a:lnTo>
                  <a:pt x="222250" y="33337"/>
                </a:lnTo>
                <a:lnTo>
                  <a:pt x="194469" y="16669"/>
                </a:lnTo>
                <a:lnTo>
                  <a:pt x="166687" y="33337"/>
                </a:lnTo>
                <a:lnTo>
                  <a:pt x="138906" y="16669"/>
                </a:lnTo>
                <a:lnTo>
                  <a:pt x="111125" y="33337"/>
                </a:lnTo>
                <a:lnTo>
                  <a:pt x="83344" y="16669"/>
                </a:lnTo>
                <a:lnTo>
                  <a:pt x="55562" y="33337"/>
                </a:lnTo>
                <a:lnTo>
                  <a:pt x="27781" y="16669"/>
                </a:lnTo>
                <a:lnTo>
                  <a:pt x="0" y="33337"/>
                </a:lnTo>
                <a:close/>
              </a:path>
            </a:pathLst>
          </a:custGeom>
          <a:solidFill>
            <a:srgbClr val="B5661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8" name="Kształt 9"/>
          <p:cNvSpPr/>
          <p:nvPr/>
        </p:nvSpPr>
        <p:spPr>
          <a:xfrm>
            <a:off x="7810897" y="3188891"/>
            <a:ext cx="138906" cy="138906"/>
          </a:xfrm>
          <a:custGeom>
            <a:avLst/>
            <a:gdLst/>
            <a:ahLst/>
            <a:cxnLst/>
            <a:rect l="0" t="0" r="r" b="b"/>
            <a:pathLst>
              <a:path w="138906" h="138906">
                <a:moveTo>
                  <a:pt x="138906" y="69453"/>
                </a:moveTo>
                <a:lnTo>
                  <a:pt x="137795" y="81677"/>
                </a:lnTo>
                <a:lnTo>
                  <a:pt x="134461" y="93345"/>
                </a:lnTo>
                <a:lnTo>
                  <a:pt x="129461" y="104457"/>
                </a:lnTo>
                <a:lnTo>
                  <a:pt x="122793" y="113903"/>
                </a:lnTo>
                <a:lnTo>
                  <a:pt x="113903" y="122793"/>
                </a:lnTo>
                <a:lnTo>
                  <a:pt x="104457" y="129461"/>
                </a:lnTo>
                <a:lnTo>
                  <a:pt x="93345" y="134461"/>
                </a:lnTo>
                <a:lnTo>
                  <a:pt x="81677" y="137795"/>
                </a:lnTo>
                <a:lnTo>
                  <a:pt x="69453" y="138906"/>
                </a:lnTo>
                <a:lnTo>
                  <a:pt x="57229" y="137795"/>
                </a:lnTo>
                <a:lnTo>
                  <a:pt x="45561" y="134461"/>
                </a:lnTo>
                <a:lnTo>
                  <a:pt x="35004" y="129461"/>
                </a:lnTo>
                <a:lnTo>
                  <a:pt x="25003" y="122793"/>
                </a:lnTo>
                <a:lnTo>
                  <a:pt x="16113" y="113903"/>
                </a:lnTo>
                <a:lnTo>
                  <a:pt x="9446" y="104457"/>
                </a:lnTo>
                <a:lnTo>
                  <a:pt x="4445" y="93345"/>
                </a:lnTo>
                <a:lnTo>
                  <a:pt x="1111" y="81677"/>
                </a:lnTo>
                <a:lnTo>
                  <a:pt x="0" y="69453"/>
                </a:lnTo>
                <a:lnTo>
                  <a:pt x="1111" y="57229"/>
                </a:lnTo>
                <a:lnTo>
                  <a:pt x="4445" y="45561"/>
                </a:lnTo>
                <a:lnTo>
                  <a:pt x="9446" y="35004"/>
                </a:lnTo>
                <a:lnTo>
                  <a:pt x="16113" y="25003"/>
                </a:lnTo>
                <a:lnTo>
                  <a:pt x="25003" y="16113"/>
                </a:lnTo>
                <a:lnTo>
                  <a:pt x="34449" y="9446"/>
                </a:lnTo>
                <a:lnTo>
                  <a:pt x="45561" y="4445"/>
                </a:lnTo>
                <a:lnTo>
                  <a:pt x="57229" y="1111"/>
                </a:lnTo>
                <a:lnTo>
                  <a:pt x="69453" y="0"/>
                </a:lnTo>
                <a:lnTo>
                  <a:pt x="81677" y="1111"/>
                </a:lnTo>
                <a:lnTo>
                  <a:pt x="93345" y="4445"/>
                </a:lnTo>
                <a:lnTo>
                  <a:pt x="104457" y="9446"/>
                </a:lnTo>
                <a:lnTo>
                  <a:pt x="113903" y="16113"/>
                </a:lnTo>
                <a:lnTo>
                  <a:pt x="122793" y="25003"/>
                </a:lnTo>
                <a:lnTo>
                  <a:pt x="129461" y="34449"/>
                </a:lnTo>
                <a:lnTo>
                  <a:pt x="134461" y="45561"/>
                </a:lnTo>
                <a:lnTo>
                  <a:pt x="137795" y="57229"/>
                </a:lnTo>
                <a:close/>
              </a:path>
            </a:pathLst>
          </a:custGeom>
          <a:solidFill>
            <a:srgbClr val="FFF4D8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9" name="Kształt 10"/>
          <p:cNvSpPr/>
          <p:nvPr/>
        </p:nvSpPr>
        <p:spPr>
          <a:xfrm>
            <a:off x="7833122" y="3208337"/>
            <a:ext cx="75009" cy="77787"/>
          </a:xfrm>
          <a:custGeom>
            <a:avLst/>
            <a:gdLst/>
            <a:ahLst/>
            <a:cxnLst/>
            <a:rect l="0" t="0" r="r" b="b"/>
            <a:pathLst>
              <a:path w="75009" h="77787">
                <a:moveTo>
                  <a:pt x="0" y="77787"/>
                </a:moveTo>
                <a:lnTo>
                  <a:pt x="41672" y="0"/>
                </a:lnTo>
                <a:lnTo>
                  <a:pt x="75009" y="72231"/>
                </a:lnTo>
                <a:close/>
              </a:path>
            </a:pathLst>
          </a:custGeom>
          <a:solidFill>
            <a:srgbClr val="F6C44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0" name="Kształt 11"/>
          <p:cNvSpPr/>
          <p:nvPr/>
        </p:nvSpPr>
        <p:spPr>
          <a:xfrm>
            <a:off x="7866459" y="3238897"/>
            <a:ext cx="63897" cy="66675"/>
          </a:xfrm>
          <a:custGeom>
            <a:avLst/>
            <a:gdLst/>
            <a:ahLst/>
            <a:cxnLst/>
            <a:rect l="0" t="0" r="r" b="b"/>
            <a:pathLst>
              <a:path w="63897" h="66675">
                <a:moveTo>
                  <a:pt x="0" y="63897"/>
                </a:moveTo>
                <a:lnTo>
                  <a:pt x="50006" y="0"/>
                </a:lnTo>
                <a:lnTo>
                  <a:pt x="63897" y="66675"/>
                </a:lnTo>
                <a:close/>
              </a:path>
            </a:pathLst>
          </a:custGeom>
          <a:solidFill>
            <a:srgbClr val="E9A7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1" name="Tekst: A"/>
          <p:cNvSpPr txBox="1"/>
          <p:nvPr/>
        </p:nvSpPr>
        <p:spPr>
          <a:xfrm>
            <a:off x="7702550" y="3098800"/>
            <a:ext cx="355600" cy="952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750" kern="100" dirty="0">
                <a:solidFill>
                  <a:srgbClr val="FFFFFF"/>
                </a:solidFill>
                <a:latin typeface="Lato Black"/>
                <a:cs typeface="Lato Black"/>
              </a:rPr>
              <a:t>A</a:t>
            </a:r>
            <a:endParaRPr lang="pl-PL" sz="750" kern="100" dirty="0">
              <a:solidFill>
                <a:srgbClr val="FFFFFF"/>
              </a:solidFill>
              <a:latin typeface="Lato Black"/>
              <a:cs typeface="Lato Black"/>
            </a:endParaRPr>
          </a:p>
        </p:txBody>
      </p:sp>
      <p:sp>
        <p:nvSpPr>
          <p:cNvPr id="42" name="Tekst: Nachosy solone · marka A"/>
          <p:cNvSpPr txBox="1"/>
          <p:nvPr/>
        </p:nvSpPr>
        <p:spPr>
          <a:xfrm>
            <a:off x="8152978" y="3051150"/>
            <a:ext cx="2501900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100" b="1" kern="100" dirty="0">
                <a:solidFill>
                  <a:srgbClr val="1C1C1C"/>
                </a:solidFill>
                <a:latin typeface="Lato"/>
                <a:cs typeface="Lato"/>
              </a:rPr>
              <a:t>Nachosy solone · marka A</a:t>
            </a:r>
            <a:endParaRPr lang="pl-PL" sz="1100" b="1" kern="100" dirty="0">
              <a:solidFill>
                <a:srgbClr val="1C1C1C"/>
              </a:solidFill>
              <a:latin typeface="Lato"/>
              <a:cs typeface="Lato"/>
            </a:endParaRPr>
          </a:p>
        </p:txBody>
      </p:sp>
      <p:sp>
        <p:nvSpPr>
          <p:cNvPr id="43" name="Tekst: 200 g"/>
          <p:cNvSpPr txBox="1"/>
          <p:nvPr/>
        </p:nvSpPr>
        <p:spPr>
          <a:xfrm>
            <a:off x="8152978" y="3249265"/>
            <a:ext cx="2501900" cy="137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900" kern="100" dirty="0">
                <a:solidFill>
                  <a:srgbClr val="888888"/>
                </a:solidFill>
                <a:latin typeface="Lato"/>
                <a:cs typeface="Lato"/>
              </a:rPr>
              <a:t>200 g</a:t>
            </a:r>
            <a:endParaRPr lang="pl-PL" sz="900" kern="100" dirty="0">
              <a:solidFill>
                <a:srgbClr val="888888"/>
              </a:solidFill>
              <a:latin typeface="Lato"/>
              <a:cs typeface="Lato"/>
            </a:endParaRPr>
          </a:p>
        </p:txBody>
      </p:sp>
      <p:sp>
        <p:nvSpPr>
          <p:cNvPr id="44" name="Tekst: 8,99 zł"/>
          <p:cNvSpPr txBox="1"/>
          <p:nvPr/>
        </p:nvSpPr>
        <p:spPr>
          <a:xfrm>
            <a:off x="10743778" y="3136900"/>
            <a:ext cx="656331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100" b="1" kern="100" dirty="0">
                <a:solidFill>
                  <a:srgbClr val="1C1C1C"/>
                </a:solidFill>
                <a:latin typeface="Lato"/>
                <a:cs typeface="Lato"/>
              </a:rPr>
              <a:t>8,99 zł</a:t>
            </a:r>
            <a:endParaRPr lang="pl-PL" sz="1100" b="1" kern="100" dirty="0">
              <a:solidFill>
                <a:srgbClr val="1C1C1C"/>
              </a:solidFill>
              <a:latin typeface="Lato"/>
              <a:cs typeface="Lato"/>
            </a:endParaRPr>
          </a:p>
        </p:txBody>
      </p:sp>
      <p:sp>
        <p:nvSpPr>
          <p:cNvPr id="45" name="Linia 3"/>
          <p:cNvSpPr/>
          <p:nvPr/>
        </p:nvSpPr>
        <p:spPr>
          <a:xfrm>
            <a:off x="7696199" y="3978275"/>
            <a:ext cx="3467100" cy="635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6" name="Kształt 12"/>
          <p:cNvSpPr/>
          <p:nvPr/>
        </p:nvSpPr>
        <p:spPr>
          <a:xfrm>
            <a:off x="7867650" y="3810000"/>
            <a:ext cx="190500" cy="25400"/>
          </a:xfrm>
          <a:custGeom>
            <a:avLst/>
            <a:gdLst/>
            <a:ahLst/>
            <a:cxnLst/>
            <a:rect l="0" t="0" r="r" b="b"/>
            <a:pathLst>
              <a:path w="190500" h="25400">
                <a:moveTo>
                  <a:pt x="0" y="0"/>
                </a:moveTo>
                <a:lnTo>
                  <a:pt x="190500" y="0"/>
                </a:lnTo>
                <a:lnTo>
                  <a:pt x="190500" y="25400"/>
                </a:lnTo>
                <a:lnTo>
                  <a:pt x="0" y="25400"/>
                </a:lnTo>
                <a:close/>
              </a:path>
            </a:pathLst>
          </a:custGeom>
          <a:solidFill>
            <a:srgbClr val="3D221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7" name="Kształt 13"/>
          <p:cNvSpPr/>
          <p:nvPr/>
        </p:nvSpPr>
        <p:spPr>
          <a:xfrm>
            <a:off x="7867650" y="3632200"/>
            <a:ext cx="190500" cy="190500"/>
          </a:xfrm>
          <a:custGeom>
            <a:avLst/>
            <a:gdLst/>
            <a:ahLst/>
            <a:cxnLst/>
            <a:rect l="0" t="0" r="r" b="b"/>
            <a:pathLst>
              <a:path w="190500" h="190500">
                <a:moveTo>
                  <a:pt x="0" y="0"/>
                </a:moveTo>
                <a:lnTo>
                  <a:pt x="190500" y="0"/>
                </a:lnTo>
                <a:lnTo>
                  <a:pt x="190500" y="190500"/>
                </a:lnTo>
                <a:lnTo>
                  <a:pt x="0" y="190500"/>
                </a:lnTo>
                <a:close/>
              </a:path>
            </a:pathLst>
          </a:custGeom>
          <a:solidFill>
            <a:srgbClr val="331C1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8" name="Kształt 14"/>
          <p:cNvSpPr/>
          <p:nvPr/>
        </p:nvSpPr>
        <p:spPr>
          <a:xfrm>
            <a:off x="7870825" y="3635375"/>
            <a:ext cx="57150" cy="11430"/>
          </a:xfrm>
          <a:custGeom>
            <a:avLst/>
            <a:gdLst/>
            <a:ahLst/>
            <a:cxnLst/>
            <a:rect l="0" t="0" r="r" b="b"/>
            <a:pathLst>
              <a:path w="57150" h="11430">
                <a:moveTo>
                  <a:pt x="0" y="0"/>
                </a:moveTo>
                <a:lnTo>
                  <a:pt x="57150" y="0"/>
                </a:lnTo>
                <a:lnTo>
                  <a:pt x="45720" y="11430"/>
                </a:lnTo>
                <a:lnTo>
                  <a:pt x="11430" y="11430"/>
                </a:lnTo>
                <a:close/>
              </a:path>
            </a:pathLst>
          </a:custGeom>
          <a:solidFill>
            <a:srgbClr val="855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9" name="Kształt 15"/>
          <p:cNvSpPr/>
          <p:nvPr/>
        </p:nvSpPr>
        <p:spPr>
          <a:xfrm>
            <a:off x="7870825" y="3635375"/>
            <a:ext cx="11430" cy="57150"/>
          </a:xfrm>
          <a:custGeom>
            <a:avLst/>
            <a:gdLst/>
            <a:ahLst/>
            <a:cxnLst/>
            <a:rect l="0" t="0" r="r" b="b"/>
            <a:pathLst>
              <a:path w="11430" h="57150">
                <a:moveTo>
                  <a:pt x="0" y="0"/>
                </a:moveTo>
                <a:lnTo>
                  <a:pt x="11430" y="11430"/>
                </a:lnTo>
                <a:lnTo>
                  <a:pt x="11430" y="45720"/>
                </a:lnTo>
                <a:lnTo>
                  <a:pt x="0" y="57150"/>
                </a:lnTo>
                <a:close/>
              </a:path>
            </a:pathLst>
          </a:custGeom>
          <a:solidFill>
            <a:srgbClr val="7A4A2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0" name="Kształt 16"/>
          <p:cNvSpPr/>
          <p:nvPr/>
        </p:nvSpPr>
        <p:spPr>
          <a:xfrm>
            <a:off x="7916545" y="3635375"/>
            <a:ext cx="11430" cy="57150"/>
          </a:xfrm>
          <a:custGeom>
            <a:avLst/>
            <a:gdLst/>
            <a:ahLst/>
            <a:cxnLst/>
            <a:rect l="0" t="0" r="r" b="b"/>
            <a:pathLst>
              <a:path w="11430" h="57150">
                <a:moveTo>
                  <a:pt x="11430" y="0"/>
                </a:moveTo>
                <a:lnTo>
                  <a:pt x="11430" y="57150"/>
                </a:lnTo>
                <a:lnTo>
                  <a:pt x="0" y="45720"/>
                </a:lnTo>
                <a:lnTo>
                  <a:pt x="0" y="11430"/>
                </a:lnTo>
                <a:close/>
              </a:path>
            </a:pathLst>
          </a:custGeom>
          <a:solidFill>
            <a:srgbClr val="5A332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1" name="Kształt 17"/>
          <p:cNvSpPr/>
          <p:nvPr/>
        </p:nvSpPr>
        <p:spPr>
          <a:xfrm>
            <a:off x="7870825" y="3681095"/>
            <a:ext cx="57150" cy="11430"/>
          </a:xfrm>
          <a:custGeom>
            <a:avLst/>
            <a:gdLst/>
            <a:ahLst/>
            <a:cxnLst/>
            <a:rect l="0" t="0" r="r" b="b"/>
            <a:pathLst>
              <a:path w="57150" h="11430">
                <a:moveTo>
                  <a:pt x="0" y="11430"/>
                </a:moveTo>
                <a:lnTo>
                  <a:pt x="11430" y="0"/>
                </a:lnTo>
                <a:lnTo>
                  <a:pt x="45720" y="0"/>
                </a:lnTo>
                <a:lnTo>
                  <a:pt x="57150" y="11430"/>
                </a:lnTo>
                <a:close/>
              </a:path>
            </a:pathLst>
          </a:custGeom>
          <a:solidFill>
            <a:srgbClr val="4A2A1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2" name="Kształt 18"/>
          <p:cNvSpPr/>
          <p:nvPr/>
        </p:nvSpPr>
        <p:spPr>
          <a:xfrm>
            <a:off x="7882255" y="3646805"/>
            <a:ext cx="34290" cy="34290"/>
          </a:xfrm>
          <a:custGeom>
            <a:avLst/>
            <a:gdLst/>
            <a:ahLst/>
            <a:cxnLst/>
            <a:rect l="0" t="0" r="r" b="b"/>
            <a:pathLst>
              <a:path w="34290" h="34290">
                <a:moveTo>
                  <a:pt x="0" y="0"/>
                </a:moveTo>
                <a:lnTo>
                  <a:pt x="34290" y="0"/>
                </a:lnTo>
                <a:lnTo>
                  <a:pt x="34290" y="34290"/>
                </a:lnTo>
                <a:lnTo>
                  <a:pt x="0" y="34290"/>
                </a:lnTo>
                <a:close/>
              </a:path>
            </a:pathLst>
          </a:custGeom>
          <a:solidFill>
            <a:srgbClr val="6D402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3" name="Kształt 19"/>
          <p:cNvSpPr/>
          <p:nvPr/>
        </p:nvSpPr>
        <p:spPr>
          <a:xfrm>
            <a:off x="7870825" y="3698875"/>
            <a:ext cx="57150" cy="11430"/>
          </a:xfrm>
          <a:custGeom>
            <a:avLst/>
            <a:gdLst/>
            <a:ahLst/>
            <a:cxnLst/>
            <a:rect l="0" t="0" r="r" b="b"/>
            <a:pathLst>
              <a:path w="57150" h="11430">
                <a:moveTo>
                  <a:pt x="0" y="0"/>
                </a:moveTo>
                <a:lnTo>
                  <a:pt x="57150" y="0"/>
                </a:lnTo>
                <a:lnTo>
                  <a:pt x="45720" y="11430"/>
                </a:lnTo>
                <a:lnTo>
                  <a:pt x="11430" y="11430"/>
                </a:lnTo>
                <a:close/>
              </a:path>
            </a:pathLst>
          </a:custGeom>
          <a:solidFill>
            <a:srgbClr val="855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4" name="Kształt 20"/>
          <p:cNvSpPr/>
          <p:nvPr/>
        </p:nvSpPr>
        <p:spPr>
          <a:xfrm>
            <a:off x="7870825" y="3698875"/>
            <a:ext cx="11430" cy="57150"/>
          </a:xfrm>
          <a:custGeom>
            <a:avLst/>
            <a:gdLst/>
            <a:ahLst/>
            <a:cxnLst/>
            <a:rect l="0" t="0" r="r" b="b"/>
            <a:pathLst>
              <a:path w="11430" h="57150">
                <a:moveTo>
                  <a:pt x="0" y="0"/>
                </a:moveTo>
                <a:lnTo>
                  <a:pt x="11430" y="11430"/>
                </a:lnTo>
                <a:lnTo>
                  <a:pt x="11430" y="45720"/>
                </a:lnTo>
                <a:lnTo>
                  <a:pt x="0" y="57150"/>
                </a:lnTo>
                <a:close/>
              </a:path>
            </a:pathLst>
          </a:custGeom>
          <a:solidFill>
            <a:srgbClr val="7A4A2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5" name="Kształt 21"/>
          <p:cNvSpPr/>
          <p:nvPr/>
        </p:nvSpPr>
        <p:spPr>
          <a:xfrm>
            <a:off x="7916545" y="3698875"/>
            <a:ext cx="11430" cy="57150"/>
          </a:xfrm>
          <a:custGeom>
            <a:avLst/>
            <a:gdLst/>
            <a:ahLst/>
            <a:cxnLst/>
            <a:rect l="0" t="0" r="r" b="b"/>
            <a:pathLst>
              <a:path w="11430" h="57150">
                <a:moveTo>
                  <a:pt x="11430" y="0"/>
                </a:moveTo>
                <a:lnTo>
                  <a:pt x="11430" y="57150"/>
                </a:lnTo>
                <a:lnTo>
                  <a:pt x="0" y="45720"/>
                </a:lnTo>
                <a:lnTo>
                  <a:pt x="0" y="11430"/>
                </a:lnTo>
                <a:close/>
              </a:path>
            </a:pathLst>
          </a:custGeom>
          <a:solidFill>
            <a:srgbClr val="5A332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6" name="Kształt 22"/>
          <p:cNvSpPr/>
          <p:nvPr/>
        </p:nvSpPr>
        <p:spPr>
          <a:xfrm>
            <a:off x="7870825" y="3744595"/>
            <a:ext cx="57150" cy="11430"/>
          </a:xfrm>
          <a:custGeom>
            <a:avLst/>
            <a:gdLst/>
            <a:ahLst/>
            <a:cxnLst/>
            <a:rect l="0" t="0" r="r" b="b"/>
            <a:pathLst>
              <a:path w="57150" h="11430">
                <a:moveTo>
                  <a:pt x="0" y="11430"/>
                </a:moveTo>
                <a:lnTo>
                  <a:pt x="11430" y="0"/>
                </a:lnTo>
                <a:lnTo>
                  <a:pt x="45720" y="0"/>
                </a:lnTo>
                <a:lnTo>
                  <a:pt x="57150" y="11430"/>
                </a:lnTo>
                <a:close/>
              </a:path>
            </a:pathLst>
          </a:custGeom>
          <a:solidFill>
            <a:srgbClr val="4A2A1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7" name="Kształt 23"/>
          <p:cNvSpPr/>
          <p:nvPr/>
        </p:nvSpPr>
        <p:spPr>
          <a:xfrm>
            <a:off x="7882255" y="3710305"/>
            <a:ext cx="34290" cy="34290"/>
          </a:xfrm>
          <a:custGeom>
            <a:avLst/>
            <a:gdLst/>
            <a:ahLst/>
            <a:cxnLst/>
            <a:rect l="0" t="0" r="r" b="b"/>
            <a:pathLst>
              <a:path w="34290" h="34290">
                <a:moveTo>
                  <a:pt x="0" y="0"/>
                </a:moveTo>
                <a:lnTo>
                  <a:pt x="34290" y="0"/>
                </a:lnTo>
                <a:lnTo>
                  <a:pt x="34290" y="34290"/>
                </a:lnTo>
                <a:lnTo>
                  <a:pt x="0" y="34290"/>
                </a:lnTo>
                <a:close/>
              </a:path>
            </a:pathLst>
          </a:custGeom>
          <a:solidFill>
            <a:srgbClr val="6D402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8" name="Kształt 24"/>
          <p:cNvSpPr/>
          <p:nvPr/>
        </p:nvSpPr>
        <p:spPr>
          <a:xfrm>
            <a:off x="7870825" y="3762375"/>
            <a:ext cx="57150" cy="11430"/>
          </a:xfrm>
          <a:custGeom>
            <a:avLst/>
            <a:gdLst/>
            <a:ahLst/>
            <a:cxnLst/>
            <a:rect l="0" t="0" r="r" b="b"/>
            <a:pathLst>
              <a:path w="57150" h="11430">
                <a:moveTo>
                  <a:pt x="0" y="0"/>
                </a:moveTo>
                <a:lnTo>
                  <a:pt x="57150" y="0"/>
                </a:lnTo>
                <a:lnTo>
                  <a:pt x="45720" y="11430"/>
                </a:lnTo>
                <a:lnTo>
                  <a:pt x="11430" y="11430"/>
                </a:lnTo>
                <a:close/>
              </a:path>
            </a:pathLst>
          </a:custGeom>
          <a:solidFill>
            <a:srgbClr val="855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9" name="Kształt 25"/>
          <p:cNvSpPr/>
          <p:nvPr/>
        </p:nvSpPr>
        <p:spPr>
          <a:xfrm>
            <a:off x="7870825" y="3762375"/>
            <a:ext cx="11430" cy="57150"/>
          </a:xfrm>
          <a:custGeom>
            <a:avLst/>
            <a:gdLst/>
            <a:ahLst/>
            <a:cxnLst/>
            <a:rect l="0" t="0" r="r" b="b"/>
            <a:pathLst>
              <a:path w="11430" h="57150">
                <a:moveTo>
                  <a:pt x="0" y="0"/>
                </a:moveTo>
                <a:lnTo>
                  <a:pt x="11430" y="11430"/>
                </a:lnTo>
                <a:lnTo>
                  <a:pt x="11430" y="45720"/>
                </a:lnTo>
                <a:lnTo>
                  <a:pt x="0" y="57150"/>
                </a:lnTo>
                <a:close/>
              </a:path>
            </a:pathLst>
          </a:custGeom>
          <a:solidFill>
            <a:srgbClr val="7A4A2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0" name="Kształt 26"/>
          <p:cNvSpPr/>
          <p:nvPr/>
        </p:nvSpPr>
        <p:spPr>
          <a:xfrm>
            <a:off x="7916545" y="3762375"/>
            <a:ext cx="11430" cy="57150"/>
          </a:xfrm>
          <a:custGeom>
            <a:avLst/>
            <a:gdLst/>
            <a:ahLst/>
            <a:cxnLst/>
            <a:rect l="0" t="0" r="r" b="b"/>
            <a:pathLst>
              <a:path w="11430" h="57150">
                <a:moveTo>
                  <a:pt x="11430" y="0"/>
                </a:moveTo>
                <a:lnTo>
                  <a:pt x="11430" y="57150"/>
                </a:lnTo>
                <a:lnTo>
                  <a:pt x="0" y="45720"/>
                </a:lnTo>
                <a:lnTo>
                  <a:pt x="0" y="11430"/>
                </a:lnTo>
                <a:close/>
              </a:path>
            </a:pathLst>
          </a:custGeom>
          <a:solidFill>
            <a:srgbClr val="5A332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1" name="Kształt 27"/>
          <p:cNvSpPr/>
          <p:nvPr/>
        </p:nvSpPr>
        <p:spPr>
          <a:xfrm>
            <a:off x="7870825" y="3808095"/>
            <a:ext cx="57150" cy="11430"/>
          </a:xfrm>
          <a:custGeom>
            <a:avLst/>
            <a:gdLst/>
            <a:ahLst/>
            <a:cxnLst/>
            <a:rect l="0" t="0" r="r" b="b"/>
            <a:pathLst>
              <a:path w="57150" h="11430">
                <a:moveTo>
                  <a:pt x="0" y="11430"/>
                </a:moveTo>
                <a:lnTo>
                  <a:pt x="11430" y="0"/>
                </a:lnTo>
                <a:lnTo>
                  <a:pt x="45720" y="0"/>
                </a:lnTo>
                <a:lnTo>
                  <a:pt x="57150" y="11430"/>
                </a:lnTo>
                <a:close/>
              </a:path>
            </a:pathLst>
          </a:custGeom>
          <a:solidFill>
            <a:srgbClr val="4A2A1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2" name="Kształt 28"/>
          <p:cNvSpPr/>
          <p:nvPr/>
        </p:nvSpPr>
        <p:spPr>
          <a:xfrm>
            <a:off x="7882255" y="3773805"/>
            <a:ext cx="34290" cy="34290"/>
          </a:xfrm>
          <a:custGeom>
            <a:avLst/>
            <a:gdLst/>
            <a:ahLst/>
            <a:cxnLst/>
            <a:rect l="0" t="0" r="r" b="b"/>
            <a:pathLst>
              <a:path w="34290" h="34290">
                <a:moveTo>
                  <a:pt x="0" y="0"/>
                </a:moveTo>
                <a:lnTo>
                  <a:pt x="34290" y="0"/>
                </a:lnTo>
                <a:lnTo>
                  <a:pt x="34290" y="34290"/>
                </a:lnTo>
                <a:lnTo>
                  <a:pt x="0" y="34290"/>
                </a:lnTo>
                <a:close/>
              </a:path>
            </a:pathLst>
          </a:custGeom>
          <a:solidFill>
            <a:srgbClr val="6D402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3" name="Kształt 29"/>
          <p:cNvSpPr/>
          <p:nvPr/>
        </p:nvSpPr>
        <p:spPr>
          <a:xfrm>
            <a:off x="7934325" y="3635375"/>
            <a:ext cx="57150" cy="11430"/>
          </a:xfrm>
          <a:custGeom>
            <a:avLst/>
            <a:gdLst/>
            <a:ahLst/>
            <a:cxnLst/>
            <a:rect l="0" t="0" r="r" b="b"/>
            <a:pathLst>
              <a:path w="57150" h="11430">
                <a:moveTo>
                  <a:pt x="0" y="0"/>
                </a:moveTo>
                <a:lnTo>
                  <a:pt x="57150" y="0"/>
                </a:lnTo>
                <a:lnTo>
                  <a:pt x="45720" y="11430"/>
                </a:lnTo>
                <a:lnTo>
                  <a:pt x="11430" y="11430"/>
                </a:lnTo>
                <a:close/>
              </a:path>
            </a:pathLst>
          </a:custGeom>
          <a:solidFill>
            <a:srgbClr val="855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4" name="Kształt 30"/>
          <p:cNvSpPr/>
          <p:nvPr/>
        </p:nvSpPr>
        <p:spPr>
          <a:xfrm>
            <a:off x="7934325" y="3635375"/>
            <a:ext cx="11430" cy="57150"/>
          </a:xfrm>
          <a:custGeom>
            <a:avLst/>
            <a:gdLst/>
            <a:ahLst/>
            <a:cxnLst/>
            <a:rect l="0" t="0" r="r" b="b"/>
            <a:pathLst>
              <a:path w="11430" h="57150">
                <a:moveTo>
                  <a:pt x="0" y="0"/>
                </a:moveTo>
                <a:lnTo>
                  <a:pt x="11430" y="11430"/>
                </a:lnTo>
                <a:lnTo>
                  <a:pt x="11430" y="45720"/>
                </a:lnTo>
                <a:lnTo>
                  <a:pt x="0" y="57150"/>
                </a:lnTo>
                <a:close/>
              </a:path>
            </a:pathLst>
          </a:custGeom>
          <a:solidFill>
            <a:srgbClr val="7A4A2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5" name="Kształt 31"/>
          <p:cNvSpPr/>
          <p:nvPr/>
        </p:nvSpPr>
        <p:spPr>
          <a:xfrm>
            <a:off x="7980045" y="3635375"/>
            <a:ext cx="11430" cy="57150"/>
          </a:xfrm>
          <a:custGeom>
            <a:avLst/>
            <a:gdLst/>
            <a:ahLst/>
            <a:cxnLst/>
            <a:rect l="0" t="0" r="r" b="b"/>
            <a:pathLst>
              <a:path w="11430" h="57150">
                <a:moveTo>
                  <a:pt x="11430" y="0"/>
                </a:moveTo>
                <a:lnTo>
                  <a:pt x="11430" y="57150"/>
                </a:lnTo>
                <a:lnTo>
                  <a:pt x="0" y="45720"/>
                </a:lnTo>
                <a:lnTo>
                  <a:pt x="0" y="11430"/>
                </a:lnTo>
                <a:close/>
              </a:path>
            </a:pathLst>
          </a:custGeom>
          <a:solidFill>
            <a:srgbClr val="5A332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6" name="Kształt 32"/>
          <p:cNvSpPr/>
          <p:nvPr/>
        </p:nvSpPr>
        <p:spPr>
          <a:xfrm>
            <a:off x="7934325" y="3681095"/>
            <a:ext cx="57150" cy="11430"/>
          </a:xfrm>
          <a:custGeom>
            <a:avLst/>
            <a:gdLst/>
            <a:ahLst/>
            <a:cxnLst/>
            <a:rect l="0" t="0" r="r" b="b"/>
            <a:pathLst>
              <a:path w="57150" h="11430">
                <a:moveTo>
                  <a:pt x="0" y="11430"/>
                </a:moveTo>
                <a:lnTo>
                  <a:pt x="11430" y="0"/>
                </a:lnTo>
                <a:lnTo>
                  <a:pt x="45720" y="0"/>
                </a:lnTo>
                <a:lnTo>
                  <a:pt x="57150" y="11430"/>
                </a:lnTo>
                <a:close/>
              </a:path>
            </a:pathLst>
          </a:custGeom>
          <a:solidFill>
            <a:srgbClr val="4A2A1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7" name="Kształt 33"/>
          <p:cNvSpPr/>
          <p:nvPr/>
        </p:nvSpPr>
        <p:spPr>
          <a:xfrm>
            <a:off x="7945755" y="3646805"/>
            <a:ext cx="34290" cy="34290"/>
          </a:xfrm>
          <a:custGeom>
            <a:avLst/>
            <a:gdLst/>
            <a:ahLst/>
            <a:cxnLst/>
            <a:rect l="0" t="0" r="r" b="b"/>
            <a:pathLst>
              <a:path w="34290" h="34290">
                <a:moveTo>
                  <a:pt x="0" y="0"/>
                </a:moveTo>
                <a:lnTo>
                  <a:pt x="34290" y="0"/>
                </a:lnTo>
                <a:lnTo>
                  <a:pt x="34290" y="34290"/>
                </a:lnTo>
                <a:lnTo>
                  <a:pt x="0" y="34290"/>
                </a:lnTo>
                <a:close/>
              </a:path>
            </a:pathLst>
          </a:custGeom>
          <a:solidFill>
            <a:srgbClr val="6D402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8" name="Kształt 34"/>
          <p:cNvSpPr/>
          <p:nvPr/>
        </p:nvSpPr>
        <p:spPr>
          <a:xfrm>
            <a:off x="7934325" y="3698875"/>
            <a:ext cx="57150" cy="11430"/>
          </a:xfrm>
          <a:custGeom>
            <a:avLst/>
            <a:gdLst/>
            <a:ahLst/>
            <a:cxnLst/>
            <a:rect l="0" t="0" r="r" b="b"/>
            <a:pathLst>
              <a:path w="57150" h="11430">
                <a:moveTo>
                  <a:pt x="0" y="0"/>
                </a:moveTo>
                <a:lnTo>
                  <a:pt x="57150" y="0"/>
                </a:lnTo>
                <a:lnTo>
                  <a:pt x="45720" y="11430"/>
                </a:lnTo>
                <a:lnTo>
                  <a:pt x="11430" y="11430"/>
                </a:lnTo>
                <a:close/>
              </a:path>
            </a:pathLst>
          </a:custGeom>
          <a:solidFill>
            <a:srgbClr val="855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9" name="Kształt 35"/>
          <p:cNvSpPr/>
          <p:nvPr/>
        </p:nvSpPr>
        <p:spPr>
          <a:xfrm>
            <a:off x="7934325" y="3698875"/>
            <a:ext cx="11430" cy="57150"/>
          </a:xfrm>
          <a:custGeom>
            <a:avLst/>
            <a:gdLst/>
            <a:ahLst/>
            <a:cxnLst/>
            <a:rect l="0" t="0" r="r" b="b"/>
            <a:pathLst>
              <a:path w="11430" h="57150">
                <a:moveTo>
                  <a:pt x="0" y="0"/>
                </a:moveTo>
                <a:lnTo>
                  <a:pt x="11430" y="11430"/>
                </a:lnTo>
                <a:lnTo>
                  <a:pt x="11430" y="45720"/>
                </a:lnTo>
                <a:lnTo>
                  <a:pt x="0" y="57150"/>
                </a:lnTo>
                <a:close/>
              </a:path>
            </a:pathLst>
          </a:custGeom>
          <a:solidFill>
            <a:srgbClr val="7A4A2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0" name="Kształt 36"/>
          <p:cNvSpPr/>
          <p:nvPr/>
        </p:nvSpPr>
        <p:spPr>
          <a:xfrm>
            <a:off x="7980045" y="3698875"/>
            <a:ext cx="11430" cy="57150"/>
          </a:xfrm>
          <a:custGeom>
            <a:avLst/>
            <a:gdLst/>
            <a:ahLst/>
            <a:cxnLst/>
            <a:rect l="0" t="0" r="r" b="b"/>
            <a:pathLst>
              <a:path w="11430" h="57150">
                <a:moveTo>
                  <a:pt x="11430" y="0"/>
                </a:moveTo>
                <a:lnTo>
                  <a:pt x="11430" y="57150"/>
                </a:lnTo>
                <a:lnTo>
                  <a:pt x="0" y="45720"/>
                </a:lnTo>
                <a:lnTo>
                  <a:pt x="0" y="11430"/>
                </a:lnTo>
                <a:close/>
              </a:path>
            </a:pathLst>
          </a:custGeom>
          <a:solidFill>
            <a:srgbClr val="5A332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1" name="Kształt 37"/>
          <p:cNvSpPr/>
          <p:nvPr/>
        </p:nvSpPr>
        <p:spPr>
          <a:xfrm>
            <a:off x="7934325" y="3744595"/>
            <a:ext cx="57150" cy="11430"/>
          </a:xfrm>
          <a:custGeom>
            <a:avLst/>
            <a:gdLst/>
            <a:ahLst/>
            <a:cxnLst/>
            <a:rect l="0" t="0" r="r" b="b"/>
            <a:pathLst>
              <a:path w="57150" h="11430">
                <a:moveTo>
                  <a:pt x="0" y="11430"/>
                </a:moveTo>
                <a:lnTo>
                  <a:pt x="11430" y="0"/>
                </a:lnTo>
                <a:lnTo>
                  <a:pt x="45720" y="0"/>
                </a:lnTo>
                <a:lnTo>
                  <a:pt x="57150" y="11430"/>
                </a:lnTo>
                <a:close/>
              </a:path>
            </a:pathLst>
          </a:custGeom>
          <a:solidFill>
            <a:srgbClr val="4A2A1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2" name="Kształt 38"/>
          <p:cNvSpPr/>
          <p:nvPr/>
        </p:nvSpPr>
        <p:spPr>
          <a:xfrm>
            <a:off x="7945755" y="3710305"/>
            <a:ext cx="34290" cy="34290"/>
          </a:xfrm>
          <a:custGeom>
            <a:avLst/>
            <a:gdLst/>
            <a:ahLst/>
            <a:cxnLst/>
            <a:rect l="0" t="0" r="r" b="b"/>
            <a:pathLst>
              <a:path w="34290" h="34290">
                <a:moveTo>
                  <a:pt x="0" y="0"/>
                </a:moveTo>
                <a:lnTo>
                  <a:pt x="34290" y="0"/>
                </a:lnTo>
                <a:lnTo>
                  <a:pt x="34290" y="34290"/>
                </a:lnTo>
                <a:lnTo>
                  <a:pt x="0" y="34290"/>
                </a:lnTo>
                <a:close/>
              </a:path>
            </a:pathLst>
          </a:custGeom>
          <a:solidFill>
            <a:srgbClr val="6D402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3" name="Kształt 39"/>
          <p:cNvSpPr/>
          <p:nvPr/>
        </p:nvSpPr>
        <p:spPr>
          <a:xfrm>
            <a:off x="7934325" y="3762375"/>
            <a:ext cx="57150" cy="11430"/>
          </a:xfrm>
          <a:custGeom>
            <a:avLst/>
            <a:gdLst/>
            <a:ahLst/>
            <a:cxnLst/>
            <a:rect l="0" t="0" r="r" b="b"/>
            <a:pathLst>
              <a:path w="57150" h="11430">
                <a:moveTo>
                  <a:pt x="0" y="0"/>
                </a:moveTo>
                <a:lnTo>
                  <a:pt x="57150" y="0"/>
                </a:lnTo>
                <a:lnTo>
                  <a:pt x="45720" y="11430"/>
                </a:lnTo>
                <a:lnTo>
                  <a:pt x="11430" y="11430"/>
                </a:lnTo>
                <a:close/>
              </a:path>
            </a:pathLst>
          </a:custGeom>
          <a:solidFill>
            <a:srgbClr val="855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4" name="Kształt 40"/>
          <p:cNvSpPr/>
          <p:nvPr/>
        </p:nvSpPr>
        <p:spPr>
          <a:xfrm>
            <a:off x="7934325" y="3762375"/>
            <a:ext cx="11430" cy="57150"/>
          </a:xfrm>
          <a:custGeom>
            <a:avLst/>
            <a:gdLst/>
            <a:ahLst/>
            <a:cxnLst/>
            <a:rect l="0" t="0" r="r" b="b"/>
            <a:pathLst>
              <a:path w="11430" h="57150">
                <a:moveTo>
                  <a:pt x="0" y="0"/>
                </a:moveTo>
                <a:lnTo>
                  <a:pt x="11430" y="11430"/>
                </a:lnTo>
                <a:lnTo>
                  <a:pt x="11430" y="45720"/>
                </a:lnTo>
                <a:lnTo>
                  <a:pt x="0" y="57150"/>
                </a:lnTo>
                <a:close/>
              </a:path>
            </a:pathLst>
          </a:custGeom>
          <a:solidFill>
            <a:srgbClr val="7A4A2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5" name="Kształt 41"/>
          <p:cNvSpPr/>
          <p:nvPr/>
        </p:nvSpPr>
        <p:spPr>
          <a:xfrm>
            <a:off x="7980045" y="3762375"/>
            <a:ext cx="11430" cy="57150"/>
          </a:xfrm>
          <a:custGeom>
            <a:avLst/>
            <a:gdLst/>
            <a:ahLst/>
            <a:cxnLst/>
            <a:rect l="0" t="0" r="r" b="b"/>
            <a:pathLst>
              <a:path w="11430" h="57150">
                <a:moveTo>
                  <a:pt x="11430" y="0"/>
                </a:moveTo>
                <a:lnTo>
                  <a:pt x="11430" y="57150"/>
                </a:lnTo>
                <a:lnTo>
                  <a:pt x="0" y="45720"/>
                </a:lnTo>
                <a:lnTo>
                  <a:pt x="0" y="11430"/>
                </a:lnTo>
                <a:close/>
              </a:path>
            </a:pathLst>
          </a:custGeom>
          <a:solidFill>
            <a:srgbClr val="5A332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6" name="Kształt 42"/>
          <p:cNvSpPr/>
          <p:nvPr/>
        </p:nvSpPr>
        <p:spPr>
          <a:xfrm>
            <a:off x="7934325" y="3808095"/>
            <a:ext cx="57150" cy="11430"/>
          </a:xfrm>
          <a:custGeom>
            <a:avLst/>
            <a:gdLst/>
            <a:ahLst/>
            <a:cxnLst/>
            <a:rect l="0" t="0" r="r" b="b"/>
            <a:pathLst>
              <a:path w="57150" h="11430">
                <a:moveTo>
                  <a:pt x="0" y="11430"/>
                </a:moveTo>
                <a:lnTo>
                  <a:pt x="11430" y="0"/>
                </a:lnTo>
                <a:lnTo>
                  <a:pt x="45720" y="0"/>
                </a:lnTo>
                <a:lnTo>
                  <a:pt x="57150" y="11430"/>
                </a:lnTo>
                <a:close/>
              </a:path>
            </a:pathLst>
          </a:custGeom>
          <a:solidFill>
            <a:srgbClr val="4A2A1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7" name="Kształt 43"/>
          <p:cNvSpPr/>
          <p:nvPr/>
        </p:nvSpPr>
        <p:spPr>
          <a:xfrm>
            <a:off x="7945755" y="3773805"/>
            <a:ext cx="34290" cy="34290"/>
          </a:xfrm>
          <a:custGeom>
            <a:avLst/>
            <a:gdLst/>
            <a:ahLst/>
            <a:cxnLst/>
            <a:rect l="0" t="0" r="r" b="b"/>
            <a:pathLst>
              <a:path w="34290" h="34290">
                <a:moveTo>
                  <a:pt x="0" y="0"/>
                </a:moveTo>
                <a:lnTo>
                  <a:pt x="34290" y="0"/>
                </a:lnTo>
                <a:lnTo>
                  <a:pt x="34290" y="34290"/>
                </a:lnTo>
                <a:lnTo>
                  <a:pt x="0" y="34290"/>
                </a:lnTo>
                <a:close/>
              </a:path>
            </a:pathLst>
          </a:custGeom>
          <a:solidFill>
            <a:srgbClr val="6D402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8" name="Kształt 44"/>
          <p:cNvSpPr/>
          <p:nvPr/>
        </p:nvSpPr>
        <p:spPr>
          <a:xfrm>
            <a:off x="7997825" y="3635375"/>
            <a:ext cx="57150" cy="11430"/>
          </a:xfrm>
          <a:custGeom>
            <a:avLst/>
            <a:gdLst/>
            <a:ahLst/>
            <a:cxnLst/>
            <a:rect l="0" t="0" r="r" b="b"/>
            <a:pathLst>
              <a:path w="57150" h="11430">
                <a:moveTo>
                  <a:pt x="0" y="0"/>
                </a:moveTo>
                <a:lnTo>
                  <a:pt x="57150" y="0"/>
                </a:lnTo>
                <a:lnTo>
                  <a:pt x="45720" y="11430"/>
                </a:lnTo>
                <a:lnTo>
                  <a:pt x="11430" y="11430"/>
                </a:lnTo>
                <a:close/>
              </a:path>
            </a:pathLst>
          </a:custGeom>
          <a:solidFill>
            <a:srgbClr val="855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9" name="Kształt 45"/>
          <p:cNvSpPr/>
          <p:nvPr/>
        </p:nvSpPr>
        <p:spPr>
          <a:xfrm>
            <a:off x="7997825" y="3635375"/>
            <a:ext cx="11430" cy="57150"/>
          </a:xfrm>
          <a:custGeom>
            <a:avLst/>
            <a:gdLst/>
            <a:ahLst/>
            <a:cxnLst/>
            <a:rect l="0" t="0" r="r" b="b"/>
            <a:pathLst>
              <a:path w="11430" h="57150">
                <a:moveTo>
                  <a:pt x="0" y="0"/>
                </a:moveTo>
                <a:lnTo>
                  <a:pt x="11430" y="11430"/>
                </a:lnTo>
                <a:lnTo>
                  <a:pt x="11430" y="45720"/>
                </a:lnTo>
                <a:lnTo>
                  <a:pt x="0" y="57150"/>
                </a:lnTo>
                <a:close/>
              </a:path>
            </a:pathLst>
          </a:custGeom>
          <a:solidFill>
            <a:srgbClr val="7A4A2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0" name="Kształt 46"/>
          <p:cNvSpPr/>
          <p:nvPr/>
        </p:nvSpPr>
        <p:spPr>
          <a:xfrm>
            <a:off x="8043545" y="3635375"/>
            <a:ext cx="11430" cy="57150"/>
          </a:xfrm>
          <a:custGeom>
            <a:avLst/>
            <a:gdLst/>
            <a:ahLst/>
            <a:cxnLst/>
            <a:rect l="0" t="0" r="r" b="b"/>
            <a:pathLst>
              <a:path w="11430" h="57150">
                <a:moveTo>
                  <a:pt x="11430" y="0"/>
                </a:moveTo>
                <a:lnTo>
                  <a:pt x="11430" y="57150"/>
                </a:lnTo>
                <a:lnTo>
                  <a:pt x="0" y="45720"/>
                </a:lnTo>
                <a:lnTo>
                  <a:pt x="0" y="11430"/>
                </a:lnTo>
                <a:close/>
              </a:path>
            </a:pathLst>
          </a:custGeom>
          <a:solidFill>
            <a:srgbClr val="5A332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1" name="Kształt 47"/>
          <p:cNvSpPr/>
          <p:nvPr/>
        </p:nvSpPr>
        <p:spPr>
          <a:xfrm>
            <a:off x="7997825" y="3681095"/>
            <a:ext cx="57150" cy="11430"/>
          </a:xfrm>
          <a:custGeom>
            <a:avLst/>
            <a:gdLst/>
            <a:ahLst/>
            <a:cxnLst/>
            <a:rect l="0" t="0" r="r" b="b"/>
            <a:pathLst>
              <a:path w="57150" h="11430">
                <a:moveTo>
                  <a:pt x="0" y="11430"/>
                </a:moveTo>
                <a:lnTo>
                  <a:pt x="11430" y="0"/>
                </a:lnTo>
                <a:lnTo>
                  <a:pt x="45720" y="0"/>
                </a:lnTo>
                <a:lnTo>
                  <a:pt x="57150" y="11430"/>
                </a:lnTo>
                <a:close/>
              </a:path>
            </a:pathLst>
          </a:custGeom>
          <a:solidFill>
            <a:srgbClr val="4A2A1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2" name="Kształt 48"/>
          <p:cNvSpPr/>
          <p:nvPr/>
        </p:nvSpPr>
        <p:spPr>
          <a:xfrm>
            <a:off x="8009255" y="3646805"/>
            <a:ext cx="34290" cy="34290"/>
          </a:xfrm>
          <a:custGeom>
            <a:avLst/>
            <a:gdLst/>
            <a:ahLst/>
            <a:cxnLst/>
            <a:rect l="0" t="0" r="r" b="b"/>
            <a:pathLst>
              <a:path w="34290" h="34290">
                <a:moveTo>
                  <a:pt x="0" y="0"/>
                </a:moveTo>
                <a:lnTo>
                  <a:pt x="34290" y="0"/>
                </a:lnTo>
                <a:lnTo>
                  <a:pt x="34290" y="34290"/>
                </a:lnTo>
                <a:lnTo>
                  <a:pt x="0" y="34290"/>
                </a:lnTo>
                <a:close/>
              </a:path>
            </a:pathLst>
          </a:custGeom>
          <a:solidFill>
            <a:srgbClr val="6D402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3" name="Kształt 49"/>
          <p:cNvSpPr/>
          <p:nvPr/>
        </p:nvSpPr>
        <p:spPr>
          <a:xfrm>
            <a:off x="7997825" y="3698875"/>
            <a:ext cx="57150" cy="11430"/>
          </a:xfrm>
          <a:custGeom>
            <a:avLst/>
            <a:gdLst/>
            <a:ahLst/>
            <a:cxnLst/>
            <a:rect l="0" t="0" r="r" b="b"/>
            <a:pathLst>
              <a:path w="57150" h="11430">
                <a:moveTo>
                  <a:pt x="0" y="0"/>
                </a:moveTo>
                <a:lnTo>
                  <a:pt x="57150" y="0"/>
                </a:lnTo>
                <a:lnTo>
                  <a:pt x="45720" y="11430"/>
                </a:lnTo>
                <a:lnTo>
                  <a:pt x="11430" y="11430"/>
                </a:lnTo>
                <a:close/>
              </a:path>
            </a:pathLst>
          </a:custGeom>
          <a:solidFill>
            <a:srgbClr val="855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4" name="Kształt 50"/>
          <p:cNvSpPr/>
          <p:nvPr/>
        </p:nvSpPr>
        <p:spPr>
          <a:xfrm>
            <a:off x="7997825" y="3698875"/>
            <a:ext cx="11430" cy="57150"/>
          </a:xfrm>
          <a:custGeom>
            <a:avLst/>
            <a:gdLst/>
            <a:ahLst/>
            <a:cxnLst/>
            <a:rect l="0" t="0" r="r" b="b"/>
            <a:pathLst>
              <a:path w="11430" h="57150">
                <a:moveTo>
                  <a:pt x="0" y="0"/>
                </a:moveTo>
                <a:lnTo>
                  <a:pt x="11430" y="11430"/>
                </a:lnTo>
                <a:lnTo>
                  <a:pt x="11430" y="45720"/>
                </a:lnTo>
                <a:lnTo>
                  <a:pt x="0" y="57150"/>
                </a:lnTo>
                <a:close/>
              </a:path>
            </a:pathLst>
          </a:custGeom>
          <a:solidFill>
            <a:srgbClr val="7A4A2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5" name="Kształt 51"/>
          <p:cNvSpPr/>
          <p:nvPr/>
        </p:nvSpPr>
        <p:spPr>
          <a:xfrm>
            <a:off x="8043545" y="3698875"/>
            <a:ext cx="11430" cy="57150"/>
          </a:xfrm>
          <a:custGeom>
            <a:avLst/>
            <a:gdLst/>
            <a:ahLst/>
            <a:cxnLst/>
            <a:rect l="0" t="0" r="r" b="b"/>
            <a:pathLst>
              <a:path w="11430" h="57150">
                <a:moveTo>
                  <a:pt x="11430" y="0"/>
                </a:moveTo>
                <a:lnTo>
                  <a:pt x="11430" y="57150"/>
                </a:lnTo>
                <a:lnTo>
                  <a:pt x="0" y="45720"/>
                </a:lnTo>
                <a:lnTo>
                  <a:pt x="0" y="11430"/>
                </a:lnTo>
                <a:close/>
              </a:path>
            </a:pathLst>
          </a:custGeom>
          <a:solidFill>
            <a:srgbClr val="5A332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6" name="Kształt 52"/>
          <p:cNvSpPr/>
          <p:nvPr/>
        </p:nvSpPr>
        <p:spPr>
          <a:xfrm>
            <a:off x="7997825" y="3744595"/>
            <a:ext cx="57150" cy="11430"/>
          </a:xfrm>
          <a:custGeom>
            <a:avLst/>
            <a:gdLst/>
            <a:ahLst/>
            <a:cxnLst/>
            <a:rect l="0" t="0" r="r" b="b"/>
            <a:pathLst>
              <a:path w="57150" h="11430">
                <a:moveTo>
                  <a:pt x="0" y="11430"/>
                </a:moveTo>
                <a:lnTo>
                  <a:pt x="11430" y="0"/>
                </a:lnTo>
                <a:lnTo>
                  <a:pt x="45720" y="0"/>
                </a:lnTo>
                <a:lnTo>
                  <a:pt x="57150" y="11430"/>
                </a:lnTo>
                <a:close/>
              </a:path>
            </a:pathLst>
          </a:custGeom>
          <a:solidFill>
            <a:srgbClr val="4A2A1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7" name="Kształt 53"/>
          <p:cNvSpPr/>
          <p:nvPr/>
        </p:nvSpPr>
        <p:spPr>
          <a:xfrm>
            <a:off x="8009255" y="3710305"/>
            <a:ext cx="34290" cy="34290"/>
          </a:xfrm>
          <a:custGeom>
            <a:avLst/>
            <a:gdLst/>
            <a:ahLst/>
            <a:cxnLst/>
            <a:rect l="0" t="0" r="r" b="b"/>
            <a:pathLst>
              <a:path w="34290" h="34290">
                <a:moveTo>
                  <a:pt x="0" y="0"/>
                </a:moveTo>
                <a:lnTo>
                  <a:pt x="34290" y="0"/>
                </a:lnTo>
                <a:lnTo>
                  <a:pt x="34290" y="34290"/>
                </a:lnTo>
                <a:lnTo>
                  <a:pt x="0" y="34290"/>
                </a:lnTo>
                <a:close/>
              </a:path>
            </a:pathLst>
          </a:custGeom>
          <a:solidFill>
            <a:srgbClr val="6D402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8" name="Kształt 54"/>
          <p:cNvSpPr/>
          <p:nvPr/>
        </p:nvSpPr>
        <p:spPr>
          <a:xfrm>
            <a:off x="7997825" y="3762375"/>
            <a:ext cx="57150" cy="11430"/>
          </a:xfrm>
          <a:custGeom>
            <a:avLst/>
            <a:gdLst/>
            <a:ahLst/>
            <a:cxnLst/>
            <a:rect l="0" t="0" r="r" b="b"/>
            <a:pathLst>
              <a:path w="57150" h="11430">
                <a:moveTo>
                  <a:pt x="0" y="0"/>
                </a:moveTo>
                <a:lnTo>
                  <a:pt x="57150" y="0"/>
                </a:lnTo>
                <a:lnTo>
                  <a:pt x="45720" y="11430"/>
                </a:lnTo>
                <a:lnTo>
                  <a:pt x="11430" y="11430"/>
                </a:lnTo>
                <a:close/>
              </a:path>
            </a:pathLst>
          </a:custGeom>
          <a:solidFill>
            <a:srgbClr val="855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9" name="Kształt 55"/>
          <p:cNvSpPr/>
          <p:nvPr/>
        </p:nvSpPr>
        <p:spPr>
          <a:xfrm>
            <a:off x="7997825" y="3762375"/>
            <a:ext cx="11430" cy="57150"/>
          </a:xfrm>
          <a:custGeom>
            <a:avLst/>
            <a:gdLst/>
            <a:ahLst/>
            <a:cxnLst/>
            <a:rect l="0" t="0" r="r" b="b"/>
            <a:pathLst>
              <a:path w="11430" h="57150">
                <a:moveTo>
                  <a:pt x="0" y="0"/>
                </a:moveTo>
                <a:lnTo>
                  <a:pt x="11430" y="11430"/>
                </a:lnTo>
                <a:lnTo>
                  <a:pt x="11430" y="45720"/>
                </a:lnTo>
                <a:lnTo>
                  <a:pt x="0" y="57150"/>
                </a:lnTo>
                <a:close/>
              </a:path>
            </a:pathLst>
          </a:custGeom>
          <a:solidFill>
            <a:srgbClr val="7A4A2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0" name="Kształt 56"/>
          <p:cNvSpPr/>
          <p:nvPr/>
        </p:nvSpPr>
        <p:spPr>
          <a:xfrm>
            <a:off x="8043545" y="3762375"/>
            <a:ext cx="11430" cy="57150"/>
          </a:xfrm>
          <a:custGeom>
            <a:avLst/>
            <a:gdLst/>
            <a:ahLst/>
            <a:cxnLst/>
            <a:rect l="0" t="0" r="r" b="b"/>
            <a:pathLst>
              <a:path w="11430" h="57150">
                <a:moveTo>
                  <a:pt x="11430" y="0"/>
                </a:moveTo>
                <a:lnTo>
                  <a:pt x="11430" y="57150"/>
                </a:lnTo>
                <a:lnTo>
                  <a:pt x="0" y="45720"/>
                </a:lnTo>
                <a:lnTo>
                  <a:pt x="0" y="11430"/>
                </a:lnTo>
                <a:close/>
              </a:path>
            </a:pathLst>
          </a:custGeom>
          <a:solidFill>
            <a:srgbClr val="5A332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1" name="Kształt 57"/>
          <p:cNvSpPr/>
          <p:nvPr/>
        </p:nvSpPr>
        <p:spPr>
          <a:xfrm>
            <a:off x="7997825" y="3808095"/>
            <a:ext cx="57150" cy="11430"/>
          </a:xfrm>
          <a:custGeom>
            <a:avLst/>
            <a:gdLst/>
            <a:ahLst/>
            <a:cxnLst/>
            <a:rect l="0" t="0" r="r" b="b"/>
            <a:pathLst>
              <a:path w="57150" h="11430">
                <a:moveTo>
                  <a:pt x="0" y="11430"/>
                </a:moveTo>
                <a:lnTo>
                  <a:pt x="11430" y="0"/>
                </a:lnTo>
                <a:lnTo>
                  <a:pt x="45720" y="0"/>
                </a:lnTo>
                <a:lnTo>
                  <a:pt x="57150" y="11430"/>
                </a:lnTo>
                <a:close/>
              </a:path>
            </a:pathLst>
          </a:custGeom>
          <a:solidFill>
            <a:srgbClr val="4A2A1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2" name="Kształt 58"/>
          <p:cNvSpPr/>
          <p:nvPr/>
        </p:nvSpPr>
        <p:spPr>
          <a:xfrm>
            <a:off x="8009255" y="3773805"/>
            <a:ext cx="34290" cy="34290"/>
          </a:xfrm>
          <a:custGeom>
            <a:avLst/>
            <a:gdLst/>
            <a:ahLst/>
            <a:cxnLst/>
            <a:rect l="0" t="0" r="r" b="b"/>
            <a:pathLst>
              <a:path w="34290" h="34290">
                <a:moveTo>
                  <a:pt x="0" y="0"/>
                </a:moveTo>
                <a:lnTo>
                  <a:pt x="34290" y="0"/>
                </a:lnTo>
                <a:lnTo>
                  <a:pt x="34290" y="34290"/>
                </a:lnTo>
                <a:lnTo>
                  <a:pt x="0" y="34290"/>
                </a:lnTo>
                <a:close/>
              </a:path>
            </a:pathLst>
          </a:custGeom>
          <a:solidFill>
            <a:srgbClr val="6D402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3" name="Kształt 59"/>
          <p:cNvSpPr/>
          <p:nvPr/>
        </p:nvSpPr>
        <p:spPr>
          <a:xfrm>
            <a:off x="7893050" y="3622675"/>
            <a:ext cx="57150" cy="212725"/>
          </a:xfrm>
          <a:custGeom>
            <a:avLst/>
            <a:gdLst/>
            <a:ahLst/>
            <a:cxnLst/>
            <a:rect l="0" t="0" r="r" b="b"/>
            <a:pathLst>
              <a:path w="57150" h="212725">
                <a:moveTo>
                  <a:pt x="0" y="0"/>
                </a:moveTo>
                <a:lnTo>
                  <a:pt x="44450" y="0"/>
                </a:lnTo>
                <a:lnTo>
                  <a:pt x="34925" y="22225"/>
                </a:lnTo>
                <a:lnTo>
                  <a:pt x="53975" y="47625"/>
                </a:lnTo>
                <a:lnTo>
                  <a:pt x="38100" y="73025"/>
                </a:lnTo>
                <a:lnTo>
                  <a:pt x="57150" y="98425"/>
                </a:lnTo>
                <a:lnTo>
                  <a:pt x="41275" y="123825"/>
                </a:lnTo>
                <a:lnTo>
                  <a:pt x="57150" y="149225"/>
                </a:lnTo>
                <a:lnTo>
                  <a:pt x="38100" y="174625"/>
                </a:lnTo>
                <a:lnTo>
                  <a:pt x="53975" y="193675"/>
                </a:lnTo>
                <a:lnTo>
                  <a:pt x="41275" y="212725"/>
                </a:lnTo>
                <a:lnTo>
                  <a:pt x="0" y="212725"/>
                </a:lnTo>
                <a:close/>
              </a:path>
            </a:pathLst>
          </a:custGeom>
          <a:solidFill>
            <a:srgbClr val="C9CCD2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4" name="Kształt 60"/>
          <p:cNvSpPr/>
          <p:nvPr/>
        </p:nvSpPr>
        <p:spPr>
          <a:xfrm>
            <a:off x="7893050" y="3625850"/>
            <a:ext cx="44450" cy="206375"/>
          </a:xfrm>
          <a:custGeom>
            <a:avLst/>
            <a:gdLst/>
            <a:ahLst/>
            <a:cxnLst/>
            <a:rect l="0" t="0" r="r" b="b"/>
            <a:pathLst>
              <a:path w="44450" h="206375">
                <a:moveTo>
                  <a:pt x="0" y="0"/>
                </a:moveTo>
                <a:lnTo>
                  <a:pt x="34925" y="0"/>
                </a:lnTo>
                <a:lnTo>
                  <a:pt x="28575" y="22225"/>
                </a:lnTo>
                <a:lnTo>
                  <a:pt x="41275" y="47625"/>
                </a:lnTo>
                <a:lnTo>
                  <a:pt x="28575" y="73025"/>
                </a:lnTo>
                <a:lnTo>
                  <a:pt x="44450" y="98425"/>
                </a:lnTo>
                <a:lnTo>
                  <a:pt x="31750" y="123825"/>
                </a:lnTo>
                <a:lnTo>
                  <a:pt x="44450" y="149225"/>
                </a:lnTo>
                <a:lnTo>
                  <a:pt x="28575" y="174625"/>
                </a:lnTo>
                <a:lnTo>
                  <a:pt x="41275" y="196850"/>
                </a:lnTo>
                <a:lnTo>
                  <a:pt x="31750" y="206375"/>
                </a:lnTo>
                <a:lnTo>
                  <a:pt x="0" y="206375"/>
                </a:lnTo>
                <a:close/>
              </a:path>
            </a:pathLst>
          </a:custGeom>
          <a:solidFill>
            <a:srgbClr val="E8EAE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5" name="Kształt 61"/>
          <p:cNvSpPr/>
          <p:nvPr/>
        </p:nvSpPr>
        <p:spPr>
          <a:xfrm>
            <a:off x="7912100" y="3594100"/>
            <a:ext cx="44450" cy="36830"/>
          </a:xfrm>
          <a:custGeom>
            <a:avLst/>
            <a:gdLst/>
            <a:ahLst/>
            <a:cxnLst/>
            <a:rect l="0" t="0" r="r" b="b"/>
            <a:pathLst>
              <a:path w="44450" h="36830">
                <a:moveTo>
                  <a:pt x="0" y="31750"/>
                </a:moveTo>
                <a:lnTo>
                  <a:pt x="6350" y="9525"/>
                </a:lnTo>
                <a:lnTo>
                  <a:pt x="28575" y="0"/>
                </a:lnTo>
                <a:lnTo>
                  <a:pt x="44450" y="13970"/>
                </a:lnTo>
                <a:lnTo>
                  <a:pt x="25400" y="28575"/>
                </a:lnTo>
                <a:lnTo>
                  <a:pt x="30480" y="36830"/>
                </a:lnTo>
                <a:close/>
              </a:path>
            </a:pathLst>
          </a:custGeom>
          <a:solidFill>
            <a:srgbClr val="C9CCD2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6" name="Kształt 62"/>
          <p:cNvSpPr/>
          <p:nvPr/>
        </p:nvSpPr>
        <p:spPr>
          <a:xfrm>
            <a:off x="7696200" y="3613150"/>
            <a:ext cx="228600" cy="228600"/>
          </a:xfrm>
          <a:prstGeom prst="roundRect">
            <a:avLst>
              <a:gd name="adj" fmla="val 13889"/>
            </a:avLst>
          </a:prstGeom>
          <a:solidFill>
            <a:srgbClr val="23305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7" name="Linia 4"/>
          <p:cNvSpPr/>
          <p:nvPr/>
        </p:nvSpPr>
        <p:spPr>
          <a:xfrm>
            <a:off x="7696200" y="3613150"/>
            <a:ext cx="57150" cy="228600"/>
          </a:xfrm>
          <a:prstGeom prst="rect">
            <a:avLst/>
          </a:prstGeom>
          <a:solidFill>
            <a:srgbClr val="D6B15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8" name="Tekst: B"/>
          <p:cNvSpPr txBox="1"/>
          <p:nvPr/>
        </p:nvSpPr>
        <p:spPr>
          <a:xfrm>
            <a:off x="7791425" y="3672840"/>
            <a:ext cx="263664" cy="1397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100" kern="100" dirty="0">
                <a:solidFill>
                  <a:srgbClr val="FFFFFF"/>
                </a:solidFill>
                <a:latin typeface="Lato Black"/>
                <a:cs typeface="Lato Black"/>
              </a:rPr>
              <a:t>B</a:t>
            </a:r>
            <a:endParaRPr lang="pl-PL" sz="1100" kern="100" dirty="0">
              <a:solidFill>
                <a:srgbClr val="FFFFFF"/>
              </a:solidFill>
              <a:latin typeface="Lato Black"/>
              <a:cs typeface="Lato Black"/>
            </a:endParaRPr>
          </a:p>
        </p:txBody>
      </p:sp>
      <p:sp>
        <p:nvSpPr>
          <p:cNvPr id="99" name="Tekst: Czekolada z orzechami · marka B"/>
          <p:cNvSpPr txBox="1"/>
          <p:nvPr/>
        </p:nvSpPr>
        <p:spPr>
          <a:xfrm>
            <a:off x="8152978" y="3559150"/>
            <a:ext cx="2583955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100" b="1" kern="100" dirty="0">
                <a:solidFill>
                  <a:srgbClr val="1C1C1C"/>
                </a:solidFill>
                <a:latin typeface="Lato"/>
                <a:cs typeface="Lato"/>
              </a:rPr>
              <a:t>Czekolada z orzechami · marka B</a:t>
            </a:r>
            <a:endParaRPr lang="pl-PL" sz="1100" b="1" kern="100" dirty="0">
              <a:solidFill>
                <a:srgbClr val="1C1C1C"/>
              </a:solidFill>
              <a:latin typeface="Lato"/>
              <a:cs typeface="Lato"/>
            </a:endParaRPr>
          </a:p>
        </p:txBody>
      </p:sp>
      <p:sp>
        <p:nvSpPr>
          <p:cNvPr id="100" name="Tekst: 100 g"/>
          <p:cNvSpPr txBox="1"/>
          <p:nvPr/>
        </p:nvSpPr>
        <p:spPr>
          <a:xfrm>
            <a:off x="8152978" y="3757265"/>
            <a:ext cx="2501900" cy="137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900" kern="100" dirty="0">
                <a:solidFill>
                  <a:srgbClr val="888888"/>
                </a:solidFill>
                <a:latin typeface="Lato"/>
                <a:cs typeface="Lato"/>
              </a:rPr>
              <a:t>100 g</a:t>
            </a:r>
            <a:endParaRPr lang="pl-PL" sz="900" kern="100" dirty="0">
              <a:solidFill>
                <a:srgbClr val="888888"/>
              </a:solidFill>
              <a:latin typeface="Lato"/>
              <a:cs typeface="Lato"/>
            </a:endParaRPr>
          </a:p>
        </p:txBody>
      </p:sp>
      <p:sp>
        <p:nvSpPr>
          <p:cNvPr id="101" name="Tekst: 6,49 zł"/>
          <p:cNvSpPr txBox="1"/>
          <p:nvPr/>
        </p:nvSpPr>
        <p:spPr>
          <a:xfrm>
            <a:off x="10743778" y="3644900"/>
            <a:ext cx="656331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100" b="1" kern="100" dirty="0">
                <a:solidFill>
                  <a:srgbClr val="1C1C1C"/>
                </a:solidFill>
                <a:latin typeface="Lato"/>
                <a:cs typeface="Lato"/>
              </a:rPr>
              <a:t>6,49 zł</a:t>
            </a:r>
            <a:endParaRPr lang="pl-PL" sz="1100" b="1" kern="100" dirty="0">
              <a:solidFill>
                <a:srgbClr val="1C1C1C"/>
              </a:solidFill>
              <a:latin typeface="Lato"/>
              <a:cs typeface="Lato"/>
            </a:endParaRPr>
          </a:p>
        </p:txBody>
      </p:sp>
      <p:sp>
        <p:nvSpPr>
          <p:cNvPr id="102" name="Kształt 63"/>
          <p:cNvSpPr/>
          <p:nvPr/>
        </p:nvSpPr>
        <p:spPr>
          <a:xfrm>
            <a:off x="7696199" y="4086225"/>
            <a:ext cx="3467100" cy="762000"/>
          </a:xfrm>
          <a:prstGeom prst="roundRect">
            <a:avLst>
              <a:gd name="adj" fmla="val 3333"/>
            </a:avLst>
          </a:prstGeom>
          <a:solidFill>
            <a:srgbClr val="FDE4E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3" name="Kształt 64"/>
          <p:cNvSpPr/>
          <p:nvPr/>
        </p:nvSpPr>
        <p:spPr>
          <a:xfrm>
            <a:off x="7696199" y="4086225"/>
            <a:ext cx="3467100" cy="762000"/>
          </a:xfrm>
          <a:prstGeom prst="roundRect">
            <a:avLst>
              <a:gd name="adj" fmla="val 3333"/>
            </a:avLst>
          </a:prstGeom>
          <a:solidFill>
            <a:srgbClr val="FCD6D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4" name="Linia 5"/>
          <p:cNvSpPr/>
          <p:nvPr/>
        </p:nvSpPr>
        <p:spPr>
          <a:xfrm>
            <a:off x="7696199" y="4086225"/>
            <a:ext cx="3467100" cy="6350"/>
          </a:xfrm>
          <a:prstGeom prst="rect">
            <a:avLst/>
          </a:prstGeom>
          <a:solidFill>
            <a:srgbClr val="FAC1C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5" name="Linia 6"/>
          <p:cNvSpPr/>
          <p:nvPr/>
        </p:nvSpPr>
        <p:spPr>
          <a:xfrm>
            <a:off x="7696199" y="4086225"/>
            <a:ext cx="3467100" cy="6350"/>
          </a:xfrm>
          <a:prstGeom prst="rect">
            <a:avLst/>
          </a:prstGeom>
          <a:solidFill>
            <a:srgbClr val="FAC1C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6" name="Linia 7"/>
          <p:cNvSpPr/>
          <p:nvPr/>
        </p:nvSpPr>
        <p:spPr>
          <a:xfrm>
            <a:off x="11156949" y="4086225"/>
            <a:ext cx="6350" cy="762000"/>
          </a:xfrm>
          <a:prstGeom prst="rect">
            <a:avLst/>
          </a:prstGeom>
          <a:solidFill>
            <a:srgbClr val="FAC1C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7" name="Linia 8"/>
          <p:cNvSpPr/>
          <p:nvPr/>
        </p:nvSpPr>
        <p:spPr>
          <a:xfrm>
            <a:off x="11156949" y="4086225"/>
            <a:ext cx="6350" cy="762000"/>
          </a:xfrm>
          <a:prstGeom prst="rect">
            <a:avLst/>
          </a:prstGeom>
          <a:solidFill>
            <a:srgbClr val="FAC1C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8" name="Linia 9"/>
          <p:cNvSpPr/>
          <p:nvPr/>
        </p:nvSpPr>
        <p:spPr>
          <a:xfrm>
            <a:off x="7696199" y="4841875"/>
            <a:ext cx="3467100" cy="6350"/>
          </a:xfrm>
          <a:prstGeom prst="rect">
            <a:avLst/>
          </a:prstGeom>
          <a:solidFill>
            <a:srgbClr val="FAC1C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9" name="Linia 10"/>
          <p:cNvSpPr/>
          <p:nvPr/>
        </p:nvSpPr>
        <p:spPr>
          <a:xfrm>
            <a:off x="7696199" y="4841875"/>
            <a:ext cx="3467100" cy="6350"/>
          </a:xfrm>
          <a:prstGeom prst="rect">
            <a:avLst/>
          </a:prstGeom>
          <a:solidFill>
            <a:srgbClr val="FAC1C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10" name="Linia 11"/>
          <p:cNvSpPr/>
          <p:nvPr/>
        </p:nvSpPr>
        <p:spPr>
          <a:xfrm>
            <a:off x="7696199" y="4086225"/>
            <a:ext cx="31750" cy="762000"/>
          </a:xfrm>
          <a:prstGeom prst="rect">
            <a:avLst/>
          </a:prstGeom>
          <a:solidFill>
            <a:srgbClr val="EE3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11" name="Linia 12"/>
          <p:cNvSpPr/>
          <p:nvPr/>
        </p:nvSpPr>
        <p:spPr>
          <a:xfrm>
            <a:off x="7696199" y="4086225"/>
            <a:ext cx="31750" cy="762000"/>
          </a:xfrm>
          <a:prstGeom prst="rect">
            <a:avLst/>
          </a:prstGeom>
          <a:solidFill>
            <a:srgbClr val="EE3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12" name="Tekst: Pasuje do Twojego koszyka"/>
          <p:cNvSpPr txBox="1"/>
          <p:nvPr/>
        </p:nvSpPr>
        <p:spPr>
          <a:xfrm>
            <a:off x="7817396" y="4168775"/>
            <a:ext cx="199013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000" b="1" kern="100" dirty="0">
                <a:solidFill>
                  <a:srgbClr val="1C1C1C"/>
                </a:solidFill>
                <a:latin typeface="Lato"/>
                <a:cs typeface="Lato"/>
              </a:rPr>
              <a:t>Pasuje do Twojego koszyka</a:t>
            </a:r>
            <a:endParaRPr lang="pl-PL" sz="1000" b="1" kern="100" dirty="0">
              <a:solidFill>
                <a:srgbClr val="1C1C1C"/>
              </a:solidFill>
              <a:latin typeface="Lato"/>
              <a:cs typeface="Lato"/>
            </a:endParaRPr>
          </a:p>
        </p:txBody>
      </p:sp>
      <p:sp>
        <p:nvSpPr>
          <p:cNvPr id="113" name="Tekst: Sponsorowane"/>
          <p:cNvSpPr txBox="1"/>
          <p:nvPr/>
        </p:nvSpPr>
        <p:spPr>
          <a:xfrm>
            <a:off x="10427195" y="4197350"/>
            <a:ext cx="920829" cy="114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750" kern="100" spc="15" dirty="0">
                <a:solidFill>
                  <a:srgbClr val="7A7A7A"/>
                </a:solidFill>
                <a:latin typeface="Lato"/>
                <a:cs typeface="Lato"/>
              </a:rPr>
              <a:t>Sponsorowane</a:t>
            </a:r>
            <a:endParaRPr lang="pl-PL" sz="750" kern="100" spc="15" dirty="0">
              <a:solidFill>
                <a:srgbClr val="7A7A7A"/>
              </a:solidFill>
              <a:latin typeface="Lato"/>
              <a:cs typeface="Lato"/>
            </a:endParaRPr>
          </a:p>
        </p:txBody>
      </p:sp>
      <p:sp>
        <p:nvSpPr>
          <p:cNvPr id="114" name="Kształt 65"/>
          <p:cNvSpPr/>
          <p:nvPr/>
        </p:nvSpPr>
        <p:spPr>
          <a:xfrm>
            <a:off x="7848600" y="4454525"/>
            <a:ext cx="304800" cy="292100"/>
          </a:xfrm>
          <a:prstGeom prst="roundRect">
            <a:avLst>
              <a:gd name="adj" fmla="val 19565"/>
            </a:avLst>
          </a:prstGeom>
          <a:solidFill>
            <a:srgbClr val="E2932B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15" name="Kształt 66"/>
          <p:cNvSpPr/>
          <p:nvPr/>
        </p:nvSpPr>
        <p:spPr>
          <a:xfrm>
            <a:off x="7835900" y="4397375"/>
            <a:ext cx="330200" cy="69850"/>
          </a:xfrm>
          <a:prstGeom prst="roundRect">
            <a:avLst>
              <a:gd name="adj" fmla="val 36364"/>
            </a:avLst>
          </a:prstGeom>
          <a:solidFill>
            <a:srgbClr val="3A3A3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16" name="Tekst: A 2"/>
          <p:cNvSpPr txBox="1"/>
          <p:nvPr/>
        </p:nvSpPr>
        <p:spPr>
          <a:xfrm>
            <a:off x="7953350" y="4545965"/>
            <a:ext cx="270093" cy="1397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100" kern="100" dirty="0">
                <a:solidFill>
                  <a:srgbClr val="FFFFFF"/>
                </a:solidFill>
                <a:latin typeface="Lato Black"/>
                <a:cs typeface="Lato Black"/>
              </a:rPr>
              <a:t>A</a:t>
            </a:r>
            <a:endParaRPr lang="pl-PL" sz="1100" kern="100" dirty="0">
              <a:solidFill>
                <a:srgbClr val="FFFFFF"/>
              </a:solidFill>
              <a:latin typeface="Lato Black"/>
              <a:cs typeface="Lato Black"/>
            </a:endParaRPr>
          </a:p>
        </p:txBody>
      </p:sp>
      <p:sp>
        <p:nvSpPr>
          <p:cNvPr id="117" name="Tekst: Dip salsa · marka A"/>
          <p:cNvSpPr txBox="1"/>
          <p:nvPr/>
        </p:nvSpPr>
        <p:spPr>
          <a:xfrm>
            <a:off x="8273628" y="4406875"/>
            <a:ext cx="1993900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100" b="1" kern="100" dirty="0">
                <a:solidFill>
                  <a:srgbClr val="1C1C1C"/>
                </a:solidFill>
                <a:latin typeface="Lato"/>
                <a:cs typeface="Lato"/>
              </a:rPr>
              <a:t>Dip salsa · marka A</a:t>
            </a:r>
            <a:endParaRPr lang="pl-PL" sz="1100" b="1" kern="100" dirty="0">
              <a:solidFill>
                <a:srgbClr val="1C1C1C"/>
              </a:solidFill>
              <a:latin typeface="Lato"/>
              <a:cs typeface="Lato"/>
            </a:endParaRPr>
          </a:p>
        </p:txBody>
      </p:sp>
      <p:sp>
        <p:nvSpPr>
          <p:cNvPr id="118" name="Tekst: 200 g · do nachosów"/>
          <p:cNvSpPr txBox="1"/>
          <p:nvPr/>
        </p:nvSpPr>
        <p:spPr>
          <a:xfrm>
            <a:off x="8273628" y="4604990"/>
            <a:ext cx="1993900" cy="137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900" kern="100" dirty="0">
                <a:solidFill>
                  <a:srgbClr val="888888"/>
                </a:solidFill>
                <a:latin typeface="Lato"/>
                <a:cs typeface="Lato"/>
              </a:rPr>
              <a:t>200 g · do nachosów</a:t>
            </a:r>
            <a:endParaRPr lang="pl-PL" sz="900" kern="100" dirty="0">
              <a:solidFill>
                <a:srgbClr val="888888"/>
              </a:solidFill>
              <a:latin typeface="Lato"/>
              <a:cs typeface="Lato"/>
            </a:endParaRPr>
          </a:p>
        </p:txBody>
      </p:sp>
      <p:sp>
        <p:nvSpPr>
          <p:cNvPr id="119" name="Tekst: 2,59 zł"/>
          <p:cNvSpPr txBox="1"/>
          <p:nvPr/>
        </p:nvSpPr>
        <p:spPr>
          <a:xfrm>
            <a:off x="10356428" y="4492625"/>
            <a:ext cx="656331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100" b="1" kern="100" dirty="0">
                <a:solidFill>
                  <a:srgbClr val="1C1C1C"/>
                </a:solidFill>
                <a:latin typeface="Lato"/>
                <a:cs typeface="Lato"/>
              </a:rPr>
              <a:t>2,59 zł</a:t>
            </a:r>
            <a:endParaRPr lang="pl-PL" sz="1100" b="1" kern="100" dirty="0">
              <a:solidFill>
                <a:srgbClr val="1C1C1C"/>
              </a:solidFill>
              <a:latin typeface="Lato"/>
              <a:cs typeface="Lato"/>
            </a:endParaRPr>
          </a:p>
        </p:txBody>
      </p:sp>
      <p:sp>
        <p:nvSpPr>
          <p:cNvPr id="120" name="Kształt 67"/>
          <p:cNvSpPr/>
          <p:nvPr/>
        </p:nvSpPr>
        <p:spPr>
          <a:xfrm>
            <a:off x="10864850" y="4473575"/>
            <a:ext cx="203200" cy="203200"/>
          </a:xfrm>
          <a:prstGeom prst="ellipse">
            <a:avLst/>
          </a:prstGeom>
          <a:solidFill>
            <a:srgbClr val="F1F1F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21" name="Kształt 68"/>
          <p:cNvSpPr/>
          <p:nvPr/>
        </p:nvSpPr>
        <p:spPr>
          <a:xfrm>
            <a:off x="10864850" y="4473575"/>
            <a:ext cx="203200" cy="203200"/>
          </a:xfrm>
          <a:prstGeom prst="ellipse">
            <a:avLst/>
          </a:prstGeom>
          <a:solidFill>
            <a:srgbClr val="EE3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22" name="Tekst: +"/>
          <p:cNvSpPr txBox="1"/>
          <p:nvPr/>
        </p:nvSpPr>
        <p:spPr>
          <a:xfrm>
            <a:off x="10864850" y="4487862"/>
            <a:ext cx="254080" cy="1752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150" b="1" kern="100" dirty="0">
                <a:solidFill>
                  <a:srgbClr val="151515"/>
                </a:solidFill>
                <a:latin typeface="Lato"/>
                <a:cs typeface="Lato"/>
              </a:rPr>
              <a:t>+</a:t>
            </a:r>
            <a:endParaRPr lang="pl-PL" sz="1150" b="1" kern="100" dirty="0">
              <a:solidFill>
                <a:srgbClr val="151515"/>
              </a:solidFill>
              <a:latin typeface="Lato"/>
              <a:cs typeface="Lato"/>
            </a:endParaRPr>
          </a:p>
        </p:txBody>
      </p:sp>
      <p:sp>
        <p:nvSpPr>
          <p:cNvPr id="123" name="Tekst: ✓"/>
          <p:cNvSpPr txBox="1"/>
          <p:nvPr/>
        </p:nvSpPr>
        <p:spPr>
          <a:xfrm>
            <a:off x="10864850" y="4473575"/>
            <a:ext cx="2032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000" kern="100" dirty="0">
                <a:solidFill>
                  <a:srgbClr val="FFFFFF"/>
                </a:solidFill>
                <a:latin typeface="Segoe UI Symbol"/>
                <a:cs typeface="Segoe UI Symbol"/>
              </a:rPr>
              <a:t>✓</a:t>
            </a:r>
            <a:endParaRPr lang="pl-PL" sz="1000" kern="100" dirty="0">
              <a:solidFill>
                <a:srgbClr val="FFFFFF"/>
              </a:solidFill>
              <a:latin typeface="Segoe UI Symbol"/>
              <a:cs typeface="Segoe UI Symbol"/>
            </a:endParaRPr>
          </a:p>
        </p:txBody>
      </p:sp>
      <p:sp>
        <p:nvSpPr>
          <p:cNvPr id="124" name="Kształt 69"/>
          <p:cNvSpPr/>
          <p:nvPr/>
        </p:nvSpPr>
        <p:spPr>
          <a:xfrm>
            <a:off x="7696199" y="5062537"/>
            <a:ext cx="3467100" cy="393700"/>
          </a:xfrm>
          <a:prstGeom prst="roundRect">
            <a:avLst>
              <a:gd name="adj" fmla="val 16129"/>
            </a:avLst>
          </a:prstGeom>
          <a:solidFill>
            <a:srgbClr val="15151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25" name="Tekst: Przejdź do podsumowania"/>
          <p:cNvSpPr txBox="1"/>
          <p:nvPr/>
        </p:nvSpPr>
        <p:spPr>
          <a:xfrm>
            <a:off x="7804149" y="5170487"/>
            <a:ext cx="3251200" cy="1752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150" b="1" kern="100" dirty="0">
                <a:solidFill>
                  <a:srgbClr val="FFFFFF"/>
                </a:solidFill>
                <a:latin typeface="Lato"/>
                <a:cs typeface="Lato"/>
              </a:rPr>
              <a:t>Przejdź do podsumowania</a:t>
            </a:r>
            <a:endParaRPr lang="pl-PL" sz="1150" b="1" kern="100" dirty="0">
              <a:solidFill>
                <a:srgbClr val="FFFFFF"/>
              </a:solidFill>
              <a:latin typeface="Lato"/>
              <a:cs typeface="Lato"/>
            </a:endParaRPr>
          </a:p>
        </p:txBody>
      </p:sp>
      <p:pic>
        <p:nvPicPr>
          <p:cNvPr id="126" name="!!Logo" descr="I love marketing &amp; technolog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363240"/>
            <a:ext cx="3048000" cy="273050"/>
          </a:xfrm>
          <a:prstGeom prst="rect">
            <a:avLst/>
          </a:prstGeom>
        </p:spPr>
      </p:pic>
      <p:pic>
        <p:nvPicPr>
          <p:cNvPr id="127" name="!!Serce w rogu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66449" y="330349"/>
            <a:ext cx="431800" cy="355600"/>
          </a:xfrm>
          <a:prstGeom prst="rect">
            <a:avLst/>
          </a:prstGeom>
        </p:spPr>
      </p:pic>
      <p:sp>
        <p:nvSpPr>
          <p:cNvPr id="128" name="!!Zegar – napis · 1"/>
          <p:cNvSpPr txBox="1"/>
          <p:nvPr/>
        </p:nvSpPr>
        <p:spPr>
          <a:xfrm>
            <a:off x="9093369" y="393700"/>
            <a:ext cx="1028580" cy="137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900" kern="100" cap="all" spc="108" dirty="0">
                <a:solidFill>
                  <a:srgbClr val="777777"/>
                </a:solidFill>
                <a:latin typeface="Lato Black"/>
                <a:cs typeface="Lato Black"/>
              </a:rPr>
              <a:t>Goście</a:t>
            </a:r>
            <a:endParaRPr lang="pl-PL" sz="900" kern="100" cap="all" spc="108" dirty="0">
              <a:solidFill>
                <a:srgbClr val="777777"/>
              </a:solidFill>
              <a:latin typeface="Lato Black"/>
              <a:cs typeface="Lato Black"/>
            </a:endParaRPr>
          </a:p>
        </p:txBody>
      </p:sp>
      <p:sp>
        <p:nvSpPr>
          <p:cNvPr id="129" name="!!Zegar – napis · 2"/>
          <p:cNvSpPr txBox="1"/>
          <p:nvPr/>
        </p:nvSpPr>
        <p:spPr>
          <a:xfrm>
            <a:off x="9093369" y="530860"/>
            <a:ext cx="1028580" cy="137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900" kern="100" cap="all" spc="108" dirty="0">
                <a:solidFill>
                  <a:srgbClr val="777777"/>
                </a:solidFill>
                <a:latin typeface="Lato Black"/>
                <a:cs typeface="Lato Black"/>
              </a:rPr>
              <a:t>w drodze</a:t>
            </a:r>
            <a:endParaRPr lang="pl-PL" sz="900" kern="100" cap="all" spc="108" dirty="0">
              <a:solidFill>
                <a:srgbClr val="777777"/>
              </a:solidFill>
              <a:latin typeface="Lato Black"/>
              <a:cs typeface="Lato Black"/>
            </a:endParaRPr>
          </a:p>
        </p:txBody>
      </p:sp>
      <p:sp>
        <p:nvSpPr>
          <p:cNvPr id="130" name="!!Zegar – tarcza"/>
          <p:cNvSpPr/>
          <p:nvPr/>
        </p:nvSpPr>
        <p:spPr>
          <a:xfrm>
            <a:off x="10251439" y="281940"/>
            <a:ext cx="502920" cy="502920"/>
          </a:xfrm>
          <a:prstGeom prst="ellipse">
            <a:avLst/>
          </a:prstGeom>
          <a:solidFill>
            <a:srgbClr val="FFFFFF"/>
          </a:solidFill>
          <a:ln w="23283">
            <a:solidFill>
              <a:srgbClr val="151515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31" name="!!Zegar – wycinek 1"/>
          <p:cNvSpPr/>
          <p:nvPr/>
        </p:nvSpPr>
        <p:spPr>
          <a:xfrm>
            <a:off x="10502899" y="314537"/>
            <a:ext cx="67522" cy="218863"/>
          </a:xfrm>
          <a:custGeom>
            <a:avLst/>
            <a:gdLst/>
            <a:ahLst/>
            <a:cxnLst/>
            <a:rect l="0" t="0" r="r" b="b"/>
            <a:pathLst>
              <a:path w="67522" h="218863">
                <a:moveTo>
                  <a:pt x="0" y="218863"/>
                </a:moveTo>
                <a:lnTo>
                  <a:pt x="0" y="0"/>
                </a:lnTo>
                <a:lnTo>
                  <a:pt x="17230" y="466"/>
                </a:lnTo>
                <a:lnTo>
                  <a:pt x="34459" y="2794"/>
                </a:lnTo>
                <a:lnTo>
                  <a:pt x="51223" y="6054"/>
                </a:lnTo>
                <a:lnTo>
                  <a:pt x="67522" y="10710"/>
                </a:lnTo>
                <a:close/>
              </a:path>
            </a:pathLst>
          </a:custGeom>
          <a:solidFill>
            <a:srgbClr val="EE312F"/>
          </a:solidFill>
          <a:ln w="3725">
            <a:solidFill>
              <a:srgbClr val="EE312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32" name="!!Zegar – wycinek 2"/>
          <p:cNvSpPr/>
          <p:nvPr/>
        </p:nvSpPr>
        <p:spPr>
          <a:xfrm>
            <a:off x="10502899" y="325247"/>
            <a:ext cx="128524" cy="208153"/>
          </a:xfrm>
          <a:custGeom>
            <a:avLst/>
            <a:gdLst/>
            <a:ahLst/>
            <a:cxnLst/>
            <a:rect l="0" t="0" r="r" b="b"/>
            <a:pathLst>
              <a:path w="128524" h="208153">
                <a:moveTo>
                  <a:pt x="0" y="208153"/>
                </a:moveTo>
                <a:lnTo>
                  <a:pt x="67522" y="0"/>
                </a:lnTo>
                <a:lnTo>
                  <a:pt x="83820" y="6054"/>
                </a:lnTo>
                <a:lnTo>
                  <a:pt x="99187" y="13039"/>
                </a:lnTo>
                <a:lnTo>
                  <a:pt x="114554" y="21421"/>
                </a:lnTo>
                <a:lnTo>
                  <a:pt x="128524" y="31200"/>
                </a:lnTo>
                <a:close/>
              </a:path>
            </a:pathLst>
          </a:custGeom>
          <a:solidFill>
            <a:srgbClr val="EE312F"/>
          </a:solidFill>
          <a:ln w="3725">
            <a:solidFill>
              <a:srgbClr val="EE312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33" name="!!Zegar – wycinek 3"/>
          <p:cNvSpPr/>
          <p:nvPr/>
        </p:nvSpPr>
        <p:spPr>
          <a:xfrm>
            <a:off x="10502899" y="356447"/>
            <a:ext cx="176953" cy="176953"/>
          </a:xfrm>
          <a:custGeom>
            <a:avLst/>
            <a:gdLst/>
            <a:ahLst/>
            <a:cxnLst/>
            <a:rect l="0" t="0" r="r" b="b"/>
            <a:pathLst>
              <a:path w="176953" h="176953">
                <a:moveTo>
                  <a:pt x="0" y="176953"/>
                </a:moveTo>
                <a:lnTo>
                  <a:pt x="128524" y="0"/>
                </a:lnTo>
                <a:lnTo>
                  <a:pt x="142028" y="10710"/>
                </a:lnTo>
                <a:lnTo>
                  <a:pt x="154601" y="22352"/>
                </a:lnTo>
                <a:lnTo>
                  <a:pt x="166243" y="34925"/>
                </a:lnTo>
                <a:lnTo>
                  <a:pt x="176953" y="48429"/>
                </a:lnTo>
                <a:close/>
              </a:path>
            </a:pathLst>
          </a:custGeom>
          <a:solidFill>
            <a:srgbClr val="EE312F"/>
          </a:solidFill>
          <a:ln w="3725">
            <a:solidFill>
              <a:srgbClr val="EE312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34" name="!!Zegar – wycinek 4"/>
          <p:cNvSpPr/>
          <p:nvPr/>
        </p:nvSpPr>
        <p:spPr>
          <a:xfrm>
            <a:off x="10502899" y="404876"/>
            <a:ext cx="208153" cy="128524"/>
          </a:xfrm>
          <a:custGeom>
            <a:avLst/>
            <a:gdLst/>
            <a:ahLst/>
            <a:cxnLst/>
            <a:rect l="0" t="0" r="r" b="b"/>
            <a:pathLst>
              <a:path w="208153" h="128524">
                <a:moveTo>
                  <a:pt x="0" y="128524"/>
                </a:moveTo>
                <a:lnTo>
                  <a:pt x="176953" y="0"/>
                </a:lnTo>
                <a:lnTo>
                  <a:pt x="186732" y="13970"/>
                </a:lnTo>
                <a:lnTo>
                  <a:pt x="195114" y="29337"/>
                </a:lnTo>
                <a:lnTo>
                  <a:pt x="202099" y="44704"/>
                </a:lnTo>
                <a:lnTo>
                  <a:pt x="208153" y="61002"/>
                </a:lnTo>
                <a:close/>
              </a:path>
            </a:pathLst>
          </a:custGeom>
          <a:solidFill>
            <a:srgbClr val="EE312F"/>
          </a:solidFill>
          <a:ln w="3725">
            <a:solidFill>
              <a:srgbClr val="EE312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35" name="!!Zegar – wycinek 5"/>
          <p:cNvSpPr/>
          <p:nvPr/>
        </p:nvSpPr>
        <p:spPr>
          <a:xfrm>
            <a:off x="10502899" y="465878"/>
            <a:ext cx="218863" cy="67522"/>
          </a:xfrm>
          <a:custGeom>
            <a:avLst/>
            <a:gdLst/>
            <a:ahLst/>
            <a:cxnLst/>
            <a:rect l="0" t="0" r="r" b="b"/>
            <a:pathLst>
              <a:path w="218863" h="67522">
                <a:moveTo>
                  <a:pt x="0" y="67522"/>
                </a:moveTo>
                <a:lnTo>
                  <a:pt x="208153" y="0"/>
                </a:lnTo>
                <a:lnTo>
                  <a:pt x="212810" y="16298"/>
                </a:lnTo>
                <a:lnTo>
                  <a:pt x="216069" y="33062"/>
                </a:lnTo>
                <a:lnTo>
                  <a:pt x="218398" y="50292"/>
                </a:lnTo>
                <a:lnTo>
                  <a:pt x="218863" y="67522"/>
                </a:lnTo>
                <a:close/>
              </a:path>
            </a:pathLst>
          </a:custGeom>
          <a:solidFill>
            <a:srgbClr val="EE312F"/>
          </a:solidFill>
          <a:ln w="3725">
            <a:solidFill>
              <a:srgbClr val="EE312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36" name="!!Zegar – wycinek 6"/>
          <p:cNvSpPr/>
          <p:nvPr/>
        </p:nvSpPr>
        <p:spPr>
          <a:xfrm>
            <a:off x="10502899" y="533400"/>
            <a:ext cx="218863" cy="67522"/>
          </a:xfrm>
          <a:custGeom>
            <a:avLst/>
            <a:gdLst/>
            <a:ahLst/>
            <a:cxnLst/>
            <a:rect l="0" t="0" r="r" b="b"/>
            <a:pathLst>
              <a:path w="218863" h="67522">
                <a:moveTo>
                  <a:pt x="0" y="0"/>
                </a:moveTo>
                <a:lnTo>
                  <a:pt x="218863" y="0"/>
                </a:lnTo>
                <a:lnTo>
                  <a:pt x="218398" y="17230"/>
                </a:lnTo>
                <a:lnTo>
                  <a:pt x="216069" y="34459"/>
                </a:lnTo>
                <a:lnTo>
                  <a:pt x="212810" y="51223"/>
                </a:lnTo>
                <a:lnTo>
                  <a:pt x="208153" y="67522"/>
                </a:lnTo>
                <a:close/>
              </a:path>
            </a:pathLst>
          </a:custGeom>
          <a:solidFill>
            <a:srgbClr val="EE312F"/>
          </a:solidFill>
          <a:ln w="3725">
            <a:solidFill>
              <a:srgbClr val="EE312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37" name="!!Zegar – wycinek 7"/>
          <p:cNvSpPr/>
          <p:nvPr/>
        </p:nvSpPr>
        <p:spPr>
          <a:xfrm>
            <a:off x="10502899" y="533400"/>
            <a:ext cx="208153" cy="128524"/>
          </a:xfrm>
          <a:custGeom>
            <a:avLst/>
            <a:gdLst/>
            <a:ahLst/>
            <a:cxnLst/>
            <a:rect l="0" t="0" r="r" b="b"/>
            <a:pathLst>
              <a:path w="208153" h="128524">
                <a:moveTo>
                  <a:pt x="0" y="0"/>
                </a:moveTo>
                <a:lnTo>
                  <a:pt x="208153" y="67522"/>
                </a:lnTo>
                <a:lnTo>
                  <a:pt x="202099" y="83820"/>
                </a:lnTo>
                <a:lnTo>
                  <a:pt x="195114" y="99187"/>
                </a:lnTo>
                <a:lnTo>
                  <a:pt x="186732" y="114554"/>
                </a:lnTo>
                <a:lnTo>
                  <a:pt x="176953" y="128524"/>
                </a:lnTo>
                <a:close/>
              </a:path>
            </a:pathLst>
          </a:custGeom>
          <a:solidFill>
            <a:srgbClr val="EE312F"/>
          </a:solidFill>
          <a:ln w="3725">
            <a:solidFill>
              <a:srgbClr val="EE312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38" name="!!Zegar – wycinek 8"/>
          <p:cNvSpPr/>
          <p:nvPr/>
        </p:nvSpPr>
        <p:spPr>
          <a:xfrm>
            <a:off x="10502899" y="533400"/>
            <a:ext cx="176953" cy="176953"/>
          </a:xfrm>
          <a:custGeom>
            <a:avLst/>
            <a:gdLst/>
            <a:ahLst/>
            <a:cxnLst/>
            <a:rect l="0" t="0" r="r" b="b"/>
            <a:pathLst>
              <a:path w="176953" h="176953">
                <a:moveTo>
                  <a:pt x="0" y="0"/>
                </a:moveTo>
                <a:lnTo>
                  <a:pt x="176953" y="128524"/>
                </a:lnTo>
                <a:lnTo>
                  <a:pt x="166243" y="142028"/>
                </a:lnTo>
                <a:lnTo>
                  <a:pt x="154601" y="154601"/>
                </a:lnTo>
                <a:lnTo>
                  <a:pt x="142028" y="166243"/>
                </a:lnTo>
                <a:lnTo>
                  <a:pt x="128524" y="176953"/>
                </a:lnTo>
                <a:close/>
              </a:path>
            </a:pathLst>
          </a:custGeom>
          <a:solidFill>
            <a:srgbClr val="EE312F"/>
          </a:solidFill>
          <a:ln w="3725">
            <a:solidFill>
              <a:srgbClr val="EE312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39" name="!!Zegar – wycinek 9"/>
          <p:cNvSpPr/>
          <p:nvPr/>
        </p:nvSpPr>
        <p:spPr>
          <a:xfrm>
            <a:off x="10502899" y="533400"/>
            <a:ext cx="128524" cy="208153"/>
          </a:xfrm>
          <a:custGeom>
            <a:avLst/>
            <a:gdLst/>
            <a:ahLst/>
            <a:cxnLst/>
            <a:rect l="0" t="0" r="r" b="b"/>
            <a:pathLst>
              <a:path w="128524" h="208153">
                <a:moveTo>
                  <a:pt x="0" y="0"/>
                </a:moveTo>
                <a:lnTo>
                  <a:pt x="128524" y="176953"/>
                </a:lnTo>
                <a:lnTo>
                  <a:pt x="114554" y="186732"/>
                </a:lnTo>
                <a:lnTo>
                  <a:pt x="99187" y="195114"/>
                </a:lnTo>
                <a:lnTo>
                  <a:pt x="83820" y="202099"/>
                </a:lnTo>
                <a:lnTo>
                  <a:pt x="67522" y="208153"/>
                </a:lnTo>
                <a:close/>
              </a:path>
            </a:pathLst>
          </a:custGeom>
          <a:solidFill>
            <a:srgbClr val="EE312F"/>
          </a:solidFill>
          <a:ln w="3725">
            <a:solidFill>
              <a:srgbClr val="EE312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40" name="!!Zegar – wycinek 10"/>
          <p:cNvSpPr/>
          <p:nvPr/>
        </p:nvSpPr>
        <p:spPr>
          <a:xfrm>
            <a:off x="10502899" y="533400"/>
            <a:ext cx="67522" cy="218863"/>
          </a:xfrm>
          <a:custGeom>
            <a:avLst/>
            <a:gdLst/>
            <a:ahLst/>
            <a:cxnLst/>
            <a:rect l="0" t="0" r="r" b="b"/>
            <a:pathLst>
              <a:path w="67522" h="218863">
                <a:moveTo>
                  <a:pt x="0" y="0"/>
                </a:moveTo>
                <a:lnTo>
                  <a:pt x="67522" y="208153"/>
                </a:lnTo>
                <a:lnTo>
                  <a:pt x="51223" y="212810"/>
                </a:lnTo>
                <a:lnTo>
                  <a:pt x="34459" y="216069"/>
                </a:lnTo>
                <a:lnTo>
                  <a:pt x="17230" y="218398"/>
                </a:lnTo>
                <a:lnTo>
                  <a:pt x="0" y="218863"/>
                </a:lnTo>
                <a:close/>
              </a:path>
            </a:pathLst>
          </a:custGeom>
          <a:solidFill>
            <a:srgbClr val="EE312F"/>
          </a:solidFill>
          <a:ln w="3725">
            <a:solidFill>
              <a:srgbClr val="EE312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41" name="!!Zegar – wycinek 11"/>
          <p:cNvSpPr/>
          <p:nvPr/>
        </p:nvSpPr>
        <p:spPr>
          <a:xfrm>
            <a:off x="10435378" y="533400"/>
            <a:ext cx="67522" cy="218863"/>
          </a:xfrm>
          <a:custGeom>
            <a:avLst/>
            <a:gdLst/>
            <a:ahLst/>
            <a:cxnLst/>
            <a:rect l="0" t="0" r="r" b="b"/>
            <a:pathLst>
              <a:path w="67522" h="218863">
                <a:moveTo>
                  <a:pt x="67522" y="0"/>
                </a:moveTo>
                <a:lnTo>
                  <a:pt x="67522" y="218863"/>
                </a:lnTo>
                <a:lnTo>
                  <a:pt x="50292" y="218398"/>
                </a:lnTo>
                <a:lnTo>
                  <a:pt x="33062" y="216069"/>
                </a:lnTo>
                <a:lnTo>
                  <a:pt x="16298" y="212810"/>
                </a:lnTo>
                <a:lnTo>
                  <a:pt x="0" y="208153"/>
                </a:lnTo>
                <a:close/>
              </a:path>
            </a:pathLst>
          </a:custGeom>
          <a:solidFill>
            <a:srgbClr val="EE312F"/>
          </a:solidFill>
          <a:ln w="3725">
            <a:solidFill>
              <a:srgbClr val="EE312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42" name="!!Zegar – wycinek 12"/>
          <p:cNvSpPr/>
          <p:nvPr/>
        </p:nvSpPr>
        <p:spPr>
          <a:xfrm>
            <a:off x="10374375" y="533400"/>
            <a:ext cx="128524" cy="208153"/>
          </a:xfrm>
          <a:custGeom>
            <a:avLst/>
            <a:gdLst/>
            <a:ahLst/>
            <a:cxnLst/>
            <a:rect l="0" t="0" r="r" b="b"/>
            <a:pathLst>
              <a:path w="128524" h="208153">
                <a:moveTo>
                  <a:pt x="128524" y="0"/>
                </a:moveTo>
                <a:lnTo>
                  <a:pt x="61002" y="208153"/>
                </a:lnTo>
                <a:lnTo>
                  <a:pt x="44704" y="202099"/>
                </a:lnTo>
                <a:lnTo>
                  <a:pt x="29337" y="195114"/>
                </a:lnTo>
                <a:lnTo>
                  <a:pt x="13970" y="186732"/>
                </a:lnTo>
                <a:lnTo>
                  <a:pt x="0" y="176953"/>
                </a:lnTo>
                <a:close/>
              </a:path>
            </a:pathLst>
          </a:custGeom>
          <a:solidFill>
            <a:srgbClr val="EE312F"/>
          </a:solidFill>
          <a:ln w="3725">
            <a:solidFill>
              <a:srgbClr val="EE312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43" name="!!Zegar – wycinek 13"/>
          <p:cNvSpPr/>
          <p:nvPr/>
        </p:nvSpPr>
        <p:spPr>
          <a:xfrm>
            <a:off x="10325946" y="533400"/>
            <a:ext cx="176953" cy="176953"/>
          </a:xfrm>
          <a:custGeom>
            <a:avLst/>
            <a:gdLst/>
            <a:ahLst/>
            <a:cxnLst/>
            <a:rect l="0" t="0" r="r" b="b"/>
            <a:pathLst>
              <a:path w="176953" h="176953">
                <a:moveTo>
                  <a:pt x="176953" y="0"/>
                </a:moveTo>
                <a:lnTo>
                  <a:pt x="48429" y="176953"/>
                </a:lnTo>
                <a:lnTo>
                  <a:pt x="34925" y="166243"/>
                </a:lnTo>
                <a:lnTo>
                  <a:pt x="22352" y="154601"/>
                </a:lnTo>
                <a:lnTo>
                  <a:pt x="10710" y="142028"/>
                </a:lnTo>
                <a:lnTo>
                  <a:pt x="0" y="128524"/>
                </a:lnTo>
                <a:close/>
              </a:path>
            </a:pathLst>
          </a:custGeom>
          <a:solidFill>
            <a:srgbClr val="EE312F"/>
          </a:solidFill>
          <a:ln w="3725">
            <a:solidFill>
              <a:srgbClr val="EE312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44" name="!!Zegar – kreska 1"/>
          <p:cNvSpPr/>
          <p:nvPr/>
        </p:nvSpPr>
        <p:spPr>
          <a:xfrm>
            <a:off x="10491258" y="295910"/>
            <a:ext cx="23283" cy="46567"/>
          </a:xfrm>
          <a:custGeom>
            <a:avLst/>
            <a:gdLst/>
            <a:ahLst/>
            <a:cxnLst/>
            <a:rect l="0" t="0" r="r" b="b"/>
            <a:pathLst>
              <a:path w="23283" h="46567">
                <a:moveTo>
                  <a:pt x="0" y="46567"/>
                </a:moveTo>
                <a:lnTo>
                  <a:pt x="23283" y="46567"/>
                </a:lnTo>
                <a:lnTo>
                  <a:pt x="23283" y="0"/>
                </a:lnTo>
                <a:lnTo>
                  <a:pt x="0" y="0"/>
                </a:lnTo>
                <a:close/>
              </a:path>
            </a:pathLst>
          </a:custGeom>
          <a:solidFill>
            <a:srgbClr val="15151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45" name="!!Zegar – kreska 2"/>
          <p:cNvSpPr/>
          <p:nvPr/>
        </p:nvSpPr>
        <p:spPr>
          <a:xfrm>
            <a:off x="10693823" y="521758"/>
            <a:ext cx="46567" cy="23283"/>
          </a:xfrm>
          <a:custGeom>
            <a:avLst/>
            <a:gdLst/>
            <a:ahLst/>
            <a:cxnLst/>
            <a:rect l="0" t="0" r="r" b="b"/>
            <a:pathLst>
              <a:path w="46567" h="23283">
                <a:moveTo>
                  <a:pt x="0" y="0"/>
                </a:moveTo>
                <a:lnTo>
                  <a:pt x="0" y="23283"/>
                </a:lnTo>
                <a:lnTo>
                  <a:pt x="46567" y="23283"/>
                </a:lnTo>
                <a:lnTo>
                  <a:pt x="46567" y="0"/>
                </a:lnTo>
                <a:close/>
              </a:path>
            </a:pathLst>
          </a:custGeom>
          <a:solidFill>
            <a:srgbClr val="15151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46" name="!!Zegar – kreska 3"/>
          <p:cNvSpPr/>
          <p:nvPr/>
        </p:nvSpPr>
        <p:spPr>
          <a:xfrm>
            <a:off x="10491258" y="724323"/>
            <a:ext cx="23283" cy="46567"/>
          </a:xfrm>
          <a:custGeom>
            <a:avLst/>
            <a:gdLst/>
            <a:ahLst/>
            <a:cxnLst/>
            <a:rect l="0" t="0" r="r" b="b"/>
            <a:pathLst>
              <a:path w="23283" h="46567">
                <a:moveTo>
                  <a:pt x="23283" y="0"/>
                </a:moveTo>
                <a:lnTo>
                  <a:pt x="0" y="0"/>
                </a:lnTo>
                <a:lnTo>
                  <a:pt x="0" y="46567"/>
                </a:lnTo>
                <a:lnTo>
                  <a:pt x="23283" y="46567"/>
                </a:lnTo>
                <a:close/>
              </a:path>
            </a:pathLst>
          </a:custGeom>
          <a:solidFill>
            <a:srgbClr val="15151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47" name="!!Zegar – kreska 4"/>
          <p:cNvSpPr/>
          <p:nvPr/>
        </p:nvSpPr>
        <p:spPr>
          <a:xfrm>
            <a:off x="10265409" y="521758"/>
            <a:ext cx="46567" cy="23283"/>
          </a:xfrm>
          <a:custGeom>
            <a:avLst/>
            <a:gdLst/>
            <a:ahLst/>
            <a:cxnLst/>
            <a:rect l="0" t="0" r="r" b="b"/>
            <a:pathLst>
              <a:path w="46567" h="23283">
                <a:moveTo>
                  <a:pt x="46567" y="23283"/>
                </a:moveTo>
                <a:lnTo>
                  <a:pt x="46567" y="0"/>
                </a:lnTo>
                <a:lnTo>
                  <a:pt x="0" y="0"/>
                </a:lnTo>
                <a:lnTo>
                  <a:pt x="0" y="23283"/>
                </a:lnTo>
                <a:close/>
              </a:path>
            </a:pathLst>
          </a:custGeom>
          <a:solidFill>
            <a:srgbClr val="15151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48" name="!!Zegar – wskazówka"/>
          <p:cNvSpPr/>
          <p:nvPr/>
        </p:nvSpPr>
        <p:spPr>
          <a:xfrm>
            <a:off x="10348101" y="505675"/>
            <a:ext cx="185614" cy="142860"/>
          </a:xfrm>
          <a:custGeom>
            <a:avLst/>
            <a:gdLst/>
            <a:ahLst/>
            <a:cxnLst/>
            <a:rect l="0" t="0" r="r" b="b"/>
            <a:pathLst>
              <a:path w="185614" h="142860">
                <a:moveTo>
                  <a:pt x="185614" y="22604"/>
                </a:moveTo>
                <a:lnTo>
                  <a:pt x="169191" y="0"/>
                </a:lnTo>
                <a:lnTo>
                  <a:pt x="0" y="131558"/>
                </a:lnTo>
                <a:lnTo>
                  <a:pt x="8211" y="142860"/>
                </a:lnTo>
                <a:close/>
              </a:path>
            </a:pathLst>
          </a:custGeom>
          <a:solidFill>
            <a:srgbClr val="15151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49" name="!!Zegar – oś"/>
          <p:cNvSpPr/>
          <p:nvPr/>
        </p:nvSpPr>
        <p:spPr>
          <a:xfrm>
            <a:off x="10474959" y="505460"/>
            <a:ext cx="55880" cy="55880"/>
          </a:xfrm>
          <a:prstGeom prst="ellipse">
            <a:avLst/>
          </a:prstGeom>
          <a:solidFill>
            <a:srgbClr val="15151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50" name="!!Numer slajdu"/>
          <p:cNvSpPr txBox="1"/>
          <p:nvPr/>
        </p:nvSpPr>
        <p:spPr>
          <a:xfrm>
            <a:off x="10850587" y="6428437"/>
            <a:ext cx="773370" cy="1885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100" kern="100" spc="66" dirty="0">
                <a:solidFill>
                  <a:srgbClr val="666666"/>
                </a:solidFill>
                <a:latin typeface="Lato"/>
                <a:cs typeface="Lato"/>
              </a:rPr>
              <a:t>18 / 24</a:t>
            </a:r>
            <a:endParaRPr lang="pl-PL" sz="1100" kern="100" spc="66" dirty="0">
              <a:solidFill>
                <a:srgbClr val="666666"/>
              </a:solidFill>
              <a:latin typeface="Lato"/>
              <a:cs typeface="Lato"/>
            </a:endParaRPr>
          </a:p>
        </p:txBody>
      </p:sp>
      <p:sp>
        <p:nvSpPr>
          <p:cNvPr id="151" name="!!Postęp"/>
          <p:cNvSpPr/>
          <p:nvPr/>
        </p:nvSpPr>
        <p:spPr>
          <a:xfrm>
            <a:off x="0" y="6826250"/>
            <a:ext cx="9144000" cy="31750"/>
          </a:xfrm>
          <a:prstGeom prst="rect">
            <a:avLst/>
          </a:prstGeom>
          <a:solidFill>
            <a:srgbClr val="EE3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3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3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3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3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3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" dur="3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" dur="3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102" grpId="0" animBg="1"/>
      <p:bldP spid="103" grpId="0" animBg="1"/>
      <p:bldP spid="104" grpId="0" animBg="1"/>
      <p:bldP spid="105" grpId="0" animBg="1"/>
      <p:bldP spid="106" grpId="0" animBg="1"/>
      <p:bldP spid="107" grpId="0" animBg="1"/>
      <p:bldP spid="108" grpId="0" animBg="1"/>
      <p:bldP spid="109" grpId="0" animBg="1"/>
      <p:bldP spid="110" grpId="0" animBg="1"/>
      <p:bldP spid="111" grpId="0" animBg="1"/>
      <p:bldP spid="120" grpId="0" animBg="1"/>
      <p:bldP spid="121" grpId="0" animBg="1"/>
      <p:bldP spid="122" grpId="0" animBg="1"/>
      <p:bldP spid="12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 name="Formaty poznaliście, zanim padły nazw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ształt"/>
          <p:cNvSpPr/>
          <p:nvPr/>
        </p:nvSpPr>
        <p:spPr>
          <a:xfrm>
            <a:off x="825500" y="4380210"/>
            <a:ext cx="10541000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" name="Kształt 2"/>
          <p:cNvSpPr/>
          <p:nvPr/>
        </p:nvSpPr>
        <p:spPr>
          <a:xfrm>
            <a:off x="825500" y="4381500"/>
            <a:ext cx="101194" cy="12700"/>
          </a:xfrm>
          <a:prstGeom prst="rect">
            <a:avLst/>
          </a:prstGeom>
          <a:solidFill>
            <a:srgbClr val="EE3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" name="Kształt 3"/>
          <p:cNvSpPr/>
          <p:nvPr/>
        </p:nvSpPr>
        <p:spPr>
          <a:xfrm>
            <a:off x="825500" y="4381500"/>
            <a:ext cx="3752596" cy="12700"/>
          </a:xfrm>
          <a:prstGeom prst="rect">
            <a:avLst/>
          </a:prstGeom>
          <a:solidFill>
            <a:srgbClr val="EE3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" name="Kształt 4"/>
          <p:cNvSpPr/>
          <p:nvPr/>
        </p:nvSpPr>
        <p:spPr>
          <a:xfrm>
            <a:off x="825500" y="4381500"/>
            <a:ext cx="7403998" cy="12700"/>
          </a:xfrm>
          <a:prstGeom prst="rect">
            <a:avLst/>
          </a:prstGeom>
          <a:solidFill>
            <a:srgbClr val="EE3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" name="Tekst: 01"/>
          <p:cNvSpPr txBox="1"/>
          <p:nvPr/>
        </p:nvSpPr>
        <p:spPr>
          <a:xfrm>
            <a:off x="825500" y="3067665"/>
            <a:ext cx="32385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4200" kern="100" spc="-210" dirty="0">
                <a:solidFill>
                  <a:srgbClr val="EE312F"/>
                </a:solidFill>
                <a:latin typeface="Lato Black"/>
                <a:cs typeface="Lato Black"/>
              </a:rPr>
              <a:t>01</a:t>
            </a:r>
            <a:endParaRPr lang="pl-PL" sz="4200" kern="100" spc="-210" dirty="0">
              <a:solidFill>
                <a:srgbClr val="EE312F"/>
              </a:solidFill>
              <a:latin typeface="Lato Black"/>
              <a:cs typeface="Lato Black"/>
            </a:endParaRPr>
          </a:p>
        </p:txBody>
      </p:sp>
      <p:sp>
        <p:nvSpPr>
          <p:cNvPr id="7" name="Tekst: Pokazać produkt"/>
          <p:cNvSpPr txBox="1"/>
          <p:nvPr/>
        </p:nvSpPr>
        <p:spPr>
          <a:xfrm>
            <a:off x="825500" y="3676650"/>
            <a:ext cx="3238500" cy="411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2700" kern="100" spc="-94" dirty="0">
                <a:solidFill>
                  <a:srgbClr val="151515"/>
                </a:solidFill>
                <a:latin typeface="Lato Black"/>
                <a:cs typeface="Lato Black"/>
              </a:rPr>
              <a:t>Pokazać produkt</a:t>
            </a:r>
            <a:endParaRPr lang="pl-PL" sz="2700" kern="100" spc="-94" dirty="0">
              <a:solidFill>
                <a:srgbClr val="151515"/>
              </a:solidFill>
              <a:latin typeface="Lato Black"/>
              <a:cs typeface="Lato Black"/>
            </a:endParaRPr>
          </a:p>
        </p:txBody>
      </p:sp>
      <p:sp>
        <p:nvSpPr>
          <p:cNvPr id="8" name="Kształt 5"/>
          <p:cNvSpPr/>
          <p:nvPr/>
        </p:nvSpPr>
        <p:spPr>
          <a:xfrm>
            <a:off x="844550" y="4305300"/>
            <a:ext cx="165100" cy="1651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EE312F"/>
            </a:solidFill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" name="Tekst: „Nie wiem, od czego zacząć.”"/>
          <p:cNvSpPr txBox="1"/>
          <p:nvPr/>
        </p:nvSpPr>
        <p:spPr>
          <a:xfrm>
            <a:off x="825500" y="4689475"/>
            <a:ext cx="3238500" cy="2476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500" kern="100" dirty="0">
                <a:solidFill>
                  <a:srgbClr val="666666"/>
                </a:solidFill>
                <a:latin typeface="Lato"/>
                <a:cs typeface="Lato"/>
              </a:rPr>
              <a:t>„Nie wiem, od czego zacząć.”</a:t>
            </a:r>
            <a:endParaRPr lang="pl-PL" sz="1500" kern="100" dirty="0">
              <a:solidFill>
                <a:srgbClr val="666666"/>
              </a:solidFill>
              <a:latin typeface="Lato"/>
              <a:cs typeface="Lato"/>
            </a:endParaRPr>
          </a:p>
        </p:txBody>
      </p:sp>
      <p:sp>
        <p:nvSpPr>
          <p:cNvPr id="10" name="Tekst: Banner"/>
          <p:cNvSpPr txBox="1"/>
          <p:nvPr/>
        </p:nvSpPr>
        <p:spPr>
          <a:xfrm>
            <a:off x="825500" y="5060305"/>
            <a:ext cx="3238500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700" kern="100" spc="-25" dirty="0">
                <a:solidFill>
                  <a:srgbClr val="EE312F"/>
                </a:solidFill>
                <a:latin typeface="Lato Black"/>
                <a:cs typeface="Lato Black"/>
              </a:rPr>
              <a:t>Banner</a:t>
            </a:r>
            <a:endParaRPr lang="pl-PL" sz="1700" kern="100" spc="-25" dirty="0">
              <a:solidFill>
                <a:srgbClr val="EE312F"/>
              </a:solidFill>
              <a:latin typeface="Lato Black"/>
              <a:cs typeface="Lato Black"/>
            </a:endParaRPr>
          </a:p>
        </p:txBody>
      </p:sp>
      <p:sp>
        <p:nvSpPr>
          <p:cNvPr id="11" name="Tekst: 02"/>
          <p:cNvSpPr txBox="1"/>
          <p:nvPr/>
        </p:nvSpPr>
        <p:spPr>
          <a:xfrm>
            <a:off x="4476750" y="3067665"/>
            <a:ext cx="32385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4200" kern="100" spc="-210" dirty="0">
                <a:solidFill>
                  <a:srgbClr val="EE312F"/>
                </a:solidFill>
                <a:latin typeface="Lato Black"/>
                <a:cs typeface="Lato Black"/>
              </a:rPr>
              <a:t>02</a:t>
            </a:r>
            <a:endParaRPr lang="pl-PL" sz="4200" kern="100" spc="-210" dirty="0">
              <a:solidFill>
                <a:srgbClr val="EE312F"/>
              </a:solidFill>
              <a:latin typeface="Lato Black"/>
              <a:cs typeface="Lato Black"/>
            </a:endParaRPr>
          </a:p>
        </p:txBody>
      </p:sp>
      <p:sp>
        <p:nvSpPr>
          <p:cNvPr id="12" name="Tekst: Pomóc wybrać"/>
          <p:cNvSpPr txBox="1"/>
          <p:nvPr/>
        </p:nvSpPr>
        <p:spPr>
          <a:xfrm>
            <a:off x="4476750" y="3676650"/>
            <a:ext cx="3238500" cy="411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2700" kern="100" spc="-94" dirty="0">
                <a:solidFill>
                  <a:srgbClr val="151515"/>
                </a:solidFill>
                <a:latin typeface="Lato Black"/>
                <a:cs typeface="Lato Black"/>
              </a:rPr>
              <a:t>Pomóc wybrać</a:t>
            </a:r>
            <a:endParaRPr lang="pl-PL" sz="2700" kern="100" spc="-94" dirty="0">
              <a:solidFill>
                <a:srgbClr val="151515"/>
              </a:solidFill>
              <a:latin typeface="Lato Black"/>
              <a:cs typeface="Lato Black"/>
            </a:endParaRPr>
          </a:p>
        </p:txBody>
      </p:sp>
      <p:sp>
        <p:nvSpPr>
          <p:cNvPr id="13" name="Kształt 6"/>
          <p:cNvSpPr/>
          <p:nvPr/>
        </p:nvSpPr>
        <p:spPr>
          <a:xfrm>
            <a:off x="4495800" y="4305300"/>
            <a:ext cx="165100" cy="1651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EE312F"/>
            </a:solidFill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4" name="Tekst: „Gdzie są przekąski?” „Które kupić?” · 1"/>
          <p:cNvSpPr txBox="1"/>
          <p:nvPr/>
        </p:nvSpPr>
        <p:spPr>
          <a:xfrm>
            <a:off x="4476750" y="4689475"/>
            <a:ext cx="3238500" cy="2476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500" kern="100" dirty="0">
                <a:solidFill>
                  <a:srgbClr val="666666"/>
                </a:solidFill>
                <a:latin typeface="Lato"/>
                <a:cs typeface="Lato"/>
              </a:rPr>
              <a:t>„Gdzie są przekąski?”</a:t>
            </a:r>
            <a:endParaRPr lang="pl-PL" sz="1500" kern="100" dirty="0">
              <a:solidFill>
                <a:srgbClr val="666666"/>
              </a:solidFill>
              <a:latin typeface="Lato"/>
              <a:cs typeface="Lato"/>
            </a:endParaRPr>
          </a:p>
        </p:txBody>
      </p:sp>
      <p:sp>
        <p:nvSpPr>
          <p:cNvPr id="15" name="Tekst: „Gdzie są przekąski?” „Które kupić?” · 2"/>
          <p:cNvSpPr txBox="1"/>
          <p:nvPr/>
        </p:nvSpPr>
        <p:spPr>
          <a:xfrm>
            <a:off x="4476750" y="4937125"/>
            <a:ext cx="3238500" cy="2476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500" kern="100" dirty="0">
                <a:solidFill>
                  <a:srgbClr val="666666"/>
                </a:solidFill>
                <a:latin typeface="Lato"/>
                <a:cs typeface="Lato"/>
              </a:rPr>
              <a:t>„Które kupić?”</a:t>
            </a:r>
            <a:endParaRPr lang="pl-PL" sz="1500" kern="100" dirty="0">
              <a:solidFill>
                <a:srgbClr val="666666"/>
              </a:solidFill>
              <a:latin typeface="Lato"/>
              <a:cs typeface="Lato"/>
            </a:endParaRPr>
          </a:p>
        </p:txBody>
      </p:sp>
      <p:sp>
        <p:nvSpPr>
          <p:cNvPr id="16" name="Tekst: Produkt sponsorowany, packshot, wariant, · 1"/>
          <p:cNvSpPr txBox="1"/>
          <p:nvPr/>
        </p:nvSpPr>
        <p:spPr>
          <a:xfrm>
            <a:off x="4476750" y="5307310"/>
            <a:ext cx="3238500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700" kern="100" spc="-25" dirty="0">
                <a:solidFill>
                  <a:srgbClr val="EE312F"/>
                </a:solidFill>
                <a:latin typeface="Lato Black"/>
                <a:cs typeface="Lato Black"/>
              </a:rPr>
              <a:t>Produkt sponsorowany,</a:t>
            </a:r>
            <a:endParaRPr lang="pl-PL" sz="1700" kern="100" spc="-25" dirty="0">
              <a:solidFill>
                <a:srgbClr val="EE312F"/>
              </a:solidFill>
              <a:latin typeface="Lato Black"/>
              <a:cs typeface="Lato Black"/>
            </a:endParaRPr>
          </a:p>
        </p:txBody>
      </p:sp>
      <p:sp>
        <p:nvSpPr>
          <p:cNvPr id="17" name="Tekst: Produkt sponsorowany, packshot, wariant, · 2"/>
          <p:cNvSpPr txBox="1"/>
          <p:nvPr/>
        </p:nvSpPr>
        <p:spPr>
          <a:xfrm>
            <a:off x="4476750" y="5566390"/>
            <a:ext cx="3238500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700" kern="100" spc="-25" dirty="0">
                <a:solidFill>
                  <a:srgbClr val="EE312F"/>
                </a:solidFill>
                <a:latin typeface="Lato Black"/>
                <a:cs typeface="Lato Black"/>
              </a:rPr>
              <a:t>packshot, wariant, cena</a:t>
            </a:r>
            <a:endParaRPr lang="pl-PL" sz="1700" kern="100" spc="-25" dirty="0">
              <a:solidFill>
                <a:srgbClr val="EE312F"/>
              </a:solidFill>
              <a:latin typeface="Lato Black"/>
              <a:cs typeface="Lato Black"/>
            </a:endParaRPr>
          </a:p>
        </p:txBody>
      </p:sp>
      <p:sp>
        <p:nvSpPr>
          <p:cNvPr id="18" name="Tekst: 03"/>
          <p:cNvSpPr txBox="1"/>
          <p:nvPr/>
        </p:nvSpPr>
        <p:spPr>
          <a:xfrm>
            <a:off x="8128000" y="3067665"/>
            <a:ext cx="32385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4200" kern="100" spc="-210" dirty="0">
                <a:solidFill>
                  <a:srgbClr val="EE312F"/>
                </a:solidFill>
                <a:latin typeface="Lato Black"/>
                <a:cs typeface="Lato Black"/>
              </a:rPr>
              <a:t>03</a:t>
            </a:r>
            <a:endParaRPr lang="pl-PL" sz="4200" kern="100" spc="-210" dirty="0">
              <a:solidFill>
                <a:srgbClr val="EE312F"/>
              </a:solidFill>
              <a:latin typeface="Lato Black"/>
              <a:cs typeface="Lato Black"/>
            </a:endParaRPr>
          </a:p>
        </p:txBody>
      </p:sp>
      <p:sp>
        <p:nvSpPr>
          <p:cNvPr id="19" name="Tekst: Domknąć zakup"/>
          <p:cNvSpPr txBox="1"/>
          <p:nvPr/>
        </p:nvSpPr>
        <p:spPr>
          <a:xfrm>
            <a:off x="8128000" y="3676650"/>
            <a:ext cx="3238500" cy="411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2700" kern="100" spc="-94" dirty="0">
                <a:solidFill>
                  <a:srgbClr val="151515"/>
                </a:solidFill>
                <a:latin typeface="Lato Black"/>
                <a:cs typeface="Lato Black"/>
              </a:rPr>
              <a:t>Domknąć zakup</a:t>
            </a:r>
            <a:endParaRPr lang="pl-PL" sz="2700" kern="100" spc="-94" dirty="0">
              <a:solidFill>
                <a:srgbClr val="151515"/>
              </a:solidFill>
              <a:latin typeface="Lato Black"/>
              <a:cs typeface="Lato Black"/>
            </a:endParaRPr>
          </a:p>
        </p:txBody>
      </p:sp>
      <p:sp>
        <p:nvSpPr>
          <p:cNvPr id="20" name="Kształt 7"/>
          <p:cNvSpPr/>
          <p:nvPr/>
        </p:nvSpPr>
        <p:spPr>
          <a:xfrm>
            <a:off x="8147050" y="4305300"/>
            <a:ext cx="165100" cy="1651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EE312F"/>
            </a:solidFill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1" name="Tekst: „Nie szukałam, ale tego mi brakowało.”"/>
          <p:cNvSpPr txBox="1"/>
          <p:nvPr/>
        </p:nvSpPr>
        <p:spPr>
          <a:xfrm>
            <a:off x="8128000" y="4689475"/>
            <a:ext cx="4006513" cy="2476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500" kern="100" dirty="0">
                <a:solidFill>
                  <a:srgbClr val="666666"/>
                </a:solidFill>
                <a:latin typeface="Lato"/>
                <a:cs typeface="Lato"/>
              </a:rPr>
              <a:t>„Nie szukałam, ale tego mi brakowało.”</a:t>
            </a:r>
            <a:endParaRPr lang="pl-PL" sz="1500" kern="100" dirty="0">
              <a:solidFill>
                <a:srgbClr val="666666"/>
              </a:solidFill>
              <a:latin typeface="Lato"/>
              <a:cs typeface="Lato"/>
            </a:endParaRPr>
          </a:p>
        </p:txBody>
      </p:sp>
      <p:sp>
        <p:nvSpPr>
          <p:cNvPr id="22" name="Tekst: Rekomendacja przy koszyku · 1"/>
          <p:cNvSpPr txBox="1"/>
          <p:nvPr/>
        </p:nvSpPr>
        <p:spPr>
          <a:xfrm>
            <a:off x="8128000" y="5059660"/>
            <a:ext cx="3238500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700" kern="100" spc="-25" dirty="0">
                <a:solidFill>
                  <a:srgbClr val="EE312F"/>
                </a:solidFill>
                <a:latin typeface="Lato Black"/>
                <a:cs typeface="Lato Black"/>
              </a:rPr>
              <a:t>Rekomendacja</a:t>
            </a:r>
            <a:endParaRPr lang="pl-PL" sz="1700" kern="100" spc="-25" dirty="0">
              <a:solidFill>
                <a:srgbClr val="EE312F"/>
              </a:solidFill>
              <a:latin typeface="Lato Black"/>
              <a:cs typeface="Lato Black"/>
            </a:endParaRPr>
          </a:p>
        </p:txBody>
      </p:sp>
      <p:sp>
        <p:nvSpPr>
          <p:cNvPr id="23" name="Tekst: Rekomendacja przy koszyku · 2"/>
          <p:cNvSpPr txBox="1"/>
          <p:nvPr/>
        </p:nvSpPr>
        <p:spPr>
          <a:xfrm>
            <a:off x="8128000" y="5318740"/>
            <a:ext cx="3238500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700" kern="100" spc="-25" dirty="0">
                <a:solidFill>
                  <a:srgbClr val="EE312F"/>
                </a:solidFill>
                <a:latin typeface="Lato Black"/>
                <a:cs typeface="Lato Black"/>
              </a:rPr>
              <a:t>przy koszyku</a:t>
            </a:r>
            <a:endParaRPr lang="pl-PL" sz="1700" kern="100" spc="-25" dirty="0">
              <a:solidFill>
                <a:srgbClr val="EE312F"/>
              </a:solidFill>
              <a:latin typeface="Lato Black"/>
              <a:cs typeface="Lato Black"/>
            </a:endParaRPr>
          </a:p>
        </p:txBody>
      </p:sp>
      <p:sp>
        <p:nvSpPr>
          <p:cNvPr id="24" name="Tekst: Retail Media działa wewnątrz decyzji"/>
          <p:cNvSpPr txBox="1"/>
          <p:nvPr/>
        </p:nvSpPr>
        <p:spPr>
          <a:xfrm>
            <a:off x="826467" y="1109662"/>
            <a:ext cx="5478542" cy="205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350" b="1" kern="100" cap="all" spc="189" dirty="0">
                <a:solidFill>
                  <a:srgbClr val="666666"/>
                </a:solidFill>
                <a:latin typeface="Lato"/>
                <a:cs typeface="Lato"/>
              </a:rPr>
              <a:t>Retail Media działa wewnątrz decyzji</a:t>
            </a:r>
            <a:endParaRPr lang="pl-PL" sz="1350" b="1" kern="100" cap="all" spc="189" dirty="0">
              <a:solidFill>
                <a:srgbClr val="666666"/>
              </a:solidFill>
              <a:latin typeface="Lato"/>
              <a:cs typeface="Lato"/>
            </a:endParaRPr>
          </a:p>
        </p:txBody>
      </p:sp>
      <p:sp>
        <p:nvSpPr>
          <p:cNvPr id="25" name="Tekst: Formaty poznaliście, zanim padły nazwy. · 1"/>
          <p:cNvSpPr txBox="1"/>
          <p:nvPr/>
        </p:nvSpPr>
        <p:spPr>
          <a:xfrm>
            <a:off x="826467" y="1522053"/>
            <a:ext cx="6296441" cy="6431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4800" kern="100" spc="-168" dirty="0">
                <a:solidFill>
                  <a:srgbClr val="151515"/>
                </a:solidFill>
                <a:latin typeface="Lato Black"/>
                <a:cs typeface="Lato Black"/>
              </a:rPr>
              <a:t>Formaty poznaliście,</a:t>
            </a:r>
            <a:endParaRPr lang="pl-PL" sz="4800" kern="100" spc="-168" dirty="0">
              <a:solidFill>
                <a:srgbClr val="151515"/>
              </a:solidFill>
              <a:latin typeface="Lato Black"/>
              <a:cs typeface="Lato Black"/>
            </a:endParaRPr>
          </a:p>
        </p:txBody>
      </p:sp>
      <p:sp>
        <p:nvSpPr>
          <p:cNvPr id="26" name="Tekst: Formaty poznaliście, zanim padły nazwy. · 2"/>
          <p:cNvSpPr txBox="1"/>
          <p:nvPr/>
        </p:nvSpPr>
        <p:spPr>
          <a:xfrm>
            <a:off x="826467" y="2165181"/>
            <a:ext cx="6296441" cy="6431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4800" kern="100" spc="-168" dirty="0">
                <a:solidFill>
                  <a:srgbClr val="151515"/>
                </a:solidFill>
                <a:latin typeface="Lato Black"/>
                <a:cs typeface="Lato Black"/>
              </a:rPr>
              <a:t>zanim padły nazwy.</a:t>
            </a:r>
            <a:endParaRPr lang="pl-PL" sz="4800" kern="100" spc="-168" dirty="0">
              <a:solidFill>
                <a:srgbClr val="151515"/>
              </a:solidFill>
              <a:latin typeface="Lato Black"/>
              <a:cs typeface="Lato Black"/>
            </a:endParaRPr>
          </a:p>
        </p:txBody>
      </p:sp>
      <p:pic>
        <p:nvPicPr>
          <p:cNvPr id="27" name="!!Logo" descr="I love marketing &amp; technolog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363240"/>
            <a:ext cx="3048000" cy="273050"/>
          </a:xfrm>
          <a:prstGeom prst="rect">
            <a:avLst/>
          </a:prstGeom>
        </p:spPr>
      </p:pic>
      <p:pic>
        <p:nvPicPr>
          <p:cNvPr id="28" name="!!Serce w rogu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66449" y="330349"/>
            <a:ext cx="431800" cy="355600"/>
          </a:xfrm>
          <a:prstGeom prst="rect">
            <a:avLst/>
          </a:prstGeom>
        </p:spPr>
      </p:pic>
      <p:sp>
        <p:nvSpPr>
          <p:cNvPr id="29" name="!!Źródło"/>
          <p:cNvSpPr txBox="1"/>
          <p:nvPr/>
        </p:nvSpPr>
        <p:spPr>
          <a:xfrm>
            <a:off x="826120" y="6428437"/>
            <a:ext cx="3468588" cy="1885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100" kern="100" dirty="0">
                <a:solidFill>
                  <a:srgbClr val="666666"/>
                </a:solidFill>
                <a:latin typeface="Lato"/>
                <a:cs typeface="Lato"/>
              </a:rPr>
              <a:t>Źródło: Badanie Inquiry - Homo Urgens 2026</a:t>
            </a:r>
            <a:endParaRPr lang="pl-PL" sz="1100" kern="100" dirty="0">
              <a:solidFill>
                <a:srgbClr val="666666"/>
              </a:solidFill>
              <a:latin typeface="Lato"/>
              <a:cs typeface="Lato"/>
            </a:endParaRPr>
          </a:p>
        </p:txBody>
      </p:sp>
      <p:sp>
        <p:nvSpPr>
          <p:cNvPr id="30" name="!!Numer slajdu"/>
          <p:cNvSpPr txBox="1"/>
          <p:nvPr/>
        </p:nvSpPr>
        <p:spPr>
          <a:xfrm>
            <a:off x="10850587" y="6428437"/>
            <a:ext cx="773370" cy="1885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100" kern="100" spc="66" dirty="0">
                <a:solidFill>
                  <a:srgbClr val="666666"/>
                </a:solidFill>
                <a:latin typeface="Lato"/>
                <a:cs typeface="Lato"/>
              </a:rPr>
              <a:t>19 / 24</a:t>
            </a:r>
            <a:endParaRPr lang="pl-PL" sz="1100" kern="100" spc="66" dirty="0">
              <a:solidFill>
                <a:srgbClr val="666666"/>
              </a:solidFill>
              <a:latin typeface="Lato"/>
              <a:cs typeface="Lato"/>
            </a:endParaRPr>
          </a:p>
        </p:txBody>
      </p:sp>
      <p:sp>
        <p:nvSpPr>
          <p:cNvPr id="31" name="!!Postęp"/>
          <p:cNvSpPr/>
          <p:nvPr/>
        </p:nvSpPr>
        <p:spPr>
          <a:xfrm>
            <a:off x="0" y="6826250"/>
            <a:ext cx="9652000" cy="31750"/>
          </a:xfrm>
          <a:prstGeom prst="rect">
            <a:avLst/>
          </a:prstGeom>
          <a:solidFill>
            <a:srgbClr val="EE3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5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 name="Trafność pomag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ształt"/>
          <p:cNvSpPr/>
          <p:nvPr/>
        </p:nvSpPr>
        <p:spPr>
          <a:xfrm>
            <a:off x="2050653" y="2685653"/>
            <a:ext cx="2375694" cy="2375694"/>
          </a:xfrm>
          <a:prstGeom prst="ellipse">
            <a:avLst/>
          </a:prstGeom>
          <a:noFill/>
          <a:ln w="89495">
            <a:solidFill>
              <a:srgbClr val="E3E3E3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" name="Kształt 2"/>
          <p:cNvSpPr/>
          <p:nvPr/>
        </p:nvSpPr>
        <p:spPr>
          <a:xfrm rot="16200000">
            <a:off x="2050653" y="2685653"/>
            <a:ext cx="2375694" cy="2375694"/>
          </a:xfrm>
          <a:prstGeom prst="arc">
            <a:avLst>
              <a:gd name="adj1" fmla="val 0"/>
              <a:gd name="adj2" fmla="val 10368000"/>
            </a:avLst>
          </a:prstGeom>
          <a:noFill/>
          <a:ln w="89495" cap="rnd">
            <a:solidFill>
              <a:srgbClr val="252525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" name="Tekst: 48 %"/>
          <p:cNvSpPr txBox="1"/>
          <p:nvPr/>
        </p:nvSpPr>
        <p:spPr>
          <a:xfrm>
            <a:off x="2183611" y="3405136"/>
            <a:ext cx="2109728" cy="1168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9200" kern="100" spc="-644" dirty="0">
                <a:solidFill>
                  <a:srgbClr val="252525"/>
                </a:solidFill>
                <a:latin typeface="Lato Black"/>
                <a:cs typeface="Lato Black"/>
              </a:rPr>
              <a:t>48</a:t>
            </a:r>
            <a:r>
              <a:rPr lang="pl-PL" sz="4100" kern="100" spc="-82" dirty="0">
                <a:solidFill>
                  <a:srgbClr val="252525"/>
                </a:solidFill>
                <a:latin typeface="Lato Black"/>
                <a:cs typeface="Lato Black"/>
              </a:rPr>
              <a:t>%</a:t>
            </a:r>
            <a:endParaRPr lang="pl-PL" sz="4100" kern="100" spc="-82" dirty="0">
              <a:solidFill>
                <a:srgbClr val="252525"/>
              </a:solidFill>
              <a:latin typeface="Lato Black"/>
              <a:cs typeface="Lato Black"/>
            </a:endParaRPr>
          </a:p>
        </p:txBody>
      </p:sp>
      <p:sp>
        <p:nvSpPr>
          <p:cNvPr id="5" name="Tekst: Dopasowane rekomendacje pomagają szybcie · 1"/>
          <p:cNvSpPr txBox="1"/>
          <p:nvPr/>
        </p:nvSpPr>
        <p:spPr>
          <a:xfrm>
            <a:off x="952500" y="5368290"/>
            <a:ext cx="4572000" cy="29368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850" kern="100" spc="-22" dirty="0">
                <a:solidFill>
                  <a:srgbClr val="151515"/>
                </a:solidFill>
                <a:latin typeface="Lato"/>
                <a:cs typeface="Lato"/>
              </a:rPr>
              <a:t>Dopasowane rekomendacje</a:t>
            </a:r>
            <a:endParaRPr lang="pl-PL" sz="1850" kern="100" spc="-22" dirty="0">
              <a:solidFill>
                <a:srgbClr val="151515"/>
              </a:solidFill>
              <a:latin typeface="Lato"/>
              <a:cs typeface="Lato"/>
            </a:endParaRPr>
          </a:p>
        </p:txBody>
      </p:sp>
      <p:sp>
        <p:nvSpPr>
          <p:cNvPr id="6" name="Tekst: Dopasowane rekomendacje pomagają szybcie · 2"/>
          <p:cNvSpPr txBox="1"/>
          <p:nvPr/>
        </p:nvSpPr>
        <p:spPr>
          <a:xfrm>
            <a:off x="952500" y="5661977"/>
            <a:ext cx="4572000" cy="29368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850" kern="100" spc="-22" dirty="0">
                <a:solidFill>
                  <a:srgbClr val="151515"/>
                </a:solidFill>
                <a:latin typeface="Lato"/>
                <a:cs typeface="Lato"/>
              </a:rPr>
              <a:t>pomagają szybciej znaleźć produkt</a:t>
            </a:r>
            <a:endParaRPr lang="pl-PL" sz="1850" kern="100" spc="-22" dirty="0">
              <a:solidFill>
                <a:srgbClr val="151515"/>
              </a:solidFill>
              <a:latin typeface="Lato"/>
              <a:cs typeface="Lato"/>
            </a:endParaRPr>
          </a:p>
        </p:txBody>
      </p:sp>
      <p:sp>
        <p:nvSpPr>
          <p:cNvPr id="7" name="Tekst: Właściwy kontekst"/>
          <p:cNvSpPr txBox="1"/>
          <p:nvPr/>
        </p:nvSpPr>
        <p:spPr>
          <a:xfrm>
            <a:off x="6762750" y="2951162"/>
            <a:ext cx="4286250" cy="205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350" b="1" kern="100" cap="all" spc="189" dirty="0">
                <a:solidFill>
                  <a:srgbClr val="EE312F"/>
                </a:solidFill>
                <a:latin typeface="Lato"/>
                <a:cs typeface="Lato"/>
              </a:rPr>
              <a:t>Właściwy kontekst</a:t>
            </a:r>
            <a:endParaRPr lang="pl-PL" sz="1350" b="1" kern="100" cap="all" spc="189" dirty="0">
              <a:solidFill>
                <a:srgbClr val="EE312F"/>
              </a:solidFill>
              <a:latin typeface="Lato"/>
              <a:cs typeface="Lato"/>
            </a:endParaRPr>
          </a:p>
        </p:txBody>
      </p:sp>
      <p:sp>
        <p:nvSpPr>
          <p:cNvPr id="8" name="Tekst: Pasuje do tego, co klient robi TERAZ. · 1"/>
          <p:cNvSpPr txBox="1"/>
          <p:nvPr/>
        </p:nvSpPr>
        <p:spPr>
          <a:xfrm>
            <a:off x="6762750" y="3354128"/>
            <a:ext cx="4286250" cy="5120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3600" kern="100" spc="-108" dirty="0">
                <a:solidFill>
                  <a:srgbClr val="151515"/>
                </a:solidFill>
                <a:latin typeface="Lato Black"/>
                <a:cs typeface="Lato Black"/>
              </a:rPr>
              <a:t>Pasuje do tego,</a:t>
            </a:r>
            <a:endParaRPr lang="pl-PL" sz="3600" kern="100" spc="-108" dirty="0">
              <a:solidFill>
                <a:srgbClr val="151515"/>
              </a:solidFill>
              <a:latin typeface="Lato Black"/>
              <a:cs typeface="Lato Black"/>
            </a:endParaRPr>
          </a:p>
        </p:txBody>
      </p:sp>
      <p:sp>
        <p:nvSpPr>
          <p:cNvPr id="9" name="Tekst: Pasuje do tego, co klient robi TERAZ. · 2"/>
          <p:cNvSpPr txBox="1"/>
          <p:nvPr/>
        </p:nvSpPr>
        <p:spPr>
          <a:xfrm>
            <a:off x="6762750" y="3866192"/>
            <a:ext cx="4286250" cy="5120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3600" kern="100" spc="-108" dirty="0">
                <a:solidFill>
                  <a:srgbClr val="151515"/>
                </a:solidFill>
                <a:latin typeface="Lato Black"/>
                <a:cs typeface="Lato Black"/>
              </a:rPr>
              <a:t>co klient</a:t>
            </a:r>
            <a:endParaRPr lang="pl-PL" sz="3600" kern="100" spc="-108" dirty="0">
              <a:solidFill>
                <a:srgbClr val="151515"/>
              </a:solidFill>
              <a:latin typeface="Lato Black"/>
              <a:cs typeface="Lato Black"/>
            </a:endParaRPr>
          </a:p>
        </p:txBody>
      </p:sp>
      <p:sp>
        <p:nvSpPr>
          <p:cNvPr id="10" name="Tekst: Pasuje do tego, co klient robi TERAZ. · 3"/>
          <p:cNvSpPr txBox="1"/>
          <p:nvPr/>
        </p:nvSpPr>
        <p:spPr>
          <a:xfrm>
            <a:off x="6762750" y="4378256"/>
            <a:ext cx="4286250" cy="5120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3600" kern="100" spc="-108" dirty="0">
                <a:solidFill>
                  <a:srgbClr val="151515"/>
                </a:solidFill>
                <a:latin typeface="Lato Black"/>
                <a:cs typeface="Lato Black"/>
              </a:rPr>
              <a:t>robi </a:t>
            </a:r>
            <a:r>
              <a:rPr lang="pl-PL" sz="3600" kern="100" spc="-108" dirty="0">
                <a:solidFill>
                  <a:srgbClr val="EE312F"/>
                </a:solidFill>
                <a:latin typeface="Lato Black"/>
                <a:cs typeface="Lato Black"/>
              </a:rPr>
              <a:t>TERAZ.</a:t>
            </a:r>
            <a:endParaRPr lang="pl-PL" sz="3600" kern="100" spc="-108" dirty="0">
              <a:solidFill>
                <a:srgbClr val="EE312F"/>
              </a:solidFill>
              <a:latin typeface="Lato Black"/>
              <a:cs typeface="Lato Black"/>
            </a:endParaRPr>
          </a:p>
        </p:txBody>
      </p:sp>
      <p:sp>
        <p:nvSpPr>
          <p:cNvPr id="11" name="Kształt 3"/>
          <p:cNvSpPr/>
          <p:nvPr/>
        </p:nvSpPr>
        <p:spPr>
          <a:xfrm>
            <a:off x="6762750" y="5146030"/>
            <a:ext cx="1651000" cy="31750"/>
          </a:xfrm>
          <a:prstGeom prst="rect">
            <a:avLst/>
          </a:prstGeom>
          <a:solidFill>
            <a:srgbClr val="EE3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2" name="Tekst: Trafność pomaga."/>
          <p:cNvSpPr txBox="1"/>
          <p:nvPr/>
        </p:nvSpPr>
        <p:spPr>
          <a:xfrm>
            <a:off x="824061" y="1152885"/>
            <a:ext cx="5475327" cy="6431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4800" kern="100" spc="-168" dirty="0">
                <a:solidFill>
                  <a:srgbClr val="151515"/>
                </a:solidFill>
                <a:latin typeface="Lato Black"/>
                <a:cs typeface="Lato Black"/>
              </a:rPr>
              <a:t>Trafność pomaga.</a:t>
            </a:r>
            <a:endParaRPr lang="pl-PL" sz="4800" kern="100" spc="-168" dirty="0">
              <a:solidFill>
                <a:srgbClr val="151515"/>
              </a:solidFill>
              <a:latin typeface="Lato Black"/>
              <a:cs typeface="Lato Black"/>
            </a:endParaRPr>
          </a:p>
        </p:txBody>
      </p:sp>
      <p:pic>
        <p:nvPicPr>
          <p:cNvPr id="13" name="!!Logo" descr="I love marketing &amp; technolog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363240"/>
            <a:ext cx="3048000" cy="273050"/>
          </a:xfrm>
          <a:prstGeom prst="rect">
            <a:avLst/>
          </a:prstGeom>
        </p:spPr>
      </p:pic>
      <p:pic>
        <p:nvPicPr>
          <p:cNvPr id="14" name="!!Serce w rogu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66449" y="330349"/>
            <a:ext cx="431800" cy="355600"/>
          </a:xfrm>
          <a:prstGeom prst="rect">
            <a:avLst/>
          </a:prstGeom>
        </p:spPr>
      </p:pic>
      <p:sp>
        <p:nvSpPr>
          <p:cNvPr id="15" name="!!Źródło"/>
          <p:cNvSpPr txBox="1"/>
          <p:nvPr/>
        </p:nvSpPr>
        <p:spPr>
          <a:xfrm>
            <a:off x="826120" y="6428437"/>
            <a:ext cx="3468588" cy="1885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100" kern="100" dirty="0">
                <a:solidFill>
                  <a:srgbClr val="666666"/>
                </a:solidFill>
                <a:latin typeface="Lato"/>
                <a:cs typeface="Lato"/>
              </a:rPr>
              <a:t>Źródło: Badanie Inquiry - Homo Urgens 2026</a:t>
            </a:r>
            <a:endParaRPr lang="pl-PL" sz="1100" kern="100" dirty="0">
              <a:solidFill>
                <a:srgbClr val="666666"/>
              </a:solidFill>
              <a:latin typeface="Lato"/>
              <a:cs typeface="Lato"/>
            </a:endParaRPr>
          </a:p>
        </p:txBody>
      </p:sp>
      <p:sp>
        <p:nvSpPr>
          <p:cNvPr id="16" name="!!Numer slajdu"/>
          <p:cNvSpPr txBox="1"/>
          <p:nvPr/>
        </p:nvSpPr>
        <p:spPr>
          <a:xfrm>
            <a:off x="10850587" y="6428437"/>
            <a:ext cx="773370" cy="1885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100" kern="100" spc="66" dirty="0">
                <a:solidFill>
                  <a:srgbClr val="666666"/>
                </a:solidFill>
                <a:latin typeface="Lato"/>
                <a:cs typeface="Lato"/>
              </a:rPr>
              <a:t>20 / 24</a:t>
            </a:r>
            <a:endParaRPr lang="pl-PL" sz="1100" kern="100" spc="66" dirty="0">
              <a:solidFill>
                <a:srgbClr val="666666"/>
              </a:solidFill>
              <a:latin typeface="Lato"/>
              <a:cs typeface="Lato"/>
            </a:endParaRPr>
          </a:p>
        </p:txBody>
      </p:sp>
      <p:sp>
        <p:nvSpPr>
          <p:cNvPr id="17" name="!!Postęp"/>
          <p:cNvSpPr/>
          <p:nvPr/>
        </p:nvSpPr>
        <p:spPr>
          <a:xfrm>
            <a:off x="0" y="6826250"/>
            <a:ext cx="10160000" cy="31750"/>
          </a:xfrm>
          <a:prstGeom prst="rect">
            <a:avLst/>
          </a:prstGeom>
          <a:solidFill>
            <a:srgbClr val="EE3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 name="Nie tylko wyświetlić. Pomóc wybrać.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inia"/>
          <p:cNvSpPr/>
          <p:nvPr/>
        </p:nvSpPr>
        <p:spPr>
          <a:xfrm>
            <a:off x="825500" y="2952750"/>
            <a:ext cx="10541000" cy="635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" name="Tekst: 01"/>
          <p:cNvSpPr txBox="1"/>
          <p:nvPr/>
        </p:nvSpPr>
        <p:spPr>
          <a:xfrm>
            <a:off x="825500" y="3178175"/>
            <a:ext cx="635000" cy="342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2250" kern="100" dirty="0">
                <a:solidFill>
                  <a:srgbClr val="EE312F"/>
                </a:solidFill>
                <a:latin typeface="Lato Black"/>
                <a:cs typeface="Lato Black"/>
              </a:rPr>
              <a:t>01</a:t>
            </a:r>
            <a:endParaRPr lang="pl-PL" sz="2250" kern="100" dirty="0">
              <a:solidFill>
                <a:srgbClr val="EE312F"/>
              </a:solidFill>
              <a:latin typeface="Lato Black"/>
              <a:cs typeface="Lato Black"/>
            </a:endParaRPr>
          </a:p>
        </p:txBody>
      </p:sp>
      <p:sp>
        <p:nvSpPr>
          <p:cNvPr id="4" name="Tekst: Zacznij od potrzeby"/>
          <p:cNvSpPr txBox="1"/>
          <p:nvPr/>
        </p:nvSpPr>
        <p:spPr>
          <a:xfrm>
            <a:off x="1687612" y="3190875"/>
            <a:ext cx="3303508" cy="3492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2500" kern="100" spc="-62" dirty="0">
                <a:solidFill>
                  <a:srgbClr val="151515"/>
                </a:solidFill>
                <a:latin typeface="Lato Black"/>
                <a:cs typeface="Lato Black"/>
              </a:rPr>
              <a:t>Zacznij od potrzeby</a:t>
            </a:r>
            <a:endParaRPr lang="pl-PL" sz="2500" kern="100" spc="-62" dirty="0">
              <a:solidFill>
                <a:srgbClr val="151515"/>
              </a:solidFill>
              <a:latin typeface="Lato Black"/>
              <a:cs typeface="Lato Black"/>
            </a:endParaRPr>
          </a:p>
        </p:txBody>
      </p:sp>
      <p:sp>
        <p:nvSpPr>
          <p:cNvPr id="5" name="Linia 2"/>
          <p:cNvSpPr/>
          <p:nvPr/>
        </p:nvSpPr>
        <p:spPr>
          <a:xfrm>
            <a:off x="825500" y="3740150"/>
            <a:ext cx="10541000" cy="635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" name="Tekst: 02"/>
          <p:cNvSpPr txBox="1"/>
          <p:nvPr/>
        </p:nvSpPr>
        <p:spPr>
          <a:xfrm>
            <a:off x="825500" y="3965575"/>
            <a:ext cx="635000" cy="342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2250" kern="100" dirty="0">
                <a:solidFill>
                  <a:srgbClr val="EE312F"/>
                </a:solidFill>
                <a:latin typeface="Lato Black"/>
                <a:cs typeface="Lato Black"/>
              </a:rPr>
              <a:t>02</a:t>
            </a:r>
            <a:endParaRPr lang="pl-PL" sz="2250" kern="100" dirty="0">
              <a:solidFill>
                <a:srgbClr val="EE312F"/>
              </a:solidFill>
              <a:latin typeface="Lato Black"/>
              <a:cs typeface="Lato Black"/>
            </a:endParaRPr>
          </a:p>
        </p:txBody>
      </p:sp>
      <p:sp>
        <p:nvSpPr>
          <p:cNvPr id="7" name="Tekst: Bądź w momencie decyzji"/>
          <p:cNvSpPr txBox="1"/>
          <p:nvPr/>
        </p:nvSpPr>
        <p:spPr>
          <a:xfrm>
            <a:off x="1689348" y="3978275"/>
            <a:ext cx="4290655" cy="3492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2500" kern="100" spc="-62" dirty="0">
                <a:solidFill>
                  <a:srgbClr val="151515"/>
                </a:solidFill>
                <a:latin typeface="Lato Black"/>
                <a:cs typeface="Lato Black"/>
              </a:rPr>
              <a:t>Bądź w momencie decyzji</a:t>
            </a:r>
            <a:endParaRPr lang="pl-PL" sz="2500" kern="100" spc="-62" dirty="0">
              <a:solidFill>
                <a:srgbClr val="151515"/>
              </a:solidFill>
              <a:latin typeface="Lato Black"/>
              <a:cs typeface="Lato Black"/>
            </a:endParaRPr>
          </a:p>
        </p:txBody>
      </p:sp>
      <p:sp>
        <p:nvSpPr>
          <p:cNvPr id="8" name="Linia 3"/>
          <p:cNvSpPr/>
          <p:nvPr/>
        </p:nvSpPr>
        <p:spPr>
          <a:xfrm>
            <a:off x="825500" y="4527550"/>
            <a:ext cx="10541000" cy="635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" name="Tekst: 03"/>
          <p:cNvSpPr txBox="1"/>
          <p:nvPr/>
        </p:nvSpPr>
        <p:spPr>
          <a:xfrm>
            <a:off x="825500" y="4752975"/>
            <a:ext cx="635000" cy="342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2250" kern="100" dirty="0">
                <a:solidFill>
                  <a:srgbClr val="EE312F"/>
                </a:solidFill>
                <a:latin typeface="Lato Black"/>
                <a:cs typeface="Lato Black"/>
              </a:rPr>
              <a:t>03</a:t>
            </a:r>
            <a:endParaRPr lang="pl-PL" sz="2250" kern="100" dirty="0">
              <a:solidFill>
                <a:srgbClr val="EE312F"/>
              </a:solidFill>
              <a:latin typeface="Lato Black"/>
              <a:cs typeface="Lato Black"/>
            </a:endParaRPr>
          </a:p>
        </p:txBody>
      </p:sp>
      <p:sp>
        <p:nvSpPr>
          <p:cNvPr id="10" name="Tekst: Sprawdź, czy pomagasz"/>
          <p:cNvSpPr txBox="1"/>
          <p:nvPr/>
        </p:nvSpPr>
        <p:spPr>
          <a:xfrm>
            <a:off x="1688703" y="4765675"/>
            <a:ext cx="3930967" cy="3492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2500" kern="100" spc="-62" dirty="0">
                <a:solidFill>
                  <a:srgbClr val="151515"/>
                </a:solidFill>
                <a:latin typeface="Lato Black"/>
                <a:cs typeface="Lato Black"/>
              </a:rPr>
              <a:t>Sprawdź, czy pomagasz</a:t>
            </a:r>
            <a:endParaRPr lang="pl-PL" sz="2500" kern="100" spc="-62" dirty="0">
              <a:solidFill>
                <a:srgbClr val="151515"/>
              </a:solidFill>
              <a:latin typeface="Lato Black"/>
              <a:cs typeface="Lato Black"/>
            </a:endParaRPr>
          </a:p>
        </p:txBody>
      </p:sp>
      <p:sp>
        <p:nvSpPr>
          <p:cNvPr id="11" name="Tekst: Nie tylko wyświetlić. Pomóc wybrać. · 1"/>
          <p:cNvSpPr txBox="1"/>
          <p:nvPr/>
        </p:nvSpPr>
        <p:spPr>
          <a:xfrm>
            <a:off x="825276" y="1150578"/>
            <a:ext cx="6392644" cy="6431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4800" kern="100" spc="-168" dirty="0">
                <a:solidFill>
                  <a:srgbClr val="151515"/>
                </a:solidFill>
                <a:latin typeface="Lato Black"/>
                <a:cs typeface="Lato Black"/>
              </a:rPr>
              <a:t>Nie tylko wyświetlić.</a:t>
            </a:r>
            <a:endParaRPr lang="pl-PL" sz="4800" kern="100" spc="-168" dirty="0">
              <a:solidFill>
                <a:srgbClr val="151515"/>
              </a:solidFill>
              <a:latin typeface="Lato Black"/>
              <a:cs typeface="Lato Black"/>
            </a:endParaRPr>
          </a:p>
        </p:txBody>
      </p:sp>
      <p:sp>
        <p:nvSpPr>
          <p:cNvPr id="12" name="Tekst: Nie tylko wyświetlić. Pomóc wybrać. · 2"/>
          <p:cNvSpPr txBox="1"/>
          <p:nvPr/>
        </p:nvSpPr>
        <p:spPr>
          <a:xfrm>
            <a:off x="825276" y="1793706"/>
            <a:ext cx="6392644" cy="6431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4800" kern="100" spc="-168" dirty="0">
                <a:solidFill>
                  <a:srgbClr val="151515"/>
                </a:solidFill>
                <a:latin typeface="Lato Black"/>
                <a:cs typeface="Lato Black"/>
              </a:rPr>
              <a:t>Pomóc wybrać.</a:t>
            </a:r>
            <a:endParaRPr lang="pl-PL" sz="4800" kern="100" spc="-168" dirty="0">
              <a:solidFill>
                <a:srgbClr val="151515"/>
              </a:solidFill>
              <a:latin typeface="Lato Black"/>
              <a:cs typeface="Lato Black"/>
            </a:endParaRPr>
          </a:p>
        </p:txBody>
      </p:sp>
      <p:pic>
        <p:nvPicPr>
          <p:cNvPr id="13" name="!!Logo" descr="I love marketing &amp; technolog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363240"/>
            <a:ext cx="3048000" cy="273050"/>
          </a:xfrm>
          <a:prstGeom prst="rect">
            <a:avLst/>
          </a:prstGeom>
        </p:spPr>
      </p:pic>
      <p:pic>
        <p:nvPicPr>
          <p:cNvPr id="14" name="!!Serce w rogu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66449" y="330349"/>
            <a:ext cx="431800" cy="355600"/>
          </a:xfrm>
          <a:prstGeom prst="rect">
            <a:avLst/>
          </a:prstGeom>
        </p:spPr>
      </p:pic>
      <p:sp>
        <p:nvSpPr>
          <p:cNvPr id="15" name="!!Źródło"/>
          <p:cNvSpPr txBox="1"/>
          <p:nvPr/>
        </p:nvSpPr>
        <p:spPr>
          <a:xfrm>
            <a:off x="826120" y="6428437"/>
            <a:ext cx="3468588" cy="1885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100" kern="100" dirty="0">
                <a:solidFill>
                  <a:srgbClr val="666666"/>
                </a:solidFill>
                <a:latin typeface="Lato"/>
                <a:cs typeface="Lato"/>
              </a:rPr>
              <a:t>Źródło: Badanie Inquiry - Homo Urgens 2026</a:t>
            </a:r>
            <a:endParaRPr lang="pl-PL" sz="1100" kern="100" dirty="0">
              <a:solidFill>
                <a:srgbClr val="666666"/>
              </a:solidFill>
              <a:latin typeface="Lato"/>
              <a:cs typeface="Lato"/>
            </a:endParaRPr>
          </a:p>
        </p:txBody>
      </p:sp>
      <p:sp>
        <p:nvSpPr>
          <p:cNvPr id="16" name="!!Numer slajdu"/>
          <p:cNvSpPr txBox="1"/>
          <p:nvPr/>
        </p:nvSpPr>
        <p:spPr>
          <a:xfrm>
            <a:off x="10850587" y="6428437"/>
            <a:ext cx="773370" cy="1885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100" kern="100" spc="66" dirty="0">
                <a:solidFill>
                  <a:srgbClr val="666666"/>
                </a:solidFill>
                <a:latin typeface="Lato"/>
                <a:cs typeface="Lato"/>
              </a:rPr>
              <a:t>21 / 24</a:t>
            </a:r>
            <a:endParaRPr lang="pl-PL" sz="1100" kern="100" spc="66" dirty="0">
              <a:solidFill>
                <a:srgbClr val="666666"/>
              </a:solidFill>
              <a:latin typeface="Lato"/>
              <a:cs typeface="Lato"/>
            </a:endParaRPr>
          </a:p>
        </p:txBody>
      </p:sp>
      <p:sp>
        <p:nvSpPr>
          <p:cNvPr id="17" name="!!Postęp"/>
          <p:cNvSpPr/>
          <p:nvPr/>
        </p:nvSpPr>
        <p:spPr>
          <a:xfrm>
            <a:off x="0" y="6826250"/>
            <a:ext cx="10668000" cy="31750"/>
          </a:xfrm>
          <a:prstGeom prst="rect">
            <a:avLst/>
          </a:prstGeom>
          <a:solidFill>
            <a:srgbClr val="EE3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 name="Marka dostała miejsce przy stole"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kst: Marka dostała miejsce przy stole, bo pom · 1"/>
          <p:cNvSpPr txBox="1"/>
          <p:nvPr/>
        </p:nvSpPr>
        <p:spPr>
          <a:xfrm>
            <a:off x="824061" y="2437751"/>
            <a:ext cx="7669887" cy="49377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3600" kern="100" spc="-126" dirty="0">
                <a:solidFill>
                  <a:srgbClr val="151515"/>
                </a:solidFill>
                <a:latin typeface="Lato Black"/>
                <a:cs typeface="Lato Black"/>
              </a:rPr>
              <a:t>Marka dostała miejsce przy stole,</a:t>
            </a:r>
            <a:endParaRPr lang="pl-PL" sz="3600" kern="100" spc="-126" dirty="0">
              <a:solidFill>
                <a:srgbClr val="151515"/>
              </a:solidFill>
              <a:latin typeface="Lato Black"/>
              <a:cs typeface="Lato Black"/>
            </a:endParaRPr>
          </a:p>
        </p:txBody>
      </p:sp>
      <p:sp>
        <p:nvSpPr>
          <p:cNvPr id="3" name="Tekst: Marka dostała miejsce przy stole, bo pom · 2"/>
          <p:cNvSpPr txBox="1"/>
          <p:nvPr/>
        </p:nvSpPr>
        <p:spPr>
          <a:xfrm>
            <a:off x="824061" y="2931527"/>
            <a:ext cx="7669887" cy="49377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3600" kern="100" spc="-126" dirty="0">
                <a:solidFill>
                  <a:srgbClr val="151515"/>
                </a:solidFill>
                <a:latin typeface="Lato Black"/>
                <a:cs typeface="Lato Black"/>
              </a:rPr>
              <a:t>bo pomogła go </a:t>
            </a:r>
            <a:r>
              <a:rPr lang="pl-PL" sz="3600" kern="100" spc="-126" dirty="0">
                <a:solidFill>
                  <a:srgbClr val="EE312F"/>
                </a:solidFill>
                <a:latin typeface="Lato Black"/>
                <a:cs typeface="Lato Black"/>
              </a:rPr>
              <a:t>przygotować.</a:t>
            </a:r>
            <a:endParaRPr lang="pl-PL" sz="3600" kern="100" spc="-126" dirty="0">
              <a:solidFill>
                <a:srgbClr val="EE312F"/>
              </a:solidFill>
              <a:latin typeface="Lato Black"/>
              <a:cs typeface="Lato Black"/>
            </a:endParaRPr>
          </a:p>
        </p:txBody>
      </p:sp>
      <p:sp>
        <p:nvSpPr>
          <p:cNvPr id="4" name="Kształt"/>
          <p:cNvSpPr/>
          <p:nvPr/>
        </p:nvSpPr>
        <p:spPr>
          <a:xfrm>
            <a:off x="825500" y="4635500"/>
            <a:ext cx="10541000" cy="1079500"/>
          </a:xfrm>
          <a:custGeom>
            <a:avLst/>
            <a:gdLst/>
            <a:ahLst/>
            <a:cxnLst/>
            <a:rect l="0" t="0" r="r" b="b"/>
            <a:pathLst>
              <a:path w="10541000" h="1079500">
                <a:moveTo>
                  <a:pt x="698500" y="0"/>
                </a:moveTo>
                <a:lnTo>
                  <a:pt x="9842500" y="0"/>
                </a:lnTo>
                <a:lnTo>
                  <a:pt x="10541000" y="1079500"/>
                </a:lnTo>
                <a:lnTo>
                  <a:pt x="0" y="1079500"/>
                </a:lnTo>
                <a:close/>
              </a:path>
            </a:pathLst>
          </a:custGeom>
          <a:solidFill>
            <a:srgbClr val="C8925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" name="Kształt 2"/>
          <p:cNvSpPr/>
          <p:nvPr/>
        </p:nvSpPr>
        <p:spPr>
          <a:xfrm>
            <a:off x="825500" y="5715000"/>
            <a:ext cx="10541000" cy="266700"/>
          </a:xfrm>
          <a:custGeom>
            <a:avLst/>
            <a:gdLst/>
            <a:ahLst/>
            <a:cxnLst/>
            <a:rect l="0" t="0" r="r" b="b"/>
            <a:pathLst>
              <a:path w="10541000" h="266700">
                <a:moveTo>
                  <a:pt x="0" y="0"/>
                </a:moveTo>
                <a:lnTo>
                  <a:pt x="10541000" y="0"/>
                </a:lnTo>
                <a:lnTo>
                  <a:pt x="10541000" y="266700"/>
                </a:lnTo>
                <a:lnTo>
                  <a:pt x="0" y="266700"/>
                </a:lnTo>
                <a:close/>
              </a:path>
            </a:pathLst>
          </a:custGeom>
          <a:solidFill>
            <a:srgbClr val="9C6438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" name="Kształt 3"/>
          <p:cNvSpPr/>
          <p:nvPr/>
        </p:nvSpPr>
        <p:spPr>
          <a:xfrm>
            <a:off x="1206500" y="5981700"/>
            <a:ext cx="330200" cy="368300"/>
          </a:xfrm>
          <a:custGeom>
            <a:avLst/>
            <a:gdLst/>
            <a:ahLst/>
            <a:cxnLst/>
            <a:rect l="0" t="0" r="r" b="b"/>
            <a:pathLst>
              <a:path w="330200" h="368300">
                <a:moveTo>
                  <a:pt x="0" y="0"/>
                </a:moveTo>
                <a:lnTo>
                  <a:pt x="330200" y="0"/>
                </a:lnTo>
                <a:lnTo>
                  <a:pt x="330200" y="368300"/>
                </a:lnTo>
                <a:lnTo>
                  <a:pt x="0" y="368300"/>
                </a:lnTo>
                <a:close/>
              </a:path>
            </a:pathLst>
          </a:custGeom>
          <a:solidFill>
            <a:srgbClr val="8A563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" name="Kształt 4"/>
          <p:cNvSpPr/>
          <p:nvPr/>
        </p:nvSpPr>
        <p:spPr>
          <a:xfrm>
            <a:off x="10655300" y="5981700"/>
            <a:ext cx="330200" cy="368300"/>
          </a:xfrm>
          <a:custGeom>
            <a:avLst/>
            <a:gdLst/>
            <a:ahLst/>
            <a:cxnLst/>
            <a:rect l="0" t="0" r="r" b="b"/>
            <a:pathLst>
              <a:path w="330200" h="368300">
                <a:moveTo>
                  <a:pt x="0" y="0"/>
                </a:moveTo>
                <a:lnTo>
                  <a:pt x="330200" y="0"/>
                </a:lnTo>
                <a:lnTo>
                  <a:pt x="330200" y="368300"/>
                </a:lnTo>
                <a:lnTo>
                  <a:pt x="0" y="368300"/>
                </a:lnTo>
                <a:close/>
              </a:path>
            </a:pathLst>
          </a:custGeom>
          <a:solidFill>
            <a:srgbClr val="8A563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" name="Kształt 5"/>
          <p:cNvSpPr/>
          <p:nvPr/>
        </p:nvSpPr>
        <p:spPr>
          <a:xfrm>
            <a:off x="3683000" y="4635500"/>
            <a:ext cx="4826000" cy="1079500"/>
          </a:xfrm>
          <a:custGeom>
            <a:avLst/>
            <a:gdLst/>
            <a:ahLst/>
            <a:cxnLst/>
            <a:rect l="0" t="0" r="r" b="b"/>
            <a:pathLst>
              <a:path w="4826000" h="1079500">
                <a:moveTo>
                  <a:pt x="571500" y="0"/>
                </a:moveTo>
                <a:lnTo>
                  <a:pt x="4254500" y="0"/>
                </a:lnTo>
                <a:lnTo>
                  <a:pt x="4826000" y="1079500"/>
                </a:lnTo>
                <a:lnTo>
                  <a:pt x="0" y="1079500"/>
                </a:lnTo>
                <a:close/>
              </a:path>
            </a:pathLst>
          </a:custGeom>
          <a:solidFill>
            <a:srgbClr val="FFFAF2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" name="Kształt 6"/>
          <p:cNvSpPr/>
          <p:nvPr/>
        </p:nvSpPr>
        <p:spPr>
          <a:xfrm>
            <a:off x="3683000" y="4635500"/>
            <a:ext cx="762000" cy="1079500"/>
          </a:xfrm>
          <a:custGeom>
            <a:avLst/>
            <a:gdLst/>
            <a:ahLst/>
            <a:cxnLst/>
            <a:rect l="0" t="0" r="r" b="b"/>
            <a:pathLst>
              <a:path w="762000" h="1079500">
                <a:moveTo>
                  <a:pt x="571500" y="0"/>
                </a:moveTo>
                <a:lnTo>
                  <a:pt x="762000" y="0"/>
                </a:lnTo>
                <a:lnTo>
                  <a:pt x="203200" y="1079500"/>
                </a:lnTo>
                <a:lnTo>
                  <a:pt x="0" y="1079500"/>
                </a:lnTo>
                <a:close/>
              </a:path>
            </a:pathLst>
          </a:custGeom>
          <a:solidFill>
            <a:srgbClr val="EE3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" name="Kształt 7"/>
          <p:cNvSpPr/>
          <p:nvPr/>
        </p:nvSpPr>
        <p:spPr>
          <a:xfrm>
            <a:off x="7747000" y="4635500"/>
            <a:ext cx="762000" cy="1079500"/>
          </a:xfrm>
          <a:custGeom>
            <a:avLst/>
            <a:gdLst/>
            <a:ahLst/>
            <a:cxnLst/>
            <a:rect l="0" t="0" r="r" b="b"/>
            <a:pathLst>
              <a:path w="762000" h="1079500">
                <a:moveTo>
                  <a:pt x="0" y="0"/>
                </a:moveTo>
                <a:lnTo>
                  <a:pt x="190500" y="0"/>
                </a:lnTo>
                <a:lnTo>
                  <a:pt x="762000" y="1079500"/>
                </a:lnTo>
                <a:lnTo>
                  <a:pt x="558800" y="1079500"/>
                </a:lnTo>
                <a:close/>
              </a:path>
            </a:pathLst>
          </a:custGeom>
          <a:solidFill>
            <a:srgbClr val="EE3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1" name="Kształt 8"/>
          <p:cNvSpPr/>
          <p:nvPr/>
        </p:nvSpPr>
        <p:spPr>
          <a:xfrm>
            <a:off x="3683000" y="5715000"/>
            <a:ext cx="4826000" cy="241300"/>
          </a:xfrm>
          <a:custGeom>
            <a:avLst/>
            <a:gdLst/>
            <a:ahLst/>
            <a:cxnLst/>
            <a:rect l="0" t="0" r="r" b="b"/>
            <a:pathLst>
              <a:path w="4826000" h="241300">
                <a:moveTo>
                  <a:pt x="0" y="0"/>
                </a:moveTo>
                <a:lnTo>
                  <a:pt x="4826000" y="0"/>
                </a:lnTo>
                <a:lnTo>
                  <a:pt x="4826000" y="241300"/>
                </a:lnTo>
                <a:lnTo>
                  <a:pt x="0" y="241300"/>
                </a:lnTo>
                <a:close/>
              </a:path>
            </a:pathLst>
          </a:custGeom>
          <a:solidFill>
            <a:srgbClr val="F1E9DC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2" name="Kształt 9"/>
          <p:cNvSpPr/>
          <p:nvPr/>
        </p:nvSpPr>
        <p:spPr>
          <a:xfrm>
            <a:off x="3683000" y="5715000"/>
            <a:ext cx="203200" cy="241300"/>
          </a:xfrm>
          <a:custGeom>
            <a:avLst/>
            <a:gdLst/>
            <a:ahLst/>
            <a:cxnLst/>
            <a:rect l="0" t="0" r="r" b="b"/>
            <a:pathLst>
              <a:path w="203200" h="241300">
                <a:moveTo>
                  <a:pt x="0" y="0"/>
                </a:moveTo>
                <a:lnTo>
                  <a:pt x="203200" y="0"/>
                </a:lnTo>
                <a:lnTo>
                  <a:pt x="203200" y="241300"/>
                </a:lnTo>
                <a:lnTo>
                  <a:pt x="0" y="241300"/>
                </a:lnTo>
                <a:close/>
              </a:path>
            </a:pathLst>
          </a:custGeom>
          <a:solidFill>
            <a:srgbClr val="CF1723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3" name="Kształt 10"/>
          <p:cNvSpPr/>
          <p:nvPr/>
        </p:nvSpPr>
        <p:spPr>
          <a:xfrm>
            <a:off x="8305800" y="5715000"/>
            <a:ext cx="203200" cy="241300"/>
          </a:xfrm>
          <a:custGeom>
            <a:avLst/>
            <a:gdLst/>
            <a:ahLst/>
            <a:cxnLst/>
            <a:rect l="0" t="0" r="r" b="b"/>
            <a:pathLst>
              <a:path w="203200" h="241300">
                <a:moveTo>
                  <a:pt x="0" y="0"/>
                </a:moveTo>
                <a:lnTo>
                  <a:pt x="203200" y="0"/>
                </a:lnTo>
                <a:lnTo>
                  <a:pt x="203200" y="241300"/>
                </a:lnTo>
                <a:lnTo>
                  <a:pt x="0" y="241300"/>
                </a:lnTo>
                <a:close/>
              </a:path>
            </a:pathLst>
          </a:custGeom>
          <a:solidFill>
            <a:srgbClr val="CF1723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4" name="Kształt 11"/>
          <p:cNvSpPr/>
          <p:nvPr/>
        </p:nvSpPr>
        <p:spPr>
          <a:xfrm>
            <a:off x="1885950" y="4860290"/>
            <a:ext cx="419100" cy="83820"/>
          </a:xfrm>
          <a:custGeom>
            <a:avLst/>
            <a:gdLst/>
            <a:ahLst/>
            <a:cxnLst/>
            <a:rect l="0" t="0" r="r" b="b"/>
            <a:pathLst>
              <a:path w="419100" h="83820">
                <a:moveTo>
                  <a:pt x="419100" y="41910"/>
                </a:moveTo>
                <a:lnTo>
                  <a:pt x="415925" y="48895"/>
                </a:lnTo>
                <a:lnTo>
                  <a:pt x="406400" y="56515"/>
                </a:lnTo>
                <a:lnTo>
                  <a:pt x="391160" y="62865"/>
                </a:lnTo>
                <a:lnTo>
                  <a:pt x="370205" y="68580"/>
                </a:lnTo>
                <a:lnTo>
                  <a:pt x="344170" y="74295"/>
                </a:lnTo>
                <a:lnTo>
                  <a:pt x="314325" y="78105"/>
                </a:lnTo>
                <a:lnTo>
                  <a:pt x="281305" y="81280"/>
                </a:lnTo>
                <a:lnTo>
                  <a:pt x="245745" y="83185"/>
                </a:lnTo>
                <a:lnTo>
                  <a:pt x="209550" y="83820"/>
                </a:lnTo>
                <a:lnTo>
                  <a:pt x="173355" y="83185"/>
                </a:lnTo>
                <a:lnTo>
                  <a:pt x="137795" y="81280"/>
                </a:lnTo>
                <a:lnTo>
                  <a:pt x="104775" y="78105"/>
                </a:lnTo>
                <a:lnTo>
                  <a:pt x="74930" y="74295"/>
                </a:lnTo>
                <a:lnTo>
                  <a:pt x="48895" y="68580"/>
                </a:lnTo>
                <a:lnTo>
                  <a:pt x="27940" y="62865"/>
                </a:lnTo>
                <a:lnTo>
                  <a:pt x="12700" y="56515"/>
                </a:lnTo>
                <a:lnTo>
                  <a:pt x="3175" y="48895"/>
                </a:lnTo>
                <a:lnTo>
                  <a:pt x="0" y="41910"/>
                </a:lnTo>
                <a:lnTo>
                  <a:pt x="3175" y="34925"/>
                </a:lnTo>
                <a:lnTo>
                  <a:pt x="12700" y="27305"/>
                </a:lnTo>
                <a:lnTo>
                  <a:pt x="27940" y="20955"/>
                </a:lnTo>
                <a:lnTo>
                  <a:pt x="48895" y="15240"/>
                </a:lnTo>
                <a:lnTo>
                  <a:pt x="74930" y="9525"/>
                </a:lnTo>
                <a:lnTo>
                  <a:pt x="104775" y="5715"/>
                </a:lnTo>
                <a:lnTo>
                  <a:pt x="137795" y="2540"/>
                </a:lnTo>
                <a:lnTo>
                  <a:pt x="173355" y="635"/>
                </a:lnTo>
                <a:lnTo>
                  <a:pt x="209550" y="0"/>
                </a:lnTo>
                <a:lnTo>
                  <a:pt x="245745" y="635"/>
                </a:lnTo>
                <a:lnTo>
                  <a:pt x="281305" y="2540"/>
                </a:lnTo>
                <a:lnTo>
                  <a:pt x="314325" y="5715"/>
                </a:lnTo>
                <a:lnTo>
                  <a:pt x="344170" y="9525"/>
                </a:lnTo>
                <a:lnTo>
                  <a:pt x="370205" y="15240"/>
                </a:lnTo>
                <a:lnTo>
                  <a:pt x="391160" y="20955"/>
                </a:lnTo>
                <a:lnTo>
                  <a:pt x="406400" y="27305"/>
                </a:lnTo>
                <a:lnTo>
                  <a:pt x="415925" y="34925"/>
                </a:lnTo>
                <a:close/>
              </a:path>
            </a:pathLst>
          </a:custGeom>
          <a:solidFill>
            <a:srgbClr val="5A3321">
              <a:alpha val="1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5" name="Kształt 12"/>
          <p:cNvSpPr/>
          <p:nvPr/>
        </p:nvSpPr>
        <p:spPr>
          <a:xfrm>
            <a:off x="2032635" y="3686810"/>
            <a:ext cx="125730" cy="97790"/>
          </a:xfrm>
          <a:custGeom>
            <a:avLst/>
            <a:gdLst/>
            <a:ahLst/>
            <a:cxnLst/>
            <a:rect l="0" t="0" r="r" b="b"/>
            <a:pathLst>
              <a:path w="125730" h="97790">
                <a:moveTo>
                  <a:pt x="0" y="0"/>
                </a:moveTo>
                <a:lnTo>
                  <a:pt x="125730" y="0"/>
                </a:lnTo>
                <a:lnTo>
                  <a:pt x="125730" y="97790"/>
                </a:lnTo>
                <a:lnTo>
                  <a:pt x="0" y="97790"/>
                </a:lnTo>
                <a:close/>
              </a:path>
            </a:pathLst>
          </a:custGeom>
          <a:solidFill>
            <a:srgbClr val="1F5C42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6" name="Kształt 13"/>
          <p:cNvSpPr/>
          <p:nvPr/>
        </p:nvSpPr>
        <p:spPr>
          <a:xfrm>
            <a:off x="2109470" y="3686810"/>
            <a:ext cx="48895" cy="97790"/>
          </a:xfrm>
          <a:custGeom>
            <a:avLst/>
            <a:gdLst/>
            <a:ahLst/>
            <a:cxnLst/>
            <a:rect l="0" t="0" r="r" b="b"/>
            <a:pathLst>
              <a:path w="48895" h="97790">
                <a:moveTo>
                  <a:pt x="0" y="0"/>
                </a:moveTo>
                <a:lnTo>
                  <a:pt x="48895" y="0"/>
                </a:lnTo>
                <a:lnTo>
                  <a:pt x="48895" y="97790"/>
                </a:lnTo>
                <a:lnTo>
                  <a:pt x="0" y="97790"/>
                </a:lnTo>
                <a:close/>
              </a:path>
            </a:pathLst>
          </a:custGeom>
          <a:solidFill>
            <a:srgbClr val="174A3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7" name="Kształt 14"/>
          <p:cNvSpPr/>
          <p:nvPr/>
        </p:nvSpPr>
        <p:spPr>
          <a:xfrm>
            <a:off x="1934845" y="3784600"/>
            <a:ext cx="321310" cy="1117600"/>
          </a:xfrm>
          <a:custGeom>
            <a:avLst/>
            <a:gdLst/>
            <a:ahLst/>
            <a:cxnLst/>
            <a:rect l="0" t="0" r="r" b="b"/>
            <a:pathLst>
              <a:path w="321310" h="1117600">
                <a:moveTo>
                  <a:pt x="111760" y="0"/>
                </a:moveTo>
                <a:lnTo>
                  <a:pt x="209550" y="0"/>
                </a:lnTo>
                <a:lnTo>
                  <a:pt x="209550" y="125730"/>
                </a:lnTo>
                <a:lnTo>
                  <a:pt x="300355" y="223520"/>
                </a:lnTo>
                <a:lnTo>
                  <a:pt x="321310" y="307340"/>
                </a:lnTo>
                <a:lnTo>
                  <a:pt x="321310" y="1075690"/>
                </a:lnTo>
                <a:lnTo>
                  <a:pt x="293370" y="1117600"/>
                </a:lnTo>
                <a:lnTo>
                  <a:pt x="27940" y="1117600"/>
                </a:lnTo>
                <a:lnTo>
                  <a:pt x="0" y="1075690"/>
                </a:lnTo>
                <a:lnTo>
                  <a:pt x="0" y="307340"/>
                </a:lnTo>
                <a:lnTo>
                  <a:pt x="20955" y="223520"/>
                </a:lnTo>
                <a:lnTo>
                  <a:pt x="111760" y="125730"/>
                </a:lnTo>
                <a:close/>
              </a:path>
            </a:pathLst>
          </a:custGeom>
          <a:solidFill>
            <a:srgbClr val="FFE7A0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8" name="Kształt 15"/>
          <p:cNvSpPr/>
          <p:nvPr/>
        </p:nvSpPr>
        <p:spPr>
          <a:xfrm>
            <a:off x="2165350" y="4091940"/>
            <a:ext cx="90805" cy="810260"/>
          </a:xfrm>
          <a:custGeom>
            <a:avLst/>
            <a:gdLst/>
            <a:ahLst/>
            <a:cxnLst/>
            <a:rect l="0" t="0" r="r" b="b"/>
            <a:pathLst>
              <a:path w="90805" h="810260">
                <a:moveTo>
                  <a:pt x="0" y="0"/>
                </a:moveTo>
                <a:lnTo>
                  <a:pt x="90805" y="0"/>
                </a:lnTo>
                <a:lnTo>
                  <a:pt x="90805" y="768350"/>
                </a:lnTo>
                <a:lnTo>
                  <a:pt x="62865" y="810260"/>
                </a:lnTo>
                <a:lnTo>
                  <a:pt x="0" y="810260"/>
                </a:lnTo>
                <a:close/>
              </a:path>
            </a:pathLst>
          </a:custGeom>
          <a:solidFill>
            <a:srgbClr val="F5D88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9" name="Kształt 16"/>
          <p:cNvSpPr/>
          <p:nvPr/>
        </p:nvSpPr>
        <p:spPr>
          <a:xfrm>
            <a:off x="1976755" y="4119880"/>
            <a:ext cx="41910" cy="670560"/>
          </a:xfrm>
          <a:custGeom>
            <a:avLst/>
            <a:gdLst/>
            <a:ahLst/>
            <a:cxnLst/>
            <a:rect l="0" t="0" r="r" b="b"/>
            <a:pathLst>
              <a:path w="41910" h="670560">
                <a:moveTo>
                  <a:pt x="0" y="0"/>
                </a:moveTo>
                <a:lnTo>
                  <a:pt x="41910" y="0"/>
                </a:lnTo>
                <a:lnTo>
                  <a:pt x="41910" y="670560"/>
                </a:lnTo>
                <a:lnTo>
                  <a:pt x="0" y="670560"/>
                </a:lnTo>
                <a:close/>
              </a:path>
            </a:pathLst>
          </a:custGeom>
          <a:solidFill>
            <a:srgbClr val="FFFFFF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0" name="Kształt 17"/>
          <p:cNvSpPr/>
          <p:nvPr/>
        </p:nvSpPr>
        <p:spPr>
          <a:xfrm>
            <a:off x="1934845" y="4329430"/>
            <a:ext cx="321310" cy="293370"/>
          </a:xfrm>
          <a:custGeom>
            <a:avLst/>
            <a:gdLst/>
            <a:ahLst/>
            <a:cxnLst/>
            <a:rect l="0" t="0" r="r" b="b"/>
            <a:pathLst>
              <a:path w="321310" h="293370">
                <a:moveTo>
                  <a:pt x="0" y="0"/>
                </a:moveTo>
                <a:lnTo>
                  <a:pt x="321310" y="0"/>
                </a:lnTo>
                <a:lnTo>
                  <a:pt x="321310" y="293370"/>
                </a:lnTo>
                <a:lnTo>
                  <a:pt x="0" y="293370"/>
                </a:lnTo>
                <a:close/>
              </a:path>
            </a:pathLst>
          </a:custGeom>
          <a:solidFill>
            <a:srgbClr val="2F7D5B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1" name="Kształt 18"/>
          <p:cNvSpPr/>
          <p:nvPr/>
        </p:nvSpPr>
        <p:spPr>
          <a:xfrm>
            <a:off x="2165350" y="4329430"/>
            <a:ext cx="90805" cy="293370"/>
          </a:xfrm>
          <a:custGeom>
            <a:avLst/>
            <a:gdLst/>
            <a:ahLst/>
            <a:cxnLst/>
            <a:rect l="0" t="0" r="r" b="b"/>
            <a:pathLst>
              <a:path w="90805" h="293370">
                <a:moveTo>
                  <a:pt x="0" y="0"/>
                </a:moveTo>
                <a:lnTo>
                  <a:pt x="90805" y="0"/>
                </a:lnTo>
                <a:lnTo>
                  <a:pt x="90805" y="293370"/>
                </a:lnTo>
                <a:lnTo>
                  <a:pt x="0" y="293370"/>
                </a:lnTo>
                <a:close/>
              </a:path>
            </a:pathLst>
          </a:custGeom>
          <a:solidFill>
            <a:srgbClr val="276B4D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2" name="Kształt 19"/>
          <p:cNvSpPr/>
          <p:nvPr/>
        </p:nvSpPr>
        <p:spPr>
          <a:xfrm>
            <a:off x="2018665" y="4399280"/>
            <a:ext cx="153670" cy="153670"/>
          </a:xfrm>
          <a:custGeom>
            <a:avLst/>
            <a:gdLst/>
            <a:ahLst/>
            <a:cxnLst/>
            <a:rect l="0" t="0" r="r" b="b"/>
            <a:pathLst>
              <a:path w="153670" h="153670">
                <a:moveTo>
                  <a:pt x="153670" y="76835"/>
                </a:moveTo>
                <a:lnTo>
                  <a:pt x="151130" y="96520"/>
                </a:lnTo>
                <a:lnTo>
                  <a:pt x="143510" y="114935"/>
                </a:lnTo>
                <a:lnTo>
                  <a:pt x="131445" y="131445"/>
                </a:lnTo>
                <a:lnTo>
                  <a:pt x="115570" y="143510"/>
                </a:lnTo>
                <a:lnTo>
                  <a:pt x="96520" y="151130"/>
                </a:lnTo>
                <a:lnTo>
                  <a:pt x="76835" y="153670"/>
                </a:lnTo>
                <a:lnTo>
                  <a:pt x="57150" y="151130"/>
                </a:lnTo>
                <a:lnTo>
                  <a:pt x="38100" y="143510"/>
                </a:lnTo>
                <a:lnTo>
                  <a:pt x="22225" y="131445"/>
                </a:lnTo>
                <a:lnTo>
                  <a:pt x="10160" y="114935"/>
                </a:lnTo>
                <a:lnTo>
                  <a:pt x="2540" y="96520"/>
                </a:lnTo>
                <a:lnTo>
                  <a:pt x="0" y="76835"/>
                </a:lnTo>
                <a:lnTo>
                  <a:pt x="2540" y="57150"/>
                </a:lnTo>
                <a:lnTo>
                  <a:pt x="10160" y="38100"/>
                </a:lnTo>
                <a:lnTo>
                  <a:pt x="22225" y="22225"/>
                </a:lnTo>
                <a:lnTo>
                  <a:pt x="38100" y="10160"/>
                </a:lnTo>
                <a:lnTo>
                  <a:pt x="57150" y="2540"/>
                </a:lnTo>
                <a:lnTo>
                  <a:pt x="76835" y="0"/>
                </a:lnTo>
                <a:lnTo>
                  <a:pt x="96520" y="2540"/>
                </a:lnTo>
                <a:lnTo>
                  <a:pt x="115570" y="10160"/>
                </a:lnTo>
                <a:lnTo>
                  <a:pt x="131445" y="22225"/>
                </a:lnTo>
                <a:lnTo>
                  <a:pt x="143510" y="38100"/>
                </a:lnTo>
                <a:lnTo>
                  <a:pt x="151130" y="57150"/>
                </a:lnTo>
                <a:close/>
              </a:path>
            </a:pathLst>
          </a:custGeom>
          <a:solidFill>
            <a:srgbClr val="F6D33C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3" name="Kształt 20"/>
          <p:cNvSpPr/>
          <p:nvPr/>
        </p:nvSpPr>
        <p:spPr>
          <a:xfrm>
            <a:off x="2053590" y="4434205"/>
            <a:ext cx="83820" cy="83820"/>
          </a:xfrm>
          <a:custGeom>
            <a:avLst/>
            <a:gdLst/>
            <a:ahLst/>
            <a:cxnLst/>
            <a:rect l="0" t="0" r="r" b="b"/>
            <a:pathLst>
              <a:path w="83820" h="83820">
                <a:moveTo>
                  <a:pt x="83820" y="41910"/>
                </a:moveTo>
                <a:lnTo>
                  <a:pt x="82550" y="52705"/>
                </a:lnTo>
                <a:lnTo>
                  <a:pt x="78105" y="62865"/>
                </a:lnTo>
                <a:lnTo>
                  <a:pt x="71755" y="71755"/>
                </a:lnTo>
                <a:lnTo>
                  <a:pt x="62865" y="78105"/>
                </a:lnTo>
                <a:lnTo>
                  <a:pt x="52705" y="82550"/>
                </a:lnTo>
                <a:lnTo>
                  <a:pt x="41910" y="83820"/>
                </a:lnTo>
                <a:lnTo>
                  <a:pt x="31115" y="82550"/>
                </a:lnTo>
                <a:lnTo>
                  <a:pt x="20955" y="78105"/>
                </a:lnTo>
                <a:lnTo>
                  <a:pt x="12065" y="71755"/>
                </a:lnTo>
                <a:lnTo>
                  <a:pt x="5715" y="62865"/>
                </a:lnTo>
                <a:lnTo>
                  <a:pt x="1270" y="52705"/>
                </a:lnTo>
                <a:lnTo>
                  <a:pt x="0" y="41910"/>
                </a:lnTo>
                <a:lnTo>
                  <a:pt x="1270" y="31115"/>
                </a:lnTo>
                <a:lnTo>
                  <a:pt x="5715" y="20955"/>
                </a:lnTo>
                <a:lnTo>
                  <a:pt x="12065" y="12065"/>
                </a:lnTo>
                <a:lnTo>
                  <a:pt x="20955" y="5715"/>
                </a:lnTo>
                <a:lnTo>
                  <a:pt x="31115" y="1270"/>
                </a:lnTo>
                <a:lnTo>
                  <a:pt x="41910" y="0"/>
                </a:lnTo>
                <a:lnTo>
                  <a:pt x="52705" y="1270"/>
                </a:lnTo>
                <a:lnTo>
                  <a:pt x="62865" y="5715"/>
                </a:lnTo>
                <a:lnTo>
                  <a:pt x="71755" y="12065"/>
                </a:lnTo>
                <a:lnTo>
                  <a:pt x="78105" y="20955"/>
                </a:lnTo>
                <a:lnTo>
                  <a:pt x="82550" y="31115"/>
                </a:lnTo>
                <a:close/>
              </a:path>
            </a:pathLst>
          </a:custGeom>
          <a:solidFill>
            <a:srgbClr val="FFF3B0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4" name="Kształt 21"/>
          <p:cNvSpPr/>
          <p:nvPr/>
        </p:nvSpPr>
        <p:spPr>
          <a:xfrm>
            <a:off x="2628900" y="4833620"/>
            <a:ext cx="431800" cy="86360"/>
          </a:xfrm>
          <a:custGeom>
            <a:avLst/>
            <a:gdLst/>
            <a:ahLst/>
            <a:cxnLst/>
            <a:rect l="0" t="0" r="r" b="b"/>
            <a:pathLst>
              <a:path w="431800" h="86360">
                <a:moveTo>
                  <a:pt x="431800" y="43180"/>
                </a:moveTo>
                <a:lnTo>
                  <a:pt x="428625" y="50800"/>
                </a:lnTo>
                <a:lnTo>
                  <a:pt x="418465" y="57785"/>
                </a:lnTo>
                <a:lnTo>
                  <a:pt x="402590" y="64770"/>
                </a:lnTo>
                <a:lnTo>
                  <a:pt x="381000" y="71120"/>
                </a:lnTo>
                <a:lnTo>
                  <a:pt x="354965" y="76200"/>
                </a:lnTo>
                <a:lnTo>
                  <a:pt x="323850" y="80645"/>
                </a:lnTo>
                <a:lnTo>
                  <a:pt x="289560" y="83820"/>
                </a:lnTo>
                <a:lnTo>
                  <a:pt x="253365" y="85725"/>
                </a:lnTo>
                <a:lnTo>
                  <a:pt x="215900" y="86360"/>
                </a:lnTo>
                <a:lnTo>
                  <a:pt x="178435" y="85725"/>
                </a:lnTo>
                <a:lnTo>
                  <a:pt x="142240" y="83820"/>
                </a:lnTo>
                <a:lnTo>
                  <a:pt x="107950" y="80645"/>
                </a:lnTo>
                <a:lnTo>
                  <a:pt x="76835" y="76200"/>
                </a:lnTo>
                <a:lnTo>
                  <a:pt x="50800" y="71120"/>
                </a:lnTo>
                <a:lnTo>
                  <a:pt x="29210" y="64770"/>
                </a:lnTo>
                <a:lnTo>
                  <a:pt x="13335" y="57785"/>
                </a:lnTo>
                <a:lnTo>
                  <a:pt x="3175" y="50800"/>
                </a:lnTo>
                <a:lnTo>
                  <a:pt x="0" y="43180"/>
                </a:lnTo>
                <a:lnTo>
                  <a:pt x="3175" y="35560"/>
                </a:lnTo>
                <a:lnTo>
                  <a:pt x="13335" y="28575"/>
                </a:lnTo>
                <a:lnTo>
                  <a:pt x="29210" y="21590"/>
                </a:lnTo>
                <a:lnTo>
                  <a:pt x="50800" y="15240"/>
                </a:lnTo>
                <a:lnTo>
                  <a:pt x="76835" y="10160"/>
                </a:lnTo>
                <a:lnTo>
                  <a:pt x="107950" y="5715"/>
                </a:lnTo>
                <a:lnTo>
                  <a:pt x="142240" y="2540"/>
                </a:lnTo>
                <a:lnTo>
                  <a:pt x="178435" y="635"/>
                </a:lnTo>
                <a:lnTo>
                  <a:pt x="215900" y="0"/>
                </a:lnTo>
                <a:lnTo>
                  <a:pt x="253365" y="635"/>
                </a:lnTo>
                <a:lnTo>
                  <a:pt x="289560" y="2540"/>
                </a:lnTo>
                <a:lnTo>
                  <a:pt x="323850" y="5715"/>
                </a:lnTo>
                <a:lnTo>
                  <a:pt x="354965" y="10160"/>
                </a:lnTo>
                <a:lnTo>
                  <a:pt x="381000" y="15240"/>
                </a:lnTo>
                <a:lnTo>
                  <a:pt x="402590" y="21590"/>
                </a:lnTo>
                <a:lnTo>
                  <a:pt x="418465" y="28575"/>
                </a:lnTo>
                <a:lnTo>
                  <a:pt x="428625" y="35560"/>
                </a:lnTo>
                <a:close/>
              </a:path>
            </a:pathLst>
          </a:custGeom>
          <a:solidFill>
            <a:srgbClr val="5A3321">
              <a:alpha val="1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5" name="Kształt 22"/>
          <p:cNvSpPr/>
          <p:nvPr/>
        </p:nvSpPr>
        <p:spPr>
          <a:xfrm>
            <a:off x="2654300" y="4222750"/>
            <a:ext cx="381000" cy="88900"/>
          </a:xfrm>
          <a:custGeom>
            <a:avLst/>
            <a:gdLst/>
            <a:ahLst/>
            <a:cxnLst/>
            <a:rect l="0" t="0" r="r" b="b"/>
            <a:pathLst>
              <a:path w="381000" h="88900">
                <a:moveTo>
                  <a:pt x="381000" y="44450"/>
                </a:moveTo>
                <a:lnTo>
                  <a:pt x="374650" y="55880"/>
                </a:lnTo>
                <a:lnTo>
                  <a:pt x="355600" y="66675"/>
                </a:lnTo>
                <a:lnTo>
                  <a:pt x="325120" y="75565"/>
                </a:lnTo>
                <a:lnTo>
                  <a:pt x="285750" y="83185"/>
                </a:lnTo>
                <a:lnTo>
                  <a:pt x="240030" y="87630"/>
                </a:lnTo>
                <a:lnTo>
                  <a:pt x="190500" y="88900"/>
                </a:lnTo>
                <a:lnTo>
                  <a:pt x="140970" y="87630"/>
                </a:lnTo>
                <a:lnTo>
                  <a:pt x="95250" y="83185"/>
                </a:lnTo>
                <a:lnTo>
                  <a:pt x="55880" y="75565"/>
                </a:lnTo>
                <a:lnTo>
                  <a:pt x="25400" y="66675"/>
                </a:lnTo>
                <a:lnTo>
                  <a:pt x="6350" y="55880"/>
                </a:lnTo>
                <a:lnTo>
                  <a:pt x="0" y="44450"/>
                </a:lnTo>
                <a:lnTo>
                  <a:pt x="6350" y="33020"/>
                </a:lnTo>
                <a:lnTo>
                  <a:pt x="25400" y="22225"/>
                </a:lnTo>
                <a:lnTo>
                  <a:pt x="55880" y="13335"/>
                </a:lnTo>
                <a:lnTo>
                  <a:pt x="95250" y="5715"/>
                </a:lnTo>
                <a:lnTo>
                  <a:pt x="140970" y="1270"/>
                </a:lnTo>
                <a:lnTo>
                  <a:pt x="190500" y="0"/>
                </a:lnTo>
                <a:lnTo>
                  <a:pt x="240030" y="1270"/>
                </a:lnTo>
                <a:lnTo>
                  <a:pt x="285750" y="5715"/>
                </a:lnTo>
                <a:lnTo>
                  <a:pt x="325120" y="13335"/>
                </a:lnTo>
                <a:lnTo>
                  <a:pt x="355600" y="22225"/>
                </a:lnTo>
                <a:lnTo>
                  <a:pt x="374650" y="33020"/>
                </a:lnTo>
                <a:close/>
              </a:path>
            </a:pathLst>
          </a:custGeom>
          <a:solidFill>
            <a:srgbClr val="CDD9E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6" name="Kształt 23"/>
          <p:cNvSpPr/>
          <p:nvPr/>
        </p:nvSpPr>
        <p:spPr>
          <a:xfrm>
            <a:off x="2511425" y="4021455"/>
            <a:ext cx="247015" cy="772160"/>
          </a:xfrm>
          <a:custGeom>
            <a:avLst/>
            <a:gdLst/>
            <a:ahLst/>
            <a:cxnLst/>
            <a:rect l="0" t="0" r="r" b="b"/>
            <a:pathLst>
              <a:path w="247015" h="772160">
                <a:moveTo>
                  <a:pt x="0" y="11430"/>
                </a:moveTo>
                <a:lnTo>
                  <a:pt x="43180" y="0"/>
                </a:lnTo>
                <a:lnTo>
                  <a:pt x="247015" y="760730"/>
                </a:lnTo>
                <a:lnTo>
                  <a:pt x="203835" y="772160"/>
                </a:lnTo>
                <a:close/>
              </a:path>
            </a:pathLst>
          </a:custGeom>
          <a:solidFill>
            <a:srgbClr val="E8B87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7" name="Kształt 24"/>
          <p:cNvSpPr/>
          <p:nvPr/>
        </p:nvSpPr>
        <p:spPr>
          <a:xfrm>
            <a:off x="2637155" y="3917315"/>
            <a:ext cx="166370" cy="873760"/>
          </a:xfrm>
          <a:custGeom>
            <a:avLst/>
            <a:gdLst/>
            <a:ahLst/>
            <a:cxnLst/>
            <a:rect l="0" t="0" r="r" b="b"/>
            <a:pathLst>
              <a:path w="166370" h="873760">
                <a:moveTo>
                  <a:pt x="0" y="5715"/>
                </a:moveTo>
                <a:lnTo>
                  <a:pt x="44450" y="0"/>
                </a:lnTo>
                <a:lnTo>
                  <a:pt x="166370" y="867410"/>
                </a:lnTo>
                <a:lnTo>
                  <a:pt x="121920" y="873760"/>
                </a:lnTo>
                <a:close/>
              </a:path>
            </a:pathLst>
          </a:custGeom>
          <a:solidFill>
            <a:srgbClr val="D9A05B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8" name="Kształt 25"/>
          <p:cNvSpPr/>
          <p:nvPr/>
        </p:nvSpPr>
        <p:spPr>
          <a:xfrm>
            <a:off x="2774950" y="3975100"/>
            <a:ext cx="73025" cy="813435"/>
          </a:xfrm>
          <a:custGeom>
            <a:avLst/>
            <a:gdLst/>
            <a:ahLst/>
            <a:cxnLst/>
            <a:rect l="0" t="0" r="r" b="b"/>
            <a:pathLst>
              <a:path w="73025" h="813435">
                <a:moveTo>
                  <a:pt x="0" y="1270"/>
                </a:moveTo>
                <a:lnTo>
                  <a:pt x="44450" y="0"/>
                </a:lnTo>
                <a:lnTo>
                  <a:pt x="73025" y="812165"/>
                </a:lnTo>
                <a:lnTo>
                  <a:pt x="28575" y="813435"/>
                </a:lnTo>
                <a:close/>
              </a:path>
            </a:pathLst>
          </a:custGeom>
          <a:solidFill>
            <a:srgbClr val="E8B87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9" name="Kształt 26"/>
          <p:cNvSpPr/>
          <p:nvPr/>
        </p:nvSpPr>
        <p:spPr>
          <a:xfrm>
            <a:off x="2847975" y="3874135"/>
            <a:ext cx="107950" cy="915035"/>
          </a:xfrm>
          <a:custGeom>
            <a:avLst/>
            <a:gdLst/>
            <a:ahLst/>
            <a:cxnLst/>
            <a:rect l="0" t="0" r="r" b="b"/>
            <a:pathLst>
              <a:path w="107950" h="915035">
                <a:moveTo>
                  <a:pt x="64135" y="0"/>
                </a:moveTo>
                <a:lnTo>
                  <a:pt x="107950" y="3175"/>
                </a:lnTo>
                <a:lnTo>
                  <a:pt x="44450" y="915035"/>
                </a:lnTo>
                <a:lnTo>
                  <a:pt x="0" y="912495"/>
                </a:lnTo>
                <a:close/>
              </a:path>
            </a:pathLst>
          </a:custGeom>
          <a:solidFill>
            <a:srgbClr val="D9A05B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0" name="Kształt 27"/>
          <p:cNvSpPr/>
          <p:nvPr/>
        </p:nvSpPr>
        <p:spPr>
          <a:xfrm>
            <a:off x="2893060" y="3971290"/>
            <a:ext cx="186690" cy="820420"/>
          </a:xfrm>
          <a:custGeom>
            <a:avLst/>
            <a:gdLst/>
            <a:ahLst/>
            <a:cxnLst/>
            <a:rect l="0" t="0" r="r" b="b"/>
            <a:pathLst>
              <a:path w="186690" h="820420">
                <a:moveTo>
                  <a:pt x="142875" y="0"/>
                </a:moveTo>
                <a:lnTo>
                  <a:pt x="186690" y="7620"/>
                </a:lnTo>
                <a:lnTo>
                  <a:pt x="43180" y="820420"/>
                </a:lnTo>
                <a:lnTo>
                  <a:pt x="0" y="812800"/>
                </a:lnTo>
                <a:close/>
              </a:path>
            </a:pathLst>
          </a:custGeom>
          <a:solidFill>
            <a:srgbClr val="E8B87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1" name="Kształt 28"/>
          <p:cNvSpPr/>
          <p:nvPr/>
        </p:nvSpPr>
        <p:spPr>
          <a:xfrm>
            <a:off x="2931160" y="4049395"/>
            <a:ext cx="252730" cy="744855"/>
          </a:xfrm>
          <a:custGeom>
            <a:avLst/>
            <a:gdLst/>
            <a:ahLst/>
            <a:cxnLst/>
            <a:rect l="0" t="0" r="r" b="b"/>
            <a:pathLst>
              <a:path w="252730" h="744855">
                <a:moveTo>
                  <a:pt x="210185" y="0"/>
                </a:moveTo>
                <a:lnTo>
                  <a:pt x="252730" y="12065"/>
                </a:lnTo>
                <a:lnTo>
                  <a:pt x="43180" y="744855"/>
                </a:lnTo>
                <a:lnTo>
                  <a:pt x="0" y="732155"/>
                </a:lnTo>
                <a:close/>
              </a:path>
            </a:pathLst>
          </a:custGeom>
          <a:solidFill>
            <a:srgbClr val="D9A05B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2" name="Kształt 29"/>
          <p:cNvSpPr/>
          <p:nvPr/>
        </p:nvSpPr>
        <p:spPr>
          <a:xfrm>
            <a:off x="2630805" y="4087495"/>
            <a:ext cx="191135" cy="704850"/>
          </a:xfrm>
          <a:custGeom>
            <a:avLst/>
            <a:gdLst/>
            <a:ahLst/>
            <a:cxnLst/>
            <a:rect l="0" t="0" r="r" b="b"/>
            <a:pathLst>
              <a:path w="191135" h="704850">
                <a:moveTo>
                  <a:pt x="0" y="9525"/>
                </a:moveTo>
                <a:lnTo>
                  <a:pt x="43180" y="0"/>
                </a:lnTo>
                <a:lnTo>
                  <a:pt x="191135" y="695960"/>
                </a:lnTo>
                <a:lnTo>
                  <a:pt x="147955" y="704850"/>
                </a:lnTo>
                <a:close/>
              </a:path>
            </a:pathLst>
          </a:custGeom>
          <a:solidFill>
            <a:srgbClr val="E8B87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3" name="Kształt 30"/>
          <p:cNvSpPr/>
          <p:nvPr/>
        </p:nvSpPr>
        <p:spPr>
          <a:xfrm>
            <a:off x="2873375" y="4053840"/>
            <a:ext cx="133985" cy="736600"/>
          </a:xfrm>
          <a:custGeom>
            <a:avLst/>
            <a:gdLst/>
            <a:ahLst/>
            <a:cxnLst/>
            <a:rect l="0" t="0" r="r" b="b"/>
            <a:pathLst>
              <a:path w="133985" h="736600">
                <a:moveTo>
                  <a:pt x="90170" y="0"/>
                </a:moveTo>
                <a:lnTo>
                  <a:pt x="133985" y="5715"/>
                </a:lnTo>
                <a:lnTo>
                  <a:pt x="44450" y="736600"/>
                </a:lnTo>
                <a:lnTo>
                  <a:pt x="0" y="731520"/>
                </a:lnTo>
                <a:close/>
              </a:path>
            </a:pathLst>
          </a:custGeom>
          <a:solidFill>
            <a:srgbClr val="D9A05B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4" name="Kształt 31"/>
          <p:cNvSpPr/>
          <p:nvPr/>
        </p:nvSpPr>
        <p:spPr>
          <a:xfrm>
            <a:off x="2747645" y="3925570"/>
            <a:ext cx="119380" cy="864235"/>
          </a:xfrm>
          <a:custGeom>
            <a:avLst/>
            <a:gdLst/>
            <a:ahLst/>
            <a:cxnLst/>
            <a:rect l="0" t="0" r="r" b="b"/>
            <a:pathLst>
              <a:path w="119380" h="864235">
                <a:moveTo>
                  <a:pt x="0" y="3810"/>
                </a:moveTo>
                <a:lnTo>
                  <a:pt x="43815" y="0"/>
                </a:lnTo>
                <a:lnTo>
                  <a:pt x="119380" y="860425"/>
                </a:lnTo>
                <a:lnTo>
                  <a:pt x="74930" y="864235"/>
                </a:lnTo>
                <a:close/>
              </a:path>
            </a:pathLst>
          </a:custGeom>
          <a:solidFill>
            <a:srgbClr val="E8B87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5" name="Kształt 32"/>
          <p:cNvSpPr/>
          <p:nvPr/>
        </p:nvSpPr>
        <p:spPr>
          <a:xfrm>
            <a:off x="2654300" y="4267200"/>
            <a:ext cx="381000" cy="609600"/>
          </a:xfrm>
          <a:custGeom>
            <a:avLst/>
            <a:gdLst/>
            <a:ahLst/>
            <a:cxnLst/>
            <a:rect l="0" t="0" r="r" b="b"/>
            <a:pathLst>
              <a:path w="381000" h="609600">
                <a:moveTo>
                  <a:pt x="0" y="0"/>
                </a:moveTo>
                <a:lnTo>
                  <a:pt x="6350" y="11430"/>
                </a:lnTo>
                <a:lnTo>
                  <a:pt x="25400" y="22225"/>
                </a:lnTo>
                <a:lnTo>
                  <a:pt x="55880" y="31115"/>
                </a:lnTo>
                <a:lnTo>
                  <a:pt x="95250" y="38735"/>
                </a:lnTo>
                <a:lnTo>
                  <a:pt x="140970" y="43180"/>
                </a:lnTo>
                <a:lnTo>
                  <a:pt x="190500" y="44450"/>
                </a:lnTo>
                <a:lnTo>
                  <a:pt x="240030" y="43180"/>
                </a:lnTo>
                <a:lnTo>
                  <a:pt x="285750" y="38735"/>
                </a:lnTo>
                <a:lnTo>
                  <a:pt x="325120" y="31115"/>
                </a:lnTo>
                <a:lnTo>
                  <a:pt x="355600" y="22225"/>
                </a:lnTo>
                <a:lnTo>
                  <a:pt x="374650" y="11430"/>
                </a:lnTo>
                <a:lnTo>
                  <a:pt x="381000" y="0"/>
                </a:lnTo>
                <a:lnTo>
                  <a:pt x="355600" y="609600"/>
                </a:lnTo>
                <a:lnTo>
                  <a:pt x="25400" y="609600"/>
                </a:lnTo>
                <a:close/>
              </a:path>
            </a:pathLst>
          </a:custGeom>
          <a:solidFill>
            <a:srgbClr val="E4ECF1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6" name="Kształt 33"/>
          <p:cNvSpPr/>
          <p:nvPr/>
        </p:nvSpPr>
        <p:spPr>
          <a:xfrm>
            <a:off x="2927350" y="4267200"/>
            <a:ext cx="107950" cy="609600"/>
          </a:xfrm>
          <a:custGeom>
            <a:avLst/>
            <a:gdLst/>
            <a:ahLst/>
            <a:cxnLst/>
            <a:rect l="0" t="0" r="r" b="b"/>
            <a:pathLst>
              <a:path w="107950" h="609600">
                <a:moveTo>
                  <a:pt x="12700" y="38100"/>
                </a:moveTo>
                <a:lnTo>
                  <a:pt x="107950" y="0"/>
                </a:lnTo>
                <a:lnTo>
                  <a:pt x="82550" y="609600"/>
                </a:lnTo>
                <a:lnTo>
                  <a:pt x="0" y="609600"/>
                </a:lnTo>
                <a:close/>
              </a:path>
            </a:pathLst>
          </a:custGeom>
          <a:solidFill>
            <a:srgbClr val="C5D2DB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7" name="Kształt 34"/>
          <p:cNvSpPr/>
          <p:nvPr/>
        </p:nvSpPr>
        <p:spPr>
          <a:xfrm>
            <a:off x="2698750" y="4324350"/>
            <a:ext cx="44450" cy="501650"/>
          </a:xfrm>
          <a:custGeom>
            <a:avLst/>
            <a:gdLst/>
            <a:ahLst/>
            <a:cxnLst/>
            <a:rect l="0" t="0" r="r" b="b"/>
            <a:pathLst>
              <a:path w="44450" h="501650">
                <a:moveTo>
                  <a:pt x="0" y="6350"/>
                </a:moveTo>
                <a:lnTo>
                  <a:pt x="38100" y="0"/>
                </a:lnTo>
                <a:lnTo>
                  <a:pt x="44450" y="501650"/>
                </a:lnTo>
                <a:lnTo>
                  <a:pt x="19050" y="501650"/>
                </a:ln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8" name="Kształt 35"/>
          <p:cNvSpPr/>
          <p:nvPr/>
        </p:nvSpPr>
        <p:spPr>
          <a:xfrm>
            <a:off x="2654300" y="4267200"/>
            <a:ext cx="381000" cy="44450"/>
          </a:xfrm>
          <a:custGeom>
            <a:avLst/>
            <a:gdLst/>
            <a:ahLst/>
            <a:cxnLst/>
            <a:rect l="0" t="0" r="r" b="b"/>
            <a:pathLst>
              <a:path w="381000" h="44450">
                <a:moveTo>
                  <a:pt x="0" y="0"/>
                </a:moveTo>
                <a:lnTo>
                  <a:pt x="6350" y="11430"/>
                </a:lnTo>
                <a:lnTo>
                  <a:pt x="25400" y="22225"/>
                </a:lnTo>
                <a:lnTo>
                  <a:pt x="55880" y="31115"/>
                </a:lnTo>
                <a:lnTo>
                  <a:pt x="95250" y="38735"/>
                </a:lnTo>
                <a:lnTo>
                  <a:pt x="140970" y="43180"/>
                </a:lnTo>
                <a:lnTo>
                  <a:pt x="190500" y="44450"/>
                </a:lnTo>
                <a:lnTo>
                  <a:pt x="240030" y="43180"/>
                </a:lnTo>
                <a:lnTo>
                  <a:pt x="285750" y="38735"/>
                </a:lnTo>
                <a:lnTo>
                  <a:pt x="325120" y="31115"/>
                </a:lnTo>
                <a:lnTo>
                  <a:pt x="355600" y="22225"/>
                </a:lnTo>
                <a:lnTo>
                  <a:pt x="374650" y="11430"/>
                </a:lnTo>
                <a:lnTo>
                  <a:pt x="381000" y="0"/>
                </a:lnTo>
                <a:lnTo>
                  <a:pt x="361950" y="6350"/>
                </a:lnTo>
                <a:lnTo>
                  <a:pt x="356235" y="14605"/>
                </a:lnTo>
                <a:lnTo>
                  <a:pt x="339090" y="22225"/>
                </a:lnTo>
                <a:lnTo>
                  <a:pt x="311785" y="28575"/>
                </a:lnTo>
                <a:lnTo>
                  <a:pt x="276225" y="33655"/>
                </a:lnTo>
                <a:lnTo>
                  <a:pt x="234950" y="36830"/>
                </a:lnTo>
                <a:lnTo>
                  <a:pt x="190500" y="38100"/>
                </a:lnTo>
                <a:lnTo>
                  <a:pt x="146050" y="36830"/>
                </a:lnTo>
                <a:lnTo>
                  <a:pt x="104775" y="33655"/>
                </a:lnTo>
                <a:lnTo>
                  <a:pt x="69215" y="28575"/>
                </a:lnTo>
                <a:lnTo>
                  <a:pt x="41910" y="22225"/>
                </a:lnTo>
                <a:lnTo>
                  <a:pt x="24765" y="14605"/>
                </a:lnTo>
                <a:lnTo>
                  <a:pt x="19050" y="6350"/>
                </a:lnTo>
                <a:close/>
              </a:path>
            </a:pathLst>
          </a:custGeom>
          <a:solidFill>
            <a:srgbClr val="F7FAFC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9" name="Kształt 36"/>
          <p:cNvSpPr/>
          <p:nvPr/>
        </p:nvSpPr>
        <p:spPr>
          <a:xfrm>
            <a:off x="4292600" y="4828540"/>
            <a:ext cx="736600" cy="147320"/>
          </a:xfrm>
          <a:custGeom>
            <a:avLst/>
            <a:gdLst/>
            <a:ahLst/>
            <a:cxnLst/>
            <a:rect l="0" t="0" r="r" b="b"/>
            <a:pathLst>
              <a:path w="736600" h="147320">
                <a:moveTo>
                  <a:pt x="736600" y="73660"/>
                </a:moveTo>
                <a:lnTo>
                  <a:pt x="730885" y="86360"/>
                </a:lnTo>
                <a:lnTo>
                  <a:pt x="714375" y="99060"/>
                </a:lnTo>
                <a:lnTo>
                  <a:pt x="687070" y="110490"/>
                </a:lnTo>
                <a:lnTo>
                  <a:pt x="650240" y="121285"/>
                </a:lnTo>
                <a:lnTo>
                  <a:pt x="605155" y="130175"/>
                </a:lnTo>
                <a:lnTo>
                  <a:pt x="552450" y="137160"/>
                </a:lnTo>
                <a:lnTo>
                  <a:pt x="494030" y="142875"/>
                </a:lnTo>
                <a:lnTo>
                  <a:pt x="432435" y="146050"/>
                </a:lnTo>
                <a:lnTo>
                  <a:pt x="368300" y="147320"/>
                </a:lnTo>
                <a:lnTo>
                  <a:pt x="304165" y="146050"/>
                </a:lnTo>
                <a:lnTo>
                  <a:pt x="242570" y="142875"/>
                </a:lnTo>
                <a:lnTo>
                  <a:pt x="184150" y="137160"/>
                </a:lnTo>
                <a:lnTo>
                  <a:pt x="131445" y="130175"/>
                </a:lnTo>
                <a:lnTo>
                  <a:pt x="86360" y="121285"/>
                </a:lnTo>
                <a:lnTo>
                  <a:pt x="49530" y="110490"/>
                </a:lnTo>
                <a:lnTo>
                  <a:pt x="22225" y="99060"/>
                </a:lnTo>
                <a:lnTo>
                  <a:pt x="5715" y="86360"/>
                </a:lnTo>
                <a:lnTo>
                  <a:pt x="0" y="73660"/>
                </a:lnTo>
                <a:lnTo>
                  <a:pt x="5715" y="60960"/>
                </a:lnTo>
                <a:lnTo>
                  <a:pt x="22225" y="48260"/>
                </a:lnTo>
                <a:lnTo>
                  <a:pt x="49530" y="36830"/>
                </a:lnTo>
                <a:lnTo>
                  <a:pt x="86360" y="26035"/>
                </a:lnTo>
                <a:lnTo>
                  <a:pt x="131445" y="17145"/>
                </a:lnTo>
                <a:lnTo>
                  <a:pt x="184150" y="10160"/>
                </a:lnTo>
                <a:lnTo>
                  <a:pt x="242570" y="4445"/>
                </a:lnTo>
                <a:lnTo>
                  <a:pt x="304165" y="1270"/>
                </a:lnTo>
                <a:lnTo>
                  <a:pt x="368300" y="0"/>
                </a:lnTo>
                <a:lnTo>
                  <a:pt x="432435" y="1270"/>
                </a:lnTo>
                <a:lnTo>
                  <a:pt x="494030" y="4445"/>
                </a:lnTo>
                <a:lnTo>
                  <a:pt x="552450" y="10160"/>
                </a:lnTo>
                <a:lnTo>
                  <a:pt x="605155" y="17145"/>
                </a:lnTo>
                <a:lnTo>
                  <a:pt x="650240" y="26035"/>
                </a:lnTo>
                <a:lnTo>
                  <a:pt x="687070" y="36830"/>
                </a:lnTo>
                <a:lnTo>
                  <a:pt x="714375" y="48260"/>
                </a:lnTo>
                <a:lnTo>
                  <a:pt x="730885" y="60960"/>
                </a:lnTo>
                <a:close/>
              </a:path>
            </a:pathLst>
          </a:custGeom>
          <a:solidFill>
            <a:srgbClr val="5A3321">
              <a:alpha val="1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0" name="Kształt 37"/>
          <p:cNvSpPr/>
          <p:nvPr/>
        </p:nvSpPr>
        <p:spPr>
          <a:xfrm>
            <a:off x="4277360" y="4002405"/>
            <a:ext cx="606425" cy="167640"/>
          </a:xfrm>
          <a:custGeom>
            <a:avLst/>
            <a:gdLst/>
            <a:ahLst/>
            <a:cxnLst/>
            <a:rect l="0" t="0" r="r" b="b"/>
            <a:pathLst>
              <a:path w="606425" h="167640">
                <a:moveTo>
                  <a:pt x="0" y="167640"/>
                </a:moveTo>
                <a:lnTo>
                  <a:pt x="140335" y="44450"/>
                </a:lnTo>
                <a:lnTo>
                  <a:pt x="295910" y="66040"/>
                </a:lnTo>
                <a:lnTo>
                  <a:pt x="441960" y="0"/>
                </a:lnTo>
                <a:lnTo>
                  <a:pt x="606425" y="103505"/>
                </a:lnTo>
                <a:close/>
              </a:path>
            </a:pathLst>
          </a:custGeom>
          <a:solidFill>
            <a:srgbClr val="B5661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1" name="Kształt 38"/>
          <p:cNvSpPr/>
          <p:nvPr/>
        </p:nvSpPr>
        <p:spPr>
          <a:xfrm>
            <a:off x="4354195" y="3914775"/>
            <a:ext cx="241300" cy="253365"/>
          </a:xfrm>
          <a:custGeom>
            <a:avLst/>
            <a:gdLst/>
            <a:ahLst/>
            <a:cxnLst/>
            <a:rect l="0" t="0" r="r" b="b"/>
            <a:pathLst>
              <a:path w="241300" h="253365">
                <a:moveTo>
                  <a:pt x="0" y="253365"/>
                </a:moveTo>
                <a:lnTo>
                  <a:pt x="100965" y="0"/>
                </a:lnTo>
                <a:lnTo>
                  <a:pt x="241300" y="240665"/>
                </a:lnTo>
                <a:close/>
              </a:path>
            </a:pathLst>
          </a:custGeom>
          <a:solidFill>
            <a:srgbClr val="F6C453"/>
          </a:solidFill>
          <a:ln w="5080">
            <a:solidFill>
              <a:srgbClr val="F6C453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2" name="Kształt 39"/>
          <p:cNvSpPr/>
          <p:nvPr/>
        </p:nvSpPr>
        <p:spPr>
          <a:xfrm>
            <a:off x="4531995" y="3931920"/>
            <a:ext cx="254000" cy="230505"/>
          </a:xfrm>
          <a:custGeom>
            <a:avLst/>
            <a:gdLst/>
            <a:ahLst/>
            <a:cxnLst/>
            <a:rect l="0" t="0" r="r" b="b"/>
            <a:pathLst>
              <a:path w="254000" h="230505">
                <a:moveTo>
                  <a:pt x="0" y="230505"/>
                </a:moveTo>
                <a:lnTo>
                  <a:pt x="128905" y="0"/>
                </a:lnTo>
                <a:lnTo>
                  <a:pt x="254000" y="216535"/>
                </a:lnTo>
                <a:close/>
              </a:path>
            </a:pathLst>
          </a:custGeom>
          <a:solidFill>
            <a:srgbClr val="EEB33B"/>
          </a:solidFill>
          <a:ln w="5080">
            <a:solidFill>
              <a:srgbClr val="EEB33B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3" name="Kształt 40"/>
          <p:cNvSpPr/>
          <p:nvPr/>
        </p:nvSpPr>
        <p:spPr>
          <a:xfrm>
            <a:off x="4669790" y="3977640"/>
            <a:ext cx="205740" cy="173990"/>
          </a:xfrm>
          <a:custGeom>
            <a:avLst/>
            <a:gdLst/>
            <a:ahLst/>
            <a:cxnLst/>
            <a:rect l="0" t="0" r="r" b="b"/>
            <a:pathLst>
              <a:path w="205740" h="173990">
                <a:moveTo>
                  <a:pt x="0" y="157480"/>
                </a:moveTo>
                <a:lnTo>
                  <a:pt x="161925" y="0"/>
                </a:lnTo>
                <a:lnTo>
                  <a:pt x="205740" y="173990"/>
                </a:lnTo>
                <a:close/>
              </a:path>
            </a:pathLst>
          </a:custGeom>
          <a:solidFill>
            <a:srgbClr val="F8D77A"/>
          </a:solidFill>
          <a:ln w="5080">
            <a:solidFill>
              <a:srgbClr val="F8D77A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4" name="Kształt 41"/>
          <p:cNvSpPr/>
          <p:nvPr/>
        </p:nvSpPr>
        <p:spPr>
          <a:xfrm>
            <a:off x="4265295" y="4123690"/>
            <a:ext cx="231140" cy="811530"/>
          </a:xfrm>
          <a:custGeom>
            <a:avLst/>
            <a:gdLst/>
            <a:ahLst/>
            <a:cxnLst/>
            <a:rect l="0" t="0" r="r" b="b"/>
            <a:pathLst>
              <a:path w="231140" h="811530">
                <a:moveTo>
                  <a:pt x="0" y="53975"/>
                </a:moveTo>
                <a:lnTo>
                  <a:pt x="147955" y="0"/>
                </a:lnTo>
                <a:lnTo>
                  <a:pt x="231140" y="795655"/>
                </a:lnTo>
                <a:lnTo>
                  <a:pt x="80010" y="811530"/>
                </a:lnTo>
                <a:lnTo>
                  <a:pt x="14605" y="435610"/>
                </a:lnTo>
                <a:close/>
              </a:path>
            </a:pathLst>
          </a:custGeom>
          <a:solidFill>
            <a:srgbClr val="EBA142"/>
          </a:solidFill>
          <a:ln w="5080">
            <a:solidFill>
              <a:srgbClr val="EBA142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5" name="Kształt 42"/>
          <p:cNvSpPr/>
          <p:nvPr/>
        </p:nvSpPr>
        <p:spPr>
          <a:xfrm>
            <a:off x="4413250" y="4123690"/>
            <a:ext cx="247650" cy="795655"/>
          </a:xfrm>
          <a:custGeom>
            <a:avLst/>
            <a:gdLst/>
            <a:ahLst/>
            <a:cxnLst/>
            <a:rect l="0" t="0" r="r" b="b"/>
            <a:pathLst>
              <a:path w="247650" h="795655">
                <a:moveTo>
                  <a:pt x="0" y="0"/>
                </a:moveTo>
                <a:lnTo>
                  <a:pt x="169545" y="33020"/>
                </a:lnTo>
                <a:lnTo>
                  <a:pt x="247650" y="778510"/>
                </a:lnTo>
                <a:lnTo>
                  <a:pt x="83185" y="795655"/>
                </a:lnTo>
                <a:close/>
              </a:path>
            </a:pathLst>
          </a:custGeom>
          <a:solidFill>
            <a:srgbClr val="E2932B"/>
          </a:solidFill>
          <a:ln w="5080">
            <a:solidFill>
              <a:srgbClr val="E2932B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6" name="Kształt 43"/>
          <p:cNvSpPr/>
          <p:nvPr/>
        </p:nvSpPr>
        <p:spPr>
          <a:xfrm>
            <a:off x="4582795" y="4089400"/>
            <a:ext cx="242570" cy="812800"/>
          </a:xfrm>
          <a:custGeom>
            <a:avLst/>
            <a:gdLst/>
            <a:ahLst/>
            <a:cxnLst/>
            <a:rect l="0" t="0" r="r" b="b"/>
            <a:pathLst>
              <a:path w="242570" h="812800">
                <a:moveTo>
                  <a:pt x="0" y="67310"/>
                </a:moveTo>
                <a:lnTo>
                  <a:pt x="158750" y="0"/>
                </a:lnTo>
                <a:lnTo>
                  <a:pt x="242570" y="795655"/>
                </a:lnTo>
                <a:lnTo>
                  <a:pt x="78105" y="812800"/>
                </a:lnTo>
                <a:close/>
              </a:path>
            </a:pathLst>
          </a:custGeom>
          <a:solidFill>
            <a:srgbClr val="D6861F"/>
          </a:solidFill>
          <a:ln w="5080">
            <a:solidFill>
              <a:srgbClr val="D6861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7" name="Kształt 44"/>
          <p:cNvSpPr/>
          <p:nvPr/>
        </p:nvSpPr>
        <p:spPr>
          <a:xfrm>
            <a:off x="4741545" y="4089400"/>
            <a:ext cx="234950" cy="795655"/>
          </a:xfrm>
          <a:custGeom>
            <a:avLst/>
            <a:gdLst/>
            <a:ahLst/>
            <a:cxnLst/>
            <a:rect l="0" t="0" r="r" b="b"/>
            <a:pathLst>
              <a:path w="234950" h="795655">
                <a:moveTo>
                  <a:pt x="0" y="0"/>
                </a:moveTo>
                <a:lnTo>
                  <a:pt x="155575" y="21590"/>
                </a:lnTo>
                <a:lnTo>
                  <a:pt x="220345" y="398145"/>
                </a:lnTo>
                <a:lnTo>
                  <a:pt x="234950" y="779780"/>
                </a:lnTo>
                <a:lnTo>
                  <a:pt x="83820" y="795655"/>
                </a:lnTo>
                <a:close/>
              </a:path>
            </a:pathLst>
          </a:custGeom>
          <a:solidFill>
            <a:srgbClr val="C4741A"/>
          </a:solidFill>
          <a:ln w="5080">
            <a:solidFill>
              <a:srgbClr val="C4741A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8" name="Kształt 45"/>
          <p:cNvSpPr/>
          <p:nvPr/>
        </p:nvSpPr>
        <p:spPr>
          <a:xfrm>
            <a:off x="4337050" y="4792980"/>
            <a:ext cx="639445" cy="142240"/>
          </a:xfrm>
          <a:custGeom>
            <a:avLst/>
            <a:gdLst/>
            <a:ahLst/>
            <a:cxnLst/>
            <a:rect l="0" t="0" r="r" b="b"/>
            <a:pathLst>
              <a:path w="639445" h="142240">
                <a:moveTo>
                  <a:pt x="0" y="66675"/>
                </a:moveTo>
                <a:lnTo>
                  <a:pt x="631825" y="0"/>
                </a:lnTo>
                <a:lnTo>
                  <a:pt x="639445" y="76200"/>
                </a:lnTo>
                <a:lnTo>
                  <a:pt x="8255" y="142240"/>
                </a:lnTo>
                <a:close/>
              </a:path>
            </a:pathLst>
          </a:custGeom>
          <a:solidFill>
            <a:srgbClr val="B5661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9" name="Kształt 46"/>
          <p:cNvSpPr/>
          <p:nvPr/>
        </p:nvSpPr>
        <p:spPr>
          <a:xfrm>
            <a:off x="4352925" y="4232910"/>
            <a:ext cx="495935" cy="201930"/>
          </a:xfrm>
          <a:custGeom>
            <a:avLst/>
            <a:gdLst/>
            <a:ahLst/>
            <a:cxnLst/>
            <a:rect l="0" t="0" r="r" b="b"/>
            <a:pathLst>
              <a:path w="495935" h="201930">
                <a:moveTo>
                  <a:pt x="0" y="50165"/>
                </a:moveTo>
                <a:lnTo>
                  <a:pt x="480060" y="0"/>
                </a:lnTo>
                <a:lnTo>
                  <a:pt x="495935" y="151765"/>
                </a:lnTo>
                <a:lnTo>
                  <a:pt x="16510" y="20193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0" name="Kształt 47"/>
          <p:cNvSpPr/>
          <p:nvPr/>
        </p:nvSpPr>
        <p:spPr>
          <a:xfrm>
            <a:off x="4434205" y="4291330"/>
            <a:ext cx="334010" cy="85090"/>
          </a:xfrm>
          <a:custGeom>
            <a:avLst/>
            <a:gdLst/>
            <a:ahLst/>
            <a:cxnLst/>
            <a:rect l="0" t="0" r="r" b="b"/>
            <a:pathLst>
              <a:path w="334010" h="85090">
                <a:moveTo>
                  <a:pt x="0" y="34290"/>
                </a:moveTo>
                <a:lnTo>
                  <a:pt x="328295" y="0"/>
                </a:lnTo>
                <a:lnTo>
                  <a:pt x="334010" y="50800"/>
                </a:lnTo>
                <a:lnTo>
                  <a:pt x="5715" y="85090"/>
                </a:lnTo>
                <a:close/>
              </a:path>
            </a:pathLst>
          </a:custGeom>
          <a:solidFill>
            <a:srgbClr val="E2932B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1" name="Kształt 48"/>
          <p:cNvSpPr/>
          <p:nvPr/>
        </p:nvSpPr>
        <p:spPr>
          <a:xfrm>
            <a:off x="4479925" y="4472940"/>
            <a:ext cx="303530" cy="302895"/>
          </a:xfrm>
          <a:custGeom>
            <a:avLst/>
            <a:gdLst/>
            <a:ahLst/>
            <a:cxnLst/>
            <a:rect l="0" t="0" r="r" b="b"/>
            <a:pathLst>
              <a:path w="303530" h="302895">
                <a:moveTo>
                  <a:pt x="303530" y="135255"/>
                </a:moveTo>
                <a:lnTo>
                  <a:pt x="302260" y="175260"/>
                </a:lnTo>
                <a:lnTo>
                  <a:pt x="290830" y="213360"/>
                </a:lnTo>
                <a:lnTo>
                  <a:pt x="270510" y="247015"/>
                </a:lnTo>
                <a:lnTo>
                  <a:pt x="241300" y="274955"/>
                </a:lnTo>
                <a:lnTo>
                  <a:pt x="206375" y="293370"/>
                </a:lnTo>
                <a:lnTo>
                  <a:pt x="167640" y="302895"/>
                </a:lnTo>
                <a:lnTo>
                  <a:pt x="127635" y="301625"/>
                </a:lnTo>
                <a:lnTo>
                  <a:pt x="89535" y="290830"/>
                </a:lnTo>
                <a:lnTo>
                  <a:pt x="55880" y="269875"/>
                </a:lnTo>
                <a:lnTo>
                  <a:pt x="28575" y="240665"/>
                </a:lnTo>
                <a:lnTo>
                  <a:pt x="9525" y="205740"/>
                </a:lnTo>
                <a:lnTo>
                  <a:pt x="0" y="167005"/>
                </a:lnTo>
                <a:lnTo>
                  <a:pt x="1270" y="127635"/>
                </a:lnTo>
                <a:lnTo>
                  <a:pt x="12700" y="89535"/>
                </a:lnTo>
                <a:lnTo>
                  <a:pt x="33020" y="55245"/>
                </a:lnTo>
                <a:lnTo>
                  <a:pt x="62230" y="27940"/>
                </a:lnTo>
                <a:lnTo>
                  <a:pt x="97155" y="8890"/>
                </a:lnTo>
                <a:lnTo>
                  <a:pt x="135890" y="0"/>
                </a:lnTo>
                <a:lnTo>
                  <a:pt x="175895" y="635"/>
                </a:lnTo>
                <a:lnTo>
                  <a:pt x="213995" y="12065"/>
                </a:lnTo>
                <a:lnTo>
                  <a:pt x="247650" y="33020"/>
                </a:lnTo>
                <a:lnTo>
                  <a:pt x="274955" y="61595"/>
                </a:lnTo>
                <a:lnTo>
                  <a:pt x="294005" y="96520"/>
                </a:lnTo>
                <a:close/>
              </a:path>
            </a:pathLst>
          </a:custGeom>
          <a:solidFill>
            <a:srgbClr val="FFF4D8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2" name="Kształt 49"/>
          <p:cNvSpPr/>
          <p:nvPr/>
        </p:nvSpPr>
        <p:spPr>
          <a:xfrm>
            <a:off x="4549775" y="4523105"/>
            <a:ext cx="153035" cy="173355"/>
          </a:xfrm>
          <a:custGeom>
            <a:avLst/>
            <a:gdLst/>
            <a:ahLst/>
            <a:cxnLst/>
            <a:rect l="0" t="0" r="r" b="b"/>
            <a:pathLst>
              <a:path w="153035" h="173355">
                <a:moveTo>
                  <a:pt x="0" y="173355"/>
                </a:moveTo>
                <a:lnTo>
                  <a:pt x="71120" y="0"/>
                </a:lnTo>
                <a:lnTo>
                  <a:pt x="153035" y="170180"/>
                </a:lnTo>
                <a:close/>
              </a:path>
            </a:pathLst>
          </a:custGeom>
          <a:solidFill>
            <a:srgbClr val="F6C44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3" name="Kształt 50"/>
          <p:cNvSpPr/>
          <p:nvPr/>
        </p:nvSpPr>
        <p:spPr>
          <a:xfrm>
            <a:off x="4628515" y="4563110"/>
            <a:ext cx="140335" cy="151130"/>
          </a:xfrm>
          <a:custGeom>
            <a:avLst/>
            <a:gdLst/>
            <a:ahLst/>
            <a:cxnLst/>
            <a:rect l="0" t="0" r="r" b="b"/>
            <a:pathLst>
              <a:path w="140335" h="151130">
                <a:moveTo>
                  <a:pt x="0" y="151130"/>
                </a:moveTo>
                <a:lnTo>
                  <a:pt x="99060" y="0"/>
                </a:lnTo>
                <a:lnTo>
                  <a:pt x="140335" y="149225"/>
                </a:lnTo>
                <a:close/>
              </a:path>
            </a:pathLst>
          </a:custGeom>
          <a:solidFill>
            <a:srgbClr val="E9A7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4" name="Kształt 51"/>
          <p:cNvSpPr/>
          <p:nvPr/>
        </p:nvSpPr>
        <p:spPr>
          <a:xfrm>
            <a:off x="7213600" y="4813300"/>
            <a:ext cx="508000" cy="101600"/>
          </a:xfrm>
          <a:custGeom>
            <a:avLst/>
            <a:gdLst/>
            <a:ahLst/>
            <a:cxnLst/>
            <a:rect l="0" t="0" r="r" b="b"/>
            <a:pathLst>
              <a:path w="508000" h="101600">
                <a:moveTo>
                  <a:pt x="508000" y="50800"/>
                </a:moveTo>
                <a:lnTo>
                  <a:pt x="504190" y="59690"/>
                </a:lnTo>
                <a:lnTo>
                  <a:pt x="492760" y="67945"/>
                </a:lnTo>
                <a:lnTo>
                  <a:pt x="473710" y="76200"/>
                </a:lnTo>
                <a:lnTo>
                  <a:pt x="448310" y="83185"/>
                </a:lnTo>
                <a:lnTo>
                  <a:pt x="417195" y="89535"/>
                </a:lnTo>
                <a:lnTo>
                  <a:pt x="381000" y="94615"/>
                </a:lnTo>
                <a:lnTo>
                  <a:pt x="340995" y="98425"/>
                </a:lnTo>
                <a:lnTo>
                  <a:pt x="297815" y="100965"/>
                </a:lnTo>
                <a:lnTo>
                  <a:pt x="254000" y="101600"/>
                </a:lnTo>
                <a:lnTo>
                  <a:pt x="210185" y="100965"/>
                </a:lnTo>
                <a:lnTo>
                  <a:pt x="167005" y="98425"/>
                </a:lnTo>
                <a:lnTo>
                  <a:pt x="127000" y="94615"/>
                </a:lnTo>
                <a:lnTo>
                  <a:pt x="90805" y="89535"/>
                </a:lnTo>
                <a:lnTo>
                  <a:pt x="59690" y="83185"/>
                </a:lnTo>
                <a:lnTo>
                  <a:pt x="34290" y="76200"/>
                </a:lnTo>
                <a:lnTo>
                  <a:pt x="15240" y="67945"/>
                </a:lnTo>
                <a:lnTo>
                  <a:pt x="3810" y="59690"/>
                </a:lnTo>
                <a:lnTo>
                  <a:pt x="0" y="50800"/>
                </a:lnTo>
                <a:lnTo>
                  <a:pt x="3810" y="41910"/>
                </a:lnTo>
                <a:lnTo>
                  <a:pt x="15240" y="33655"/>
                </a:lnTo>
                <a:lnTo>
                  <a:pt x="34290" y="25400"/>
                </a:lnTo>
                <a:lnTo>
                  <a:pt x="59690" y="18415"/>
                </a:lnTo>
                <a:lnTo>
                  <a:pt x="90805" y="12065"/>
                </a:lnTo>
                <a:lnTo>
                  <a:pt x="127000" y="6985"/>
                </a:lnTo>
                <a:lnTo>
                  <a:pt x="167005" y="3175"/>
                </a:lnTo>
                <a:lnTo>
                  <a:pt x="210185" y="635"/>
                </a:lnTo>
                <a:lnTo>
                  <a:pt x="254000" y="0"/>
                </a:lnTo>
                <a:lnTo>
                  <a:pt x="297815" y="635"/>
                </a:lnTo>
                <a:lnTo>
                  <a:pt x="340995" y="3175"/>
                </a:lnTo>
                <a:lnTo>
                  <a:pt x="381000" y="6985"/>
                </a:lnTo>
                <a:lnTo>
                  <a:pt x="417195" y="12065"/>
                </a:lnTo>
                <a:lnTo>
                  <a:pt x="448310" y="18415"/>
                </a:lnTo>
                <a:lnTo>
                  <a:pt x="473710" y="25400"/>
                </a:lnTo>
                <a:lnTo>
                  <a:pt x="492760" y="33655"/>
                </a:lnTo>
                <a:lnTo>
                  <a:pt x="504190" y="41910"/>
                </a:lnTo>
                <a:close/>
              </a:path>
            </a:pathLst>
          </a:custGeom>
          <a:solidFill>
            <a:srgbClr val="5A3321">
              <a:alpha val="1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5" name="Kształt 52"/>
          <p:cNvSpPr/>
          <p:nvPr/>
        </p:nvSpPr>
        <p:spPr>
          <a:xfrm>
            <a:off x="7245350" y="4381500"/>
            <a:ext cx="444500" cy="482600"/>
          </a:xfrm>
          <a:custGeom>
            <a:avLst/>
            <a:gdLst/>
            <a:ahLst/>
            <a:cxnLst/>
            <a:rect l="0" t="0" r="r" b="b"/>
            <a:pathLst>
              <a:path w="444500" h="482600">
                <a:moveTo>
                  <a:pt x="0" y="0"/>
                </a:moveTo>
                <a:lnTo>
                  <a:pt x="444500" y="0"/>
                </a:lnTo>
                <a:lnTo>
                  <a:pt x="444500" y="438150"/>
                </a:lnTo>
                <a:lnTo>
                  <a:pt x="400050" y="482600"/>
                </a:lnTo>
                <a:lnTo>
                  <a:pt x="44450" y="482600"/>
                </a:lnTo>
                <a:lnTo>
                  <a:pt x="0" y="438150"/>
                </a:lnTo>
                <a:close/>
              </a:path>
            </a:pathLst>
          </a:custGeom>
          <a:solidFill>
            <a:srgbClr val="CF1723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6" name="Kształt 53"/>
          <p:cNvSpPr/>
          <p:nvPr/>
        </p:nvSpPr>
        <p:spPr>
          <a:xfrm>
            <a:off x="7581900" y="4381500"/>
            <a:ext cx="107950" cy="482600"/>
          </a:xfrm>
          <a:custGeom>
            <a:avLst/>
            <a:gdLst/>
            <a:ahLst/>
            <a:cxnLst/>
            <a:rect l="0" t="0" r="r" b="b"/>
            <a:pathLst>
              <a:path w="107950" h="482600">
                <a:moveTo>
                  <a:pt x="0" y="0"/>
                </a:moveTo>
                <a:lnTo>
                  <a:pt x="107950" y="0"/>
                </a:lnTo>
                <a:lnTo>
                  <a:pt x="107950" y="438150"/>
                </a:lnTo>
                <a:lnTo>
                  <a:pt x="63500" y="482600"/>
                </a:lnTo>
                <a:lnTo>
                  <a:pt x="0" y="482600"/>
                </a:lnTo>
                <a:close/>
              </a:path>
            </a:pathLst>
          </a:custGeom>
          <a:solidFill>
            <a:srgbClr val="B51A22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7" name="Kształt 54"/>
          <p:cNvSpPr/>
          <p:nvPr/>
        </p:nvSpPr>
        <p:spPr>
          <a:xfrm>
            <a:off x="7283450" y="4419600"/>
            <a:ext cx="38100" cy="381000"/>
          </a:xfrm>
          <a:custGeom>
            <a:avLst/>
            <a:gdLst/>
            <a:ahLst/>
            <a:cxnLst/>
            <a:rect l="0" t="0" r="r" b="b"/>
            <a:pathLst>
              <a:path w="38100" h="381000">
                <a:moveTo>
                  <a:pt x="0" y="0"/>
                </a:moveTo>
                <a:lnTo>
                  <a:pt x="38100" y="0"/>
                </a:lnTo>
                <a:lnTo>
                  <a:pt x="38100" y="381000"/>
                </a:lnTo>
                <a:lnTo>
                  <a:pt x="0" y="381000"/>
                </a:lnTo>
                <a:close/>
              </a:path>
            </a:pathLst>
          </a:custGeom>
          <a:solidFill>
            <a:srgbClr val="FFFFFF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8" name="Kształt 55"/>
          <p:cNvSpPr/>
          <p:nvPr/>
        </p:nvSpPr>
        <p:spPr>
          <a:xfrm>
            <a:off x="7245350" y="4495800"/>
            <a:ext cx="444500" cy="228600"/>
          </a:xfrm>
          <a:custGeom>
            <a:avLst/>
            <a:gdLst/>
            <a:ahLst/>
            <a:cxnLst/>
            <a:rect l="0" t="0" r="r" b="b"/>
            <a:pathLst>
              <a:path w="444500" h="228600">
                <a:moveTo>
                  <a:pt x="0" y="0"/>
                </a:moveTo>
                <a:lnTo>
                  <a:pt x="444500" y="0"/>
                </a:lnTo>
                <a:lnTo>
                  <a:pt x="444500" y="228600"/>
                </a:lnTo>
                <a:lnTo>
                  <a:pt x="0" y="228600"/>
                </a:lnTo>
                <a:close/>
              </a:path>
            </a:pathLst>
          </a:custGeom>
          <a:solidFill>
            <a:srgbClr val="E2932B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9" name="Kształt 56"/>
          <p:cNvSpPr/>
          <p:nvPr/>
        </p:nvSpPr>
        <p:spPr>
          <a:xfrm>
            <a:off x="7581900" y="4495800"/>
            <a:ext cx="107950" cy="228600"/>
          </a:xfrm>
          <a:custGeom>
            <a:avLst/>
            <a:gdLst/>
            <a:ahLst/>
            <a:cxnLst/>
            <a:rect l="0" t="0" r="r" b="b"/>
            <a:pathLst>
              <a:path w="107950" h="228600">
                <a:moveTo>
                  <a:pt x="0" y="0"/>
                </a:moveTo>
                <a:lnTo>
                  <a:pt x="107950" y="0"/>
                </a:lnTo>
                <a:lnTo>
                  <a:pt x="107950" y="228600"/>
                </a:lnTo>
                <a:lnTo>
                  <a:pt x="0" y="228600"/>
                </a:lnTo>
                <a:close/>
              </a:path>
            </a:pathLst>
          </a:custGeom>
          <a:solidFill>
            <a:srgbClr val="C4741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0" name="Kształt 57"/>
          <p:cNvSpPr/>
          <p:nvPr/>
        </p:nvSpPr>
        <p:spPr>
          <a:xfrm>
            <a:off x="7340600" y="4572000"/>
            <a:ext cx="215900" cy="76200"/>
          </a:xfrm>
          <a:custGeom>
            <a:avLst/>
            <a:gdLst/>
            <a:ahLst/>
            <a:cxnLst/>
            <a:rect l="0" t="0" r="r" b="b"/>
            <a:pathLst>
              <a:path w="215900" h="76200">
                <a:moveTo>
                  <a:pt x="0" y="0"/>
                </a:moveTo>
                <a:lnTo>
                  <a:pt x="215900" y="0"/>
                </a:lnTo>
                <a:lnTo>
                  <a:pt x="215900" y="76200"/>
                </a:lnTo>
                <a:lnTo>
                  <a:pt x="0" y="762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1" name="Kształt 58"/>
          <p:cNvSpPr/>
          <p:nvPr/>
        </p:nvSpPr>
        <p:spPr>
          <a:xfrm>
            <a:off x="7270750" y="4343400"/>
            <a:ext cx="393700" cy="38100"/>
          </a:xfrm>
          <a:custGeom>
            <a:avLst/>
            <a:gdLst/>
            <a:ahLst/>
            <a:cxnLst/>
            <a:rect l="0" t="0" r="r" b="b"/>
            <a:pathLst>
              <a:path w="393700" h="38100">
                <a:moveTo>
                  <a:pt x="0" y="0"/>
                </a:moveTo>
                <a:lnTo>
                  <a:pt x="393700" y="0"/>
                </a:lnTo>
                <a:lnTo>
                  <a:pt x="393700" y="38100"/>
                </a:lnTo>
                <a:lnTo>
                  <a:pt x="0" y="38100"/>
                </a:lnTo>
                <a:close/>
              </a:path>
            </a:pathLst>
          </a:custGeom>
          <a:solidFill>
            <a:srgbClr val="95161D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2" name="Kształt 59"/>
          <p:cNvSpPr/>
          <p:nvPr/>
        </p:nvSpPr>
        <p:spPr>
          <a:xfrm>
            <a:off x="7258050" y="4241800"/>
            <a:ext cx="419100" cy="101600"/>
          </a:xfrm>
          <a:custGeom>
            <a:avLst/>
            <a:gdLst/>
            <a:ahLst/>
            <a:cxnLst/>
            <a:rect l="0" t="0" r="r" b="b"/>
            <a:pathLst>
              <a:path w="419100" h="101600">
                <a:moveTo>
                  <a:pt x="0" y="0"/>
                </a:moveTo>
                <a:lnTo>
                  <a:pt x="419100" y="0"/>
                </a:lnTo>
                <a:lnTo>
                  <a:pt x="419100" y="101600"/>
                </a:lnTo>
                <a:lnTo>
                  <a:pt x="0" y="101600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3" name="Kształt 60"/>
          <p:cNvSpPr/>
          <p:nvPr/>
        </p:nvSpPr>
        <p:spPr>
          <a:xfrm>
            <a:off x="7581900" y="4241800"/>
            <a:ext cx="95250" cy="101600"/>
          </a:xfrm>
          <a:custGeom>
            <a:avLst/>
            <a:gdLst/>
            <a:ahLst/>
            <a:cxnLst/>
            <a:rect l="0" t="0" r="r" b="b"/>
            <a:pathLst>
              <a:path w="95250" h="101600">
                <a:moveTo>
                  <a:pt x="0" y="0"/>
                </a:moveTo>
                <a:lnTo>
                  <a:pt x="95250" y="0"/>
                </a:lnTo>
                <a:lnTo>
                  <a:pt x="95250" y="101600"/>
                </a:lnTo>
                <a:lnTo>
                  <a:pt x="0" y="101600"/>
                </a:lnTo>
                <a:close/>
              </a:path>
            </a:pathLst>
          </a:custGeom>
          <a:solidFill>
            <a:srgbClr val="2B2B2B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4" name="Kształt 61"/>
          <p:cNvSpPr/>
          <p:nvPr/>
        </p:nvSpPr>
        <p:spPr>
          <a:xfrm>
            <a:off x="7258050" y="4203700"/>
            <a:ext cx="419100" cy="76200"/>
          </a:xfrm>
          <a:custGeom>
            <a:avLst/>
            <a:gdLst/>
            <a:ahLst/>
            <a:cxnLst/>
            <a:rect l="0" t="0" r="r" b="b"/>
            <a:pathLst>
              <a:path w="419100" h="76200">
                <a:moveTo>
                  <a:pt x="419100" y="38100"/>
                </a:moveTo>
                <a:lnTo>
                  <a:pt x="412115" y="48260"/>
                </a:lnTo>
                <a:lnTo>
                  <a:pt x="391160" y="57150"/>
                </a:lnTo>
                <a:lnTo>
                  <a:pt x="357505" y="64770"/>
                </a:lnTo>
                <a:lnTo>
                  <a:pt x="314325" y="71120"/>
                </a:lnTo>
                <a:lnTo>
                  <a:pt x="263525" y="74930"/>
                </a:lnTo>
                <a:lnTo>
                  <a:pt x="209550" y="76200"/>
                </a:lnTo>
                <a:lnTo>
                  <a:pt x="155575" y="74930"/>
                </a:lnTo>
                <a:lnTo>
                  <a:pt x="104775" y="71120"/>
                </a:lnTo>
                <a:lnTo>
                  <a:pt x="61595" y="64770"/>
                </a:lnTo>
                <a:lnTo>
                  <a:pt x="27940" y="57150"/>
                </a:lnTo>
                <a:lnTo>
                  <a:pt x="6985" y="48260"/>
                </a:lnTo>
                <a:lnTo>
                  <a:pt x="0" y="38100"/>
                </a:lnTo>
                <a:lnTo>
                  <a:pt x="6985" y="27940"/>
                </a:lnTo>
                <a:lnTo>
                  <a:pt x="27940" y="19050"/>
                </a:lnTo>
                <a:lnTo>
                  <a:pt x="61595" y="11430"/>
                </a:lnTo>
                <a:lnTo>
                  <a:pt x="104775" y="5080"/>
                </a:lnTo>
                <a:lnTo>
                  <a:pt x="155575" y="1270"/>
                </a:lnTo>
                <a:lnTo>
                  <a:pt x="209550" y="0"/>
                </a:lnTo>
                <a:lnTo>
                  <a:pt x="263525" y="1270"/>
                </a:lnTo>
                <a:lnTo>
                  <a:pt x="314325" y="5080"/>
                </a:lnTo>
                <a:lnTo>
                  <a:pt x="357505" y="11430"/>
                </a:lnTo>
                <a:lnTo>
                  <a:pt x="391160" y="19050"/>
                </a:lnTo>
                <a:lnTo>
                  <a:pt x="412115" y="27940"/>
                </a:lnTo>
                <a:close/>
              </a:path>
            </a:pathLst>
          </a:custGeom>
          <a:solidFill>
            <a:srgbClr val="5A5A5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5" name="Kształt 62"/>
          <p:cNvSpPr/>
          <p:nvPr/>
        </p:nvSpPr>
        <p:spPr>
          <a:xfrm>
            <a:off x="9410700" y="4815840"/>
            <a:ext cx="355600" cy="71120"/>
          </a:xfrm>
          <a:custGeom>
            <a:avLst/>
            <a:gdLst/>
            <a:ahLst/>
            <a:cxnLst/>
            <a:rect l="0" t="0" r="r" b="b"/>
            <a:pathLst>
              <a:path w="355600" h="71120">
                <a:moveTo>
                  <a:pt x="355600" y="35560"/>
                </a:moveTo>
                <a:lnTo>
                  <a:pt x="353060" y="41910"/>
                </a:lnTo>
                <a:lnTo>
                  <a:pt x="344805" y="47625"/>
                </a:lnTo>
                <a:lnTo>
                  <a:pt x="331470" y="53340"/>
                </a:lnTo>
                <a:lnTo>
                  <a:pt x="313690" y="58420"/>
                </a:lnTo>
                <a:lnTo>
                  <a:pt x="292100" y="62865"/>
                </a:lnTo>
                <a:lnTo>
                  <a:pt x="266700" y="66040"/>
                </a:lnTo>
                <a:lnTo>
                  <a:pt x="238760" y="69215"/>
                </a:lnTo>
                <a:lnTo>
                  <a:pt x="208915" y="70485"/>
                </a:lnTo>
                <a:lnTo>
                  <a:pt x="177800" y="71120"/>
                </a:lnTo>
                <a:lnTo>
                  <a:pt x="146685" y="70485"/>
                </a:lnTo>
                <a:lnTo>
                  <a:pt x="116840" y="69215"/>
                </a:lnTo>
                <a:lnTo>
                  <a:pt x="88900" y="66040"/>
                </a:lnTo>
                <a:lnTo>
                  <a:pt x="63500" y="62865"/>
                </a:lnTo>
                <a:lnTo>
                  <a:pt x="41910" y="58420"/>
                </a:lnTo>
                <a:lnTo>
                  <a:pt x="24130" y="53340"/>
                </a:lnTo>
                <a:lnTo>
                  <a:pt x="10795" y="47625"/>
                </a:lnTo>
                <a:lnTo>
                  <a:pt x="2540" y="41910"/>
                </a:lnTo>
                <a:lnTo>
                  <a:pt x="0" y="35560"/>
                </a:lnTo>
                <a:lnTo>
                  <a:pt x="2540" y="29210"/>
                </a:lnTo>
                <a:lnTo>
                  <a:pt x="10795" y="23495"/>
                </a:lnTo>
                <a:lnTo>
                  <a:pt x="24130" y="17780"/>
                </a:lnTo>
                <a:lnTo>
                  <a:pt x="41910" y="12700"/>
                </a:lnTo>
                <a:lnTo>
                  <a:pt x="63500" y="8255"/>
                </a:lnTo>
                <a:lnTo>
                  <a:pt x="88900" y="5080"/>
                </a:lnTo>
                <a:lnTo>
                  <a:pt x="116840" y="1905"/>
                </a:lnTo>
                <a:lnTo>
                  <a:pt x="146685" y="635"/>
                </a:lnTo>
                <a:lnTo>
                  <a:pt x="177800" y="0"/>
                </a:lnTo>
                <a:lnTo>
                  <a:pt x="208915" y="635"/>
                </a:lnTo>
                <a:lnTo>
                  <a:pt x="238760" y="1905"/>
                </a:lnTo>
                <a:lnTo>
                  <a:pt x="266700" y="5080"/>
                </a:lnTo>
                <a:lnTo>
                  <a:pt x="292100" y="8255"/>
                </a:lnTo>
                <a:lnTo>
                  <a:pt x="313690" y="12700"/>
                </a:lnTo>
                <a:lnTo>
                  <a:pt x="331470" y="17780"/>
                </a:lnTo>
                <a:lnTo>
                  <a:pt x="344805" y="23495"/>
                </a:lnTo>
                <a:lnTo>
                  <a:pt x="353060" y="29210"/>
                </a:lnTo>
                <a:close/>
              </a:path>
            </a:pathLst>
          </a:custGeom>
          <a:solidFill>
            <a:srgbClr val="5A3321">
              <a:alpha val="1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6" name="Kształt 63"/>
          <p:cNvSpPr/>
          <p:nvPr/>
        </p:nvSpPr>
        <p:spPr>
          <a:xfrm>
            <a:off x="9448800" y="4851400"/>
            <a:ext cx="279400" cy="38100"/>
          </a:xfrm>
          <a:custGeom>
            <a:avLst/>
            <a:gdLst/>
            <a:ahLst/>
            <a:cxnLst/>
            <a:rect l="0" t="0" r="r" b="b"/>
            <a:pathLst>
              <a:path w="279400" h="38100">
                <a:moveTo>
                  <a:pt x="279400" y="0"/>
                </a:moveTo>
                <a:lnTo>
                  <a:pt x="274955" y="10160"/>
                </a:lnTo>
                <a:lnTo>
                  <a:pt x="260985" y="19050"/>
                </a:lnTo>
                <a:lnTo>
                  <a:pt x="238760" y="26670"/>
                </a:lnTo>
                <a:lnTo>
                  <a:pt x="209550" y="33020"/>
                </a:lnTo>
                <a:lnTo>
                  <a:pt x="175895" y="36830"/>
                </a:lnTo>
                <a:lnTo>
                  <a:pt x="139700" y="38100"/>
                </a:lnTo>
                <a:lnTo>
                  <a:pt x="103505" y="36830"/>
                </a:lnTo>
                <a:lnTo>
                  <a:pt x="69850" y="33020"/>
                </a:lnTo>
                <a:lnTo>
                  <a:pt x="40640" y="26670"/>
                </a:lnTo>
                <a:lnTo>
                  <a:pt x="18415" y="19050"/>
                </a:lnTo>
                <a:lnTo>
                  <a:pt x="4445" y="10160"/>
                </a:lnTo>
                <a:lnTo>
                  <a:pt x="0" y="0"/>
                </a:lnTo>
                <a:close/>
              </a:path>
            </a:pathLst>
          </a:custGeom>
          <a:solidFill>
            <a:srgbClr val="2C6F98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7" name="Kształt 64"/>
          <p:cNvSpPr/>
          <p:nvPr/>
        </p:nvSpPr>
        <p:spPr>
          <a:xfrm>
            <a:off x="9448800" y="4318000"/>
            <a:ext cx="279400" cy="533400"/>
          </a:xfrm>
          <a:custGeom>
            <a:avLst/>
            <a:gdLst/>
            <a:ahLst/>
            <a:cxnLst/>
            <a:rect l="0" t="0" r="r" b="b"/>
            <a:pathLst>
              <a:path w="279400" h="533400">
                <a:moveTo>
                  <a:pt x="0" y="0"/>
                </a:moveTo>
                <a:lnTo>
                  <a:pt x="279400" y="0"/>
                </a:lnTo>
                <a:lnTo>
                  <a:pt x="279400" y="533400"/>
                </a:lnTo>
                <a:lnTo>
                  <a:pt x="0" y="533400"/>
                </a:lnTo>
                <a:close/>
              </a:path>
            </a:pathLst>
          </a:custGeom>
          <a:solidFill>
            <a:srgbClr val="3A8FC2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8" name="Kształt 65"/>
          <p:cNvSpPr/>
          <p:nvPr/>
        </p:nvSpPr>
        <p:spPr>
          <a:xfrm>
            <a:off x="9639300" y="4318000"/>
            <a:ext cx="88900" cy="533400"/>
          </a:xfrm>
          <a:custGeom>
            <a:avLst/>
            <a:gdLst/>
            <a:ahLst/>
            <a:cxnLst/>
            <a:rect l="0" t="0" r="r" b="b"/>
            <a:pathLst>
              <a:path w="88900" h="533400">
                <a:moveTo>
                  <a:pt x="0" y="0"/>
                </a:moveTo>
                <a:lnTo>
                  <a:pt x="88900" y="0"/>
                </a:lnTo>
                <a:lnTo>
                  <a:pt x="88900" y="533400"/>
                </a:lnTo>
                <a:lnTo>
                  <a:pt x="0" y="533400"/>
                </a:lnTo>
                <a:close/>
              </a:path>
            </a:pathLst>
          </a:custGeom>
          <a:solidFill>
            <a:srgbClr val="2C6F98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9" name="Kształt 66"/>
          <p:cNvSpPr/>
          <p:nvPr/>
        </p:nvSpPr>
        <p:spPr>
          <a:xfrm>
            <a:off x="9448800" y="4495800"/>
            <a:ext cx="279400" cy="152400"/>
          </a:xfrm>
          <a:custGeom>
            <a:avLst/>
            <a:gdLst/>
            <a:ahLst/>
            <a:cxnLst/>
            <a:rect l="0" t="0" r="r" b="b"/>
            <a:pathLst>
              <a:path w="279400" h="152400">
                <a:moveTo>
                  <a:pt x="0" y="63500"/>
                </a:moveTo>
                <a:lnTo>
                  <a:pt x="279400" y="0"/>
                </a:lnTo>
                <a:lnTo>
                  <a:pt x="279400" y="88900"/>
                </a:lnTo>
                <a:lnTo>
                  <a:pt x="0" y="1524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0" name="Kształt 67"/>
          <p:cNvSpPr/>
          <p:nvPr/>
        </p:nvSpPr>
        <p:spPr>
          <a:xfrm>
            <a:off x="9639300" y="4495800"/>
            <a:ext cx="88900" cy="109220"/>
          </a:xfrm>
          <a:custGeom>
            <a:avLst/>
            <a:gdLst/>
            <a:ahLst/>
            <a:cxnLst/>
            <a:rect l="0" t="0" r="r" b="b"/>
            <a:pathLst>
              <a:path w="88900" h="109220">
                <a:moveTo>
                  <a:pt x="0" y="20320"/>
                </a:moveTo>
                <a:lnTo>
                  <a:pt x="88900" y="0"/>
                </a:lnTo>
                <a:lnTo>
                  <a:pt x="88900" y="88900"/>
                </a:lnTo>
                <a:lnTo>
                  <a:pt x="0" y="109220"/>
                </a:lnTo>
                <a:close/>
              </a:path>
            </a:pathLst>
          </a:custGeom>
          <a:solidFill>
            <a:srgbClr val="E6E9ED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1" name="Kształt 68"/>
          <p:cNvSpPr/>
          <p:nvPr/>
        </p:nvSpPr>
        <p:spPr>
          <a:xfrm>
            <a:off x="9486900" y="4368800"/>
            <a:ext cx="25400" cy="431800"/>
          </a:xfrm>
          <a:custGeom>
            <a:avLst/>
            <a:gdLst/>
            <a:ahLst/>
            <a:cxnLst/>
            <a:rect l="0" t="0" r="r" b="b"/>
            <a:pathLst>
              <a:path w="25400" h="431800">
                <a:moveTo>
                  <a:pt x="0" y="0"/>
                </a:moveTo>
                <a:lnTo>
                  <a:pt x="25400" y="0"/>
                </a:lnTo>
                <a:lnTo>
                  <a:pt x="25400" y="431800"/>
                </a:lnTo>
                <a:lnTo>
                  <a:pt x="0" y="431800"/>
                </a:lnTo>
                <a:close/>
              </a:path>
            </a:pathLst>
          </a:custGeom>
          <a:solidFill>
            <a:srgbClr val="FFFFFF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2" name="Kształt 69"/>
          <p:cNvSpPr/>
          <p:nvPr/>
        </p:nvSpPr>
        <p:spPr>
          <a:xfrm>
            <a:off x="9448800" y="4279900"/>
            <a:ext cx="279400" cy="76200"/>
          </a:xfrm>
          <a:custGeom>
            <a:avLst/>
            <a:gdLst/>
            <a:ahLst/>
            <a:cxnLst/>
            <a:rect l="0" t="0" r="r" b="b"/>
            <a:pathLst>
              <a:path w="279400" h="76200">
                <a:moveTo>
                  <a:pt x="279400" y="38100"/>
                </a:moveTo>
                <a:lnTo>
                  <a:pt x="274955" y="48260"/>
                </a:lnTo>
                <a:lnTo>
                  <a:pt x="260985" y="57150"/>
                </a:lnTo>
                <a:lnTo>
                  <a:pt x="238760" y="64770"/>
                </a:lnTo>
                <a:lnTo>
                  <a:pt x="209550" y="71120"/>
                </a:lnTo>
                <a:lnTo>
                  <a:pt x="175895" y="74930"/>
                </a:lnTo>
                <a:lnTo>
                  <a:pt x="139700" y="76200"/>
                </a:lnTo>
                <a:lnTo>
                  <a:pt x="103505" y="74930"/>
                </a:lnTo>
                <a:lnTo>
                  <a:pt x="69850" y="71120"/>
                </a:lnTo>
                <a:lnTo>
                  <a:pt x="40640" y="64770"/>
                </a:lnTo>
                <a:lnTo>
                  <a:pt x="18415" y="57150"/>
                </a:lnTo>
                <a:lnTo>
                  <a:pt x="4445" y="48260"/>
                </a:lnTo>
                <a:lnTo>
                  <a:pt x="0" y="38100"/>
                </a:lnTo>
                <a:lnTo>
                  <a:pt x="4445" y="27940"/>
                </a:lnTo>
                <a:lnTo>
                  <a:pt x="18415" y="19050"/>
                </a:lnTo>
                <a:lnTo>
                  <a:pt x="40640" y="11430"/>
                </a:lnTo>
                <a:lnTo>
                  <a:pt x="69850" y="5080"/>
                </a:lnTo>
                <a:lnTo>
                  <a:pt x="103505" y="1270"/>
                </a:lnTo>
                <a:lnTo>
                  <a:pt x="139700" y="0"/>
                </a:lnTo>
                <a:lnTo>
                  <a:pt x="175895" y="1270"/>
                </a:lnTo>
                <a:lnTo>
                  <a:pt x="209550" y="5080"/>
                </a:lnTo>
                <a:lnTo>
                  <a:pt x="238760" y="11430"/>
                </a:lnTo>
                <a:lnTo>
                  <a:pt x="260985" y="19050"/>
                </a:lnTo>
                <a:lnTo>
                  <a:pt x="274955" y="27940"/>
                </a:lnTo>
                <a:close/>
              </a:path>
            </a:pathLst>
          </a:custGeom>
          <a:solidFill>
            <a:srgbClr val="DFE5E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3" name="Kształt 70"/>
          <p:cNvSpPr/>
          <p:nvPr/>
        </p:nvSpPr>
        <p:spPr>
          <a:xfrm>
            <a:off x="9493250" y="4295140"/>
            <a:ext cx="190500" cy="45720"/>
          </a:xfrm>
          <a:custGeom>
            <a:avLst/>
            <a:gdLst/>
            <a:ahLst/>
            <a:cxnLst/>
            <a:rect l="0" t="0" r="r" b="b"/>
            <a:pathLst>
              <a:path w="190500" h="45720">
                <a:moveTo>
                  <a:pt x="190500" y="22860"/>
                </a:moveTo>
                <a:lnTo>
                  <a:pt x="187325" y="28575"/>
                </a:lnTo>
                <a:lnTo>
                  <a:pt x="177800" y="34290"/>
                </a:lnTo>
                <a:lnTo>
                  <a:pt x="162560" y="38735"/>
                </a:lnTo>
                <a:lnTo>
                  <a:pt x="142875" y="42545"/>
                </a:lnTo>
                <a:lnTo>
                  <a:pt x="120015" y="45085"/>
                </a:lnTo>
                <a:lnTo>
                  <a:pt x="95250" y="45720"/>
                </a:lnTo>
                <a:lnTo>
                  <a:pt x="70485" y="45085"/>
                </a:lnTo>
                <a:lnTo>
                  <a:pt x="47625" y="42545"/>
                </a:lnTo>
                <a:lnTo>
                  <a:pt x="27940" y="38735"/>
                </a:lnTo>
                <a:lnTo>
                  <a:pt x="12700" y="34290"/>
                </a:lnTo>
                <a:lnTo>
                  <a:pt x="3175" y="28575"/>
                </a:lnTo>
                <a:lnTo>
                  <a:pt x="0" y="22860"/>
                </a:lnTo>
                <a:lnTo>
                  <a:pt x="3175" y="17145"/>
                </a:lnTo>
                <a:lnTo>
                  <a:pt x="12700" y="11430"/>
                </a:lnTo>
                <a:lnTo>
                  <a:pt x="27940" y="6985"/>
                </a:lnTo>
                <a:lnTo>
                  <a:pt x="47625" y="3175"/>
                </a:lnTo>
                <a:lnTo>
                  <a:pt x="70485" y="635"/>
                </a:lnTo>
                <a:lnTo>
                  <a:pt x="95250" y="0"/>
                </a:lnTo>
                <a:lnTo>
                  <a:pt x="120015" y="635"/>
                </a:lnTo>
                <a:lnTo>
                  <a:pt x="142875" y="3175"/>
                </a:lnTo>
                <a:lnTo>
                  <a:pt x="162560" y="6985"/>
                </a:lnTo>
                <a:lnTo>
                  <a:pt x="177800" y="11430"/>
                </a:lnTo>
                <a:lnTo>
                  <a:pt x="187325" y="17145"/>
                </a:lnTo>
                <a:close/>
              </a:path>
            </a:pathLst>
          </a:custGeom>
          <a:solidFill>
            <a:srgbClr val="B9C2C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4" name="Kształt 71"/>
          <p:cNvSpPr/>
          <p:nvPr/>
        </p:nvSpPr>
        <p:spPr>
          <a:xfrm>
            <a:off x="9569450" y="4298950"/>
            <a:ext cx="63500" cy="25400"/>
          </a:xfrm>
          <a:custGeom>
            <a:avLst/>
            <a:gdLst/>
            <a:ahLst/>
            <a:cxnLst/>
            <a:rect l="0" t="0" r="r" b="b"/>
            <a:pathLst>
              <a:path w="63500" h="25400">
                <a:moveTo>
                  <a:pt x="0" y="0"/>
                </a:moveTo>
                <a:lnTo>
                  <a:pt x="63500" y="0"/>
                </a:lnTo>
                <a:lnTo>
                  <a:pt x="63500" y="25400"/>
                </a:lnTo>
                <a:lnTo>
                  <a:pt x="0" y="25400"/>
                </a:lnTo>
                <a:close/>
              </a:path>
            </a:pathLst>
          </a:custGeom>
          <a:solidFill>
            <a:srgbClr val="9AA1AB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5" name="Kształt 72"/>
          <p:cNvSpPr/>
          <p:nvPr/>
        </p:nvSpPr>
        <p:spPr>
          <a:xfrm>
            <a:off x="9956800" y="4864100"/>
            <a:ext cx="381000" cy="76200"/>
          </a:xfrm>
          <a:custGeom>
            <a:avLst/>
            <a:gdLst/>
            <a:ahLst/>
            <a:cxnLst/>
            <a:rect l="0" t="0" r="r" b="b"/>
            <a:pathLst>
              <a:path w="381000" h="76200">
                <a:moveTo>
                  <a:pt x="381000" y="38100"/>
                </a:moveTo>
                <a:lnTo>
                  <a:pt x="377825" y="44450"/>
                </a:lnTo>
                <a:lnTo>
                  <a:pt x="369570" y="51435"/>
                </a:lnTo>
                <a:lnTo>
                  <a:pt x="355600" y="57150"/>
                </a:lnTo>
                <a:lnTo>
                  <a:pt x="336550" y="62865"/>
                </a:lnTo>
                <a:lnTo>
                  <a:pt x="313055" y="67310"/>
                </a:lnTo>
                <a:lnTo>
                  <a:pt x="285750" y="71120"/>
                </a:lnTo>
                <a:lnTo>
                  <a:pt x="255905" y="73660"/>
                </a:lnTo>
                <a:lnTo>
                  <a:pt x="223520" y="75565"/>
                </a:lnTo>
                <a:lnTo>
                  <a:pt x="190500" y="76200"/>
                </a:lnTo>
                <a:lnTo>
                  <a:pt x="157480" y="75565"/>
                </a:lnTo>
                <a:lnTo>
                  <a:pt x="125095" y="73660"/>
                </a:lnTo>
                <a:lnTo>
                  <a:pt x="95250" y="71120"/>
                </a:lnTo>
                <a:lnTo>
                  <a:pt x="67945" y="67310"/>
                </a:lnTo>
                <a:lnTo>
                  <a:pt x="44450" y="62865"/>
                </a:lnTo>
                <a:lnTo>
                  <a:pt x="25400" y="57150"/>
                </a:lnTo>
                <a:lnTo>
                  <a:pt x="11430" y="51435"/>
                </a:lnTo>
                <a:lnTo>
                  <a:pt x="3175" y="44450"/>
                </a:lnTo>
                <a:lnTo>
                  <a:pt x="0" y="38100"/>
                </a:lnTo>
                <a:lnTo>
                  <a:pt x="3175" y="31750"/>
                </a:lnTo>
                <a:lnTo>
                  <a:pt x="11430" y="24765"/>
                </a:lnTo>
                <a:lnTo>
                  <a:pt x="25400" y="19050"/>
                </a:lnTo>
                <a:lnTo>
                  <a:pt x="44450" y="13335"/>
                </a:lnTo>
                <a:lnTo>
                  <a:pt x="67945" y="8890"/>
                </a:lnTo>
                <a:lnTo>
                  <a:pt x="95250" y="5080"/>
                </a:lnTo>
                <a:lnTo>
                  <a:pt x="125095" y="2540"/>
                </a:lnTo>
                <a:lnTo>
                  <a:pt x="157480" y="635"/>
                </a:lnTo>
                <a:lnTo>
                  <a:pt x="190500" y="0"/>
                </a:lnTo>
                <a:lnTo>
                  <a:pt x="223520" y="635"/>
                </a:lnTo>
                <a:lnTo>
                  <a:pt x="255905" y="2540"/>
                </a:lnTo>
                <a:lnTo>
                  <a:pt x="285750" y="5080"/>
                </a:lnTo>
                <a:lnTo>
                  <a:pt x="313055" y="8890"/>
                </a:lnTo>
                <a:lnTo>
                  <a:pt x="336550" y="13335"/>
                </a:lnTo>
                <a:lnTo>
                  <a:pt x="355600" y="19050"/>
                </a:lnTo>
                <a:lnTo>
                  <a:pt x="369570" y="24765"/>
                </a:lnTo>
                <a:lnTo>
                  <a:pt x="377825" y="31750"/>
                </a:lnTo>
                <a:close/>
              </a:path>
            </a:pathLst>
          </a:custGeom>
          <a:solidFill>
            <a:srgbClr val="5A3321">
              <a:alpha val="1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6" name="Kształt 73"/>
          <p:cNvSpPr/>
          <p:nvPr/>
        </p:nvSpPr>
        <p:spPr>
          <a:xfrm>
            <a:off x="9982200" y="4318000"/>
            <a:ext cx="330200" cy="584200"/>
          </a:xfrm>
          <a:custGeom>
            <a:avLst/>
            <a:gdLst/>
            <a:ahLst/>
            <a:cxnLst/>
            <a:rect l="0" t="0" r="r" b="b"/>
            <a:pathLst>
              <a:path w="330200" h="584200">
                <a:moveTo>
                  <a:pt x="0" y="0"/>
                </a:moveTo>
                <a:lnTo>
                  <a:pt x="330200" y="0"/>
                </a:lnTo>
                <a:lnTo>
                  <a:pt x="304800" y="584200"/>
                </a:lnTo>
                <a:lnTo>
                  <a:pt x="25400" y="584200"/>
                </a:lnTo>
                <a:close/>
              </a:path>
            </a:pathLst>
          </a:custGeom>
          <a:solidFill>
            <a:srgbClr val="F3E2A0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7" name="Kształt 74"/>
          <p:cNvSpPr/>
          <p:nvPr/>
        </p:nvSpPr>
        <p:spPr>
          <a:xfrm>
            <a:off x="10210800" y="4318000"/>
            <a:ext cx="101600" cy="584200"/>
          </a:xfrm>
          <a:custGeom>
            <a:avLst/>
            <a:gdLst/>
            <a:ahLst/>
            <a:cxnLst/>
            <a:rect l="0" t="0" r="r" b="b"/>
            <a:pathLst>
              <a:path w="101600" h="584200">
                <a:moveTo>
                  <a:pt x="12700" y="0"/>
                </a:moveTo>
                <a:lnTo>
                  <a:pt x="101600" y="0"/>
                </a:lnTo>
                <a:lnTo>
                  <a:pt x="76200" y="584200"/>
                </a:lnTo>
                <a:lnTo>
                  <a:pt x="0" y="584200"/>
                </a:lnTo>
                <a:close/>
              </a:path>
            </a:pathLst>
          </a:custGeom>
          <a:solidFill>
            <a:srgbClr val="EAD38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8" name="Kształt 75"/>
          <p:cNvSpPr/>
          <p:nvPr/>
        </p:nvSpPr>
        <p:spPr>
          <a:xfrm>
            <a:off x="10026650" y="4368800"/>
            <a:ext cx="50800" cy="482600"/>
          </a:xfrm>
          <a:custGeom>
            <a:avLst/>
            <a:gdLst/>
            <a:ahLst/>
            <a:cxnLst/>
            <a:rect l="0" t="0" r="r" b="b"/>
            <a:pathLst>
              <a:path w="50800" h="482600">
                <a:moveTo>
                  <a:pt x="0" y="0"/>
                </a:moveTo>
                <a:lnTo>
                  <a:pt x="44450" y="0"/>
                </a:lnTo>
                <a:lnTo>
                  <a:pt x="50800" y="482600"/>
                </a:lnTo>
                <a:lnTo>
                  <a:pt x="19050" y="482600"/>
                </a:lnTo>
                <a:close/>
              </a:path>
            </a:pathLst>
          </a:custGeom>
          <a:solidFill>
            <a:srgbClr val="FBF1C8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9" name="Kształt 76"/>
          <p:cNvSpPr/>
          <p:nvPr/>
        </p:nvSpPr>
        <p:spPr>
          <a:xfrm>
            <a:off x="9982200" y="4279900"/>
            <a:ext cx="330200" cy="76200"/>
          </a:xfrm>
          <a:custGeom>
            <a:avLst/>
            <a:gdLst/>
            <a:ahLst/>
            <a:cxnLst/>
            <a:rect l="0" t="0" r="r" b="b"/>
            <a:pathLst>
              <a:path w="330200" h="76200">
                <a:moveTo>
                  <a:pt x="330200" y="38100"/>
                </a:moveTo>
                <a:lnTo>
                  <a:pt x="324485" y="48260"/>
                </a:lnTo>
                <a:lnTo>
                  <a:pt x="307975" y="57150"/>
                </a:lnTo>
                <a:lnTo>
                  <a:pt x="281940" y="64770"/>
                </a:lnTo>
                <a:lnTo>
                  <a:pt x="247650" y="71120"/>
                </a:lnTo>
                <a:lnTo>
                  <a:pt x="207645" y="74930"/>
                </a:lnTo>
                <a:lnTo>
                  <a:pt x="165100" y="76200"/>
                </a:lnTo>
                <a:lnTo>
                  <a:pt x="122555" y="74930"/>
                </a:lnTo>
                <a:lnTo>
                  <a:pt x="82550" y="71120"/>
                </a:lnTo>
                <a:lnTo>
                  <a:pt x="48260" y="64770"/>
                </a:lnTo>
                <a:lnTo>
                  <a:pt x="22225" y="57150"/>
                </a:lnTo>
                <a:lnTo>
                  <a:pt x="5715" y="48260"/>
                </a:lnTo>
                <a:lnTo>
                  <a:pt x="0" y="38100"/>
                </a:lnTo>
                <a:lnTo>
                  <a:pt x="5715" y="27940"/>
                </a:lnTo>
                <a:lnTo>
                  <a:pt x="22225" y="19050"/>
                </a:lnTo>
                <a:lnTo>
                  <a:pt x="48260" y="11430"/>
                </a:lnTo>
                <a:lnTo>
                  <a:pt x="82550" y="5080"/>
                </a:lnTo>
                <a:lnTo>
                  <a:pt x="122555" y="1270"/>
                </a:lnTo>
                <a:lnTo>
                  <a:pt x="165100" y="0"/>
                </a:lnTo>
                <a:lnTo>
                  <a:pt x="207645" y="1270"/>
                </a:lnTo>
                <a:lnTo>
                  <a:pt x="247650" y="5080"/>
                </a:lnTo>
                <a:lnTo>
                  <a:pt x="281940" y="11430"/>
                </a:lnTo>
                <a:lnTo>
                  <a:pt x="307975" y="19050"/>
                </a:lnTo>
                <a:lnTo>
                  <a:pt x="324485" y="27940"/>
                </a:lnTo>
                <a:close/>
              </a:path>
            </a:pathLst>
          </a:custGeom>
          <a:solidFill>
            <a:srgbClr val="FFF6D6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0" name="Kształt 77"/>
          <p:cNvSpPr/>
          <p:nvPr/>
        </p:nvSpPr>
        <p:spPr>
          <a:xfrm>
            <a:off x="10160000" y="3975100"/>
            <a:ext cx="139700" cy="355600"/>
          </a:xfrm>
          <a:custGeom>
            <a:avLst/>
            <a:gdLst/>
            <a:ahLst/>
            <a:cxnLst/>
            <a:rect l="0" t="0" r="r" b="b"/>
            <a:pathLst>
              <a:path w="139700" h="355600">
                <a:moveTo>
                  <a:pt x="0" y="355600"/>
                </a:moveTo>
                <a:lnTo>
                  <a:pt x="31750" y="355600"/>
                </a:lnTo>
                <a:lnTo>
                  <a:pt x="139700" y="0"/>
                </a:lnTo>
                <a:lnTo>
                  <a:pt x="107950" y="0"/>
                </a:lnTo>
                <a:close/>
              </a:path>
            </a:pathLst>
          </a:custGeom>
          <a:solidFill>
            <a:srgbClr val="EE3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1" name="Kształt 78"/>
          <p:cNvSpPr/>
          <p:nvPr/>
        </p:nvSpPr>
        <p:spPr>
          <a:xfrm>
            <a:off x="10191750" y="3975100"/>
            <a:ext cx="120650" cy="355600"/>
          </a:xfrm>
          <a:custGeom>
            <a:avLst/>
            <a:gdLst/>
            <a:ahLst/>
            <a:cxnLst/>
            <a:rect l="0" t="0" r="r" b="b"/>
            <a:pathLst>
              <a:path w="120650" h="355600">
                <a:moveTo>
                  <a:pt x="0" y="355600"/>
                </a:moveTo>
                <a:lnTo>
                  <a:pt x="12700" y="355600"/>
                </a:lnTo>
                <a:lnTo>
                  <a:pt x="120650" y="0"/>
                </a:lnTo>
                <a:lnTo>
                  <a:pt x="107950" y="0"/>
                </a:lnTo>
                <a:close/>
              </a:path>
            </a:pathLst>
          </a:custGeom>
          <a:solidFill>
            <a:srgbClr val="CF1723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2" name="Kształt 79"/>
          <p:cNvSpPr/>
          <p:nvPr/>
        </p:nvSpPr>
        <p:spPr>
          <a:xfrm>
            <a:off x="9925050" y="4222750"/>
            <a:ext cx="190500" cy="95250"/>
          </a:xfrm>
          <a:custGeom>
            <a:avLst/>
            <a:gdLst/>
            <a:ahLst/>
            <a:cxnLst/>
            <a:rect l="0" t="0" r="r" b="b"/>
            <a:pathLst>
              <a:path w="190500" h="95250">
                <a:moveTo>
                  <a:pt x="0" y="95250"/>
                </a:moveTo>
                <a:lnTo>
                  <a:pt x="3175" y="70485"/>
                </a:lnTo>
                <a:lnTo>
                  <a:pt x="12700" y="47625"/>
                </a:lnTo>
                <a:lnTo>
                  <a:pt x="27940" y="27940"/>
                </a:lnTo>
                <a:lnTo>
                  <a:pt x="47625" y="12700"/>
                </a:lnTo>
                <a:lnTo>
                  <a:pt x="70485" y="3175"/>
                </a:lnTo>
                <a:lnTo>
                  <a:pt x="95250" y="0"/>
                </a:lnTo>
                <a:lnTo>
                  <a:pt x="120015" y="3175"/>
                </a:lnTo>
                <a:lnTo>
                  <a:pt x="142875" y="12700"/>
                </a:lnTo>
                <a:lnTo>
                  <a:pt x="162560" y="27940"/>
                </a:lnTo>
                <a:lnTo>
                  <a:pt x="177800" y="47625"/>
                </a:lnTo>
                <a:lnTo>
                  <a:pt x="187325" y="70485"/>
                </a:lnTo>
                <a:lnTo>
                  <a:pt x="190500" y="95250"/>
                </a:lnTo>
                <a:close/>
              </a:path>
            </a:pathLst>
          </a:custGeom>
          <a:solidFill>
            <a:srgbClr val="F4D03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3" name="Kształt 80"/>
          <p:cNvSpPr/>
          <p:nvPr/>
        </p:nvSpPr>
        <p:spPr>
          <a:xfrm>
            <a:off x="9950450" y="4248150"/>
            <a:ext cx="139700" cy="69850"/>
          </a:xfrm>
          <a:custGeom>
            <a:avLst/>
            <a:gdLst/>
            <a:ahLst/>
            <a:cxnLst/>
            <a:rect l="0" t="0" r="r" b="b"/>
            <a:pathLst>
              <a:path w="139700" h="69850">
                <a:moveTo>
                  <a:pt x="0" y="69850"/>
                </a:moveTo>
                <a:lnTo>
                  <a:pt x="2540" y="52070"/>
                </a:lnTo>
                <a:lnTo>
                  <a:pt x="9525" y="34925"/>
                </a:lnTo>
                <a:lnTo>
                  <a:pt x="20320" y="20320"/>
                </a:lnTo>
                <a:lnTo>
                  <a:pt x="34925" y="9525"/>
                </a:lnTo>
                <a:lnTo>
                  <a:pt x="52070" y="2540"/>
                </a:lnTo>
                <a:lnTo>
                  <a:pt x="69850" y="0"/>
                </a:lnTo>
                <a:lnTo>
                  <a:pt x="87630" y="2540"/>
                </a:lnTo>
                <a:lnTo>
                  <a:pt x="104775" y="9525"/>
                </a:lnTo>
                <a:lnTo>
                  <a:pt x="119380" y="20320"/>
                </a:lnTo>
                <a:lnTo>
                  <a:pt x="130175" y="34925"/>
                </a:lnTo>
                <a:lnTo>
                  <a:pt x="137160" y="52070"/>
                </a:lnTo>
                <a:lnTo>
                  <a:pt x="139700" y="69850"/>
                </a:lnTo>
                <a:close/>
              </a:path>
            </a:pathLst>
          </a:custGeom>
          <a:solidFill>
            <a:srgbClr val="FBE78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4" name="Kształt 81"/>
          <p:cNvSpPr/>
          <p:nvPr/>
        </p:nvSpPr>
        <p:spPr>
          <a:xfrm>
            <a:off x="10452100" y="4953000"/>
            <a:ext cx="381000" cy="76200"/>
          </a:xfrm>
          <a:custGeom>
            <a:avLst/>
            <a:gdLst/>
            <a:ahLst/>
            <a:cxnLst/>
            <a:rect l="0" t="0" r="r" b="b"/>
            <a:pathLst>
              <a:path w="381000" h="76200">
                <a:moveTo>
                  <a:pt x="381000" y="38100"/>
                </a:moveTo>
                <a:lnTo>
                  <a:pt x="377825" y="44450"/>
                </a:lnTo>
                <a:lnTo>
                  <a:pt x="369570" y="51435"/>
                </a:lnTo>
                <a:lnTo>
                  <a:pt x="355600" y="57150"/>
                </a:lnTo>
                <a:lnTo>
                  <a:pt x="336550" y="62865"/>
                </a:lnTo>
                <a:lnTo>
                  <a:pt x="313055" y="67310"/>
                </a:lnTo>
                <a:lnTo>
                  <a:pt x="285750" y="71120"/>
                </a:lnTo>
                <a:lnTo>
                  <a:pt x="255905" y="73660"/>
                </a:lnTo>
                <a:lnTo>
                  <a:pt x="223520" y="75565"/>
                </a:lnTo>
                <a:lnTo>
                  <a:pt x="190500" y="76200"/>
                </a:lnTo>
                <a:lnTo>
                  <a:pt x="157480" y="75565"/>
                </a:lnTo>
                <a:lnTo>
                  <a:pt x="125095" y="73660"/>
                </a:lnTo>
                <a:lnTo>
                  <a:pt x="95250" y="71120"/>
                </a:lnTo>
                <a:lnTo>
                  <a:pt x="67945" y="67310"/>
                </a:lnTo>
                <a:lnTo>
                  <a:pt x="44450" y="62865"/>
                </a:lnTo>
                <a:lnTo>
                  <a:pt x="25400" y="57150"/>
                </a:lnTo>
                <a:lnTo>
                  <a:pt x="11430" y="51435"/>
                </a:lnTo>
                <a:lnTo>
                  <a:pt x="3175" y="44450"/>
                </a:lnTo>
                <a:lnTo>
                  <a:pt x="0" y="38100"/>
                </a:lnTo>
                <a:lnTo>
                  <a:pt x="3175" y="31750"/>
                </a:lnTo>
                <a:lnTo>
                  <a:pt x="11430" y="24765"/>
                </a:lnTo>
                <a:lnTo>
                  <a:pt x="25400" y="19050"/>
                </a:lnTo>
                <a:lnTo>
                  <a:pt x="44450" y="13335"/>
                </a:lnTo>
                <a:lnTo>
                  <a:pt x="67945" y="8890"/>
                </a:lnTo>
                <a:lnTo>
                  <a:pt x="95250" y="5080"/>
                </a:lnTo>
                <a:lnTo>
                  <a:pt x="125095" y="2540"/>
                </a:lnTo>
                <a:lnTo>
                  <a:pt x="157480" y="635"/>
                </a:lnTo>
                <a:lnTo>
                  <a:pt x="190500" y="0"/>
                </a:lnTo>
                <a:lnTo>
                  <a:pt x="223520" y="635"/>
                </a:lnTo>
                <a:lnTo>
                  <a:pt x="255905" y="2540"/>
                </a:lnTo>
                <a:lnTo>
                  <a:pt x="285750" y="5080"/>
                </a:lnTo>
                <a:lnTo>
                  <a:pt x="313055" y="8890"/>
                </a:lnTo>
                <a:lnTo>
                  <a:pt x="336550" y="13335"/>
                </a:lnTo>
                <a:lnTo>
                  <a:pt x="355600" y="19050"/>
                </a:lnTo>
                <a:lnTo>
                  <a:pt x="369570" y="24765"/>
                </a:lnTo>
                <a:lnTo>
                  <a:pt x="377825" y="31750"/>
                </a:lnTo>
                <a:close/>
              </a:path>
            </a:pathLst>
          </a:custGeom>
          <a:solidFill>
            <a:srgbClr val="5A3321">
              <a:alpha val="1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5" name="Kształt 82"/>
          <p:cNvSpPr/>
          <p:nvPr/>
        </p:nvSpPr>
        <p:spPr>
          <a:xfrm>
            <a:off x="10477500" y="4406900"/>
            <a:ext cx="330200" cy="584200"/>
          </a:xfrm>
          <a:custGeom>
            <a:avLst/>
            <a:gdLst/>
            <a:ahLst/>
            <a:cxnLst/>
            <a:rect l="0" t="0" r="r" b="b"/>
            <a:pathLst>
              <a:path w="330200" h="584200">
                <a:moveTo>
                  <a:pt x="0" y="0"/>
                </a:moveTo>
                <a:lnTo>
                  <a:pt x="330200" y="0"/>
                </a:lnTo>
                <a:lnTo>
                  <a:pt x="304800" y="584200"/>
                </a:lnTo>
                <a:lnTo>
                  <a:pt x="25400" y="584200"/>
                </a:lnTo>
                <a:close/>
              </a:path>
            </a:pathLst>
          </a:custGeom>
          <a:solidFill>
            <a:srgbClr val="F3E2A0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6" name="Kształt 83"/>
          <p:cNvSpPr/>
          <p:nvPr/>
        </p:nvSpPr>
        <p:spPr>
          <a:xfrm>
            <a:off x="10706100" y="4406900"/>
            <a:ext cx="101600" cy="584200"/>
          </a:xfrm>
          <a:custGeom>
            <a:avLst/>
            <a:gdLst/>
            <a:ahLst/>
            <a:cxnLst/>
            <a:rect l="0" t="0" r="r" b="b"/>
            <a:pathLst>
              <a:path w="101600" h="584200">
                <a:moveTo>
                  <a:pt x="12700" y="0"/>
                </a:moveTo>
                <a:lnTo>
                  <a:pt x="101600" y="0"/>
                </a:lnTo>
                <a:lnTo>
                  <a:pt x="76200" y="584200"/>
                </a:lnTo>
                <a:lnTo>
                  <a:pt x="0" y="584200"/>
                </a:lnTo>
                <a:close/>
              </a:path>
            </a:pathLst>
          </a:custGeom>
          <a:solidFill>
            <a:srgbClr val="EAD38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7" name="Kształt 84"/>
          <p:cNvSpPr/>
          <p:nvPr/>
        </p:nvSpPr>
        <p:spPr>
          <a:xfrm>
            <a:off x="10521950" y="4457700"/>
            <a:ext cx="50800" cy="482600"/>
          </a:xfrm>
          <a:custGeom>
            <a:avLst/>
            <a:gdLst/>
            <a:ahLst/>
            <a:cxnLst/>
            <a:rect l="0" t="0" r="r" b="b"/>
            <a:pathLst>
              <a:path w="50800" h="482600">
                <a:moveTo>
                  <a:pt x="0" y="0"/>
                </a:moveTo>
                <a:lnTo>
                  <a:pt x="44450" y="0"/>
                </a:lnTo>
                <a:lnTo>
                  <a:pt x="50800" y="482600"/>
                </a:lnTo>
                <a:lnTo>
                  <a:pt x="19050" y="482600"/>
                </a:lnTo>
                <a:close/>
              </a:path>
            </a:pathLst>
          </a:custGeom>
          <a:solidFill>
            <a:srgbClr val="FBF1C8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8" name="Kształt 85"/>
          <p:cNvSpPr/>
          <p:nvPr/>
        </p:nvSpPr>
        <p:spPr>
          <a:xfrm>
            <a:off x="10477500" y="4368800"/>
            <a:ext cx="330200" cy="76200"/>
          </a:xfrm>
          <a:custGeom>
            <a:avLst/>
            <a:gdLst/>
            <a:ahLst/>
            <a:cxnLst/>
            <a:rect l="0" t="0" r="r" b="b"/>
            <a:pathLst>
              <a:path w="330200" h="76200">
                <a:moveTo>
                  <a:pt x="330200" y="38100"/>
                </a:moveTo>
                <a:lnTo>
                  <a:pt x="324485" y="48260"/>
                </a:lnTo>
                <a:lnTo>
                  <a:pt x="307975" y="57150"/>
                </a:lnTo>
                <a:lnTo>
                  <a:pt x="281940" y="64770"/>
                </a:lnTo>
                <a:lnTo>
                  <a:pt x="247650" y="71120"/>
                </a:lnTo>
                <a:lnTo>
                  <a:pt x="207645" y="74930"/>
                </a:lnTo>
                <a:lnTo>
                  <a:pt x="165100" y="76200"/>
                </a:lnTo>
                <a:lnTo>
                  <a:pt x="122555" y="74930"/>
                </a:lnTo>
                <a:lnTo>
                  <a:pt x="82550" y="71120"/>
                </a:lnTo>
                <a:lnTo>
                  <a:pt x="48260" y="64770"/>
                </a:lnTo>
                <a:lnTo>
                  <a:pt x="22225" y="57150"/>
                </a:lnTo>
                <a:lnTo>
                  <a:pt x="5715" y="48260"/>
                </a:lnTo>
                <a:lnTo>
                  <a:pt x="0" y="38100"/>
                </a:lnTo>
                <a:lnTo>
                  <a:pt x="5715" y="27940"/>
                </a:lnTo>
                <a:lnTo>
                  <a:pt x="22225" y="19050"/>
                </a:lnTo>
                <a:lnTo>
                  <a:pt x="48260" y="11430"/>
                </a:lnTo>
                <a:lnTo>
                  <a:pt x="82550" y="5080"/>
                </a:lnTo>
                <a:lnTo>
                  <a:pt x="122555" y="1270"/>
                </a:lnTo>
                <a:lnTo>
                  <a:pt x="165100" y="0"/>
                </a:lnTo>
                <a:lnTo>
                  <a:pt x="207645" y="1270"/>
                </a:lnTo>
                <a:lnTo>
                  <a:pt x="247650" y="5080"/>
                </a:lnTo>
                <a:lnTo>
                  <a:pt x="281940" y="11430"/>
                </a:lnTo>
                <a:lnTo>
                  <a:pt x="307975" y="19050"/>
                </a:lnTo>
                <a:lnTo>
                  <a:pt x="324485" y="27940"/>
                </a:lnTo>
                <a:close/>
              </a:path>
            </a:pathLst>
          </a:custGeom>
          <a:solidFill>
            <a:srgbClr val="FFF6D6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9" name="Kształt 86"/>
          <p:cNvSpPr/>
          <p:nvPr/>
        </p:nvSpPr>
        <p:spPr>
          <a:xfrm>
            <a:off x="10655300" y="4064000"/>
            <a:ext cx="139700" cy="355600"/>
          </a:xfrm>
          <a:custGeom>
            <a:avLst/>
            <a:gdLst/>
            <a:ahLst/>
            <a:cxnLst/>
            <a:rect l="0" t="0" r="r" b="b"/>
            <a:pathLst>
              <a:path w="139700" h="355600">
                <a:moveTo>
                  <a:pt x="0" y="355600"/>
                </a:moveTo>
                <a:lnTo>
                  <a:pt x="31750" y="355600"/>
                </a:lnTo>
                <a:lnTo>
                  <a:pt x="139700" y="0"/>
                </a:lnTo>
                <a:lnTo>
                  <a:pt x="107950" y="0"/>
                </a:lnTo>
                <a:close/>
              </a:path>
            </a:pathLst>
          </a:custGeom>
          <a:solidFill>
            <a:srgbClr val="EE3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0" name="Kształt 87"/>
          <p:cNvSpPr/>
          <p:nvPr/>
        </p:nvSpPr>
        <p:spPr>
          <a:xfrm>
            <a:off x="10687050" y="4064000"/>
            <a:ext cx="120650" cy="355600"/>
          </a:xfrm>
          <a:custGeom>
            <a:avLst/>
            <a:gdLst/>
            <a:ahLst/>
            <a:cxnLst/>
            <a:rect l="0" t="0" r="r" b="b"/>
            <a:pathLst>
              <a:path w="120650" h="355600">
                <a:moveTo>
                  <a:pt x="0" y="355600"/>
                </a:moveTo>
                <a:lnTo>
                  <a:pt x="12700" y="355600"/>
                </a:lnTo>
                <a:lnTo>
                  <a:pt x="120650" y="0"/>
                </a:lnTo>
                <a:lnTo>
                  <a:pt x="107950" y="0"/>
                </a:lnTo>
                <a:close/>
              </a:path>
            </a:pathLst>
          </a:custGeom>
          <a:solidFill>
            <a:srgbClr val="CF1723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1" name="Kształt 88"/>
          <p:cNvSpPr/>
          <p:nvPr/>
        </p:nvSpPr>
        <p:spPr>
          <a:xfrm>
            <a:off x="10420350" y="4311650"/>
            <a:ext cx="190500" cy="95250"/>
          </a:xfrm>
          <a:custGeom>
            <a:avLst/>
            <a:gdLst/>
            <a:ahLst/>
            <a:cxnLst/>
            <a:rect l="0" t="0" r="r" b="b"/>
            <a:pathLst>
              <a:path w="190500" h="95250">
                <a:moveTo>
                  <a:pt x="0" y="95250"/>
                </a:moveTo>
                <a:lnTo>
                  <a:pt x="3175" y="70485"/>
                </a:lnTo>
                <a:lnTo>
                  <a:pt x="12700" y="47625"/>
                </a:lnTo>
                <a:lnTo>
                  <a:pt x="27940" y="27940"/>
                </a:lnTo>
                <a:lnTo>
                  <a:pt x="47625" y="12700"/>
                </a:lnTo>
                <a:lnTo>
                  <a:pt x="70485" y="3175"/>
                </a:lnTo>
                <a:lnTo>
                  <a:pt x="95250" y="0"/>
                </a:lnTo>
                <a:lnTo>
                  <a:pt x="120015" y="3175"/>
                </a:lnTo>
                <a:lnTo>
                  <a:pt x="142875" y="12700"/>
                </a:lnTo>
                <a:lnTo>
                  <a:pt x="162560" y="27940"/>
                </a:lnTo>
                <a:lnTo>
                  <a:pt x="177800" y="47625"/>
                </a:lnTo>
                <a:lnTo>
                  <a:pt x="187325" y="70485"/>
                </a:lnTo>
                <a:lnTo>
                  <a:pt x="190500" y="95250"/>
                </a:lnTo>
                <a:close/>
              </a:path>
            </a:pathLst>
          </a:custGeom>
          <a:solidFill>
            <a:srgbClr val="F4D03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2" name="Kształt 89"/>
          <p:cNvSpPr/>
          <p:nvPr/>
        </p:nvSpPr>
        <p:spPr>
          <a:xfrm>
            <a:off x="10445750" y="4337050"/>
            <a:ext cx="139700" cy="69850"/>
          </a:xfrm>
          <a:custGeom>
            <a:avLst/>
            <a:gdLst/>
            <a:ahLst/>
            <a:cxnLst/>
            <a:rect l="0" t="0" r="r" b="b"/>
            <a:pathLst>
              <a:path w="139700" h="69850">
                <a:moveTo>
                  <a:pt x="0" y="69850"/>
                </a:moveTo>
                <a:lnTo>
                  <a:pt x="2540" y="52070"/>
                </a:lnTo>
                <a:lnTo>
                  <a:pt x="9525" y="34925"/>
                </a:lnTo>
                <a:lnTo>
                  <a:pt x="20320" y="20320"/>
                </a:lnTo>
                <a:lnTo>
                  <a:pt x="34925" y="9525"/>
                </a:lnTo>
                <a:lnTo>
                  <a:pt x="52070" y="2540"/>
                </a:lnTo>
                <a:lnTo>
                  <a:pt x="69850" y="0"/>
                </a:lnTo>
                <a:lnTo>
                  <a:pt x="87630" y="2540"/>
                </a:lnTo>
                <a:lnTo>
                  <a:pt x="104775" y="9525"/>
                </a:lnTo>
                <a:lnTo>
                  <a:pt x="119380" y="20320"/>
                </a:lnTo>
                <a:lnTo>
                  <a:pt x="130175" y="34925"/>
                </a:lnTo>
                <a:lnTo>
                  <a:pt x="137160" y="52070"/>
                </a:lnTo>
                <a:lnTo>
                  <a:pt x="139700" y="69850"/>
                </a:lnTo>
                <a:close/>
              </a:path>
            </a:pathLst>
          </a:custGeom>
          <a:solidFill>
            <a:srgbClr val="FBE78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3" name="Kształt 90"/>
          <p:cNvSpPr/>
          <p:nvPr/>
        </p:nvSpPr>
        <p:spPr>
          <a:xfrm>
            <a:off x="3530600" y="5207000"/>
            <a:ext cx="381000" cy="76200"/>
          </a:xfrm>
          <a:custGeom>
            <a:avLst/>
            <a:gdLst/>
            <a:ahLst/>
            <a:cxnLst/>
            <a:rect l="0" t="0" r="r" b="b"/>
            <a:pathLst>
              <a:path w="381000" h="76200">
                <a:moveTo>
                  <a:pt x="381000" y="38100"/>
                </a:moveTo>
                <a:lnTo>
                  <a:pt x="377825" y="44450"/>
                </a:lnTo>
                <a:lnTo>
                  <a:pt x="369570" y="51435"/>
                </a:lnTo>
                <a:lnTo>
                  <a:pt x="355600" y="57150"/>
                </a:lnTo>
                <a:lnTo>
                  <a:pt x="336550" y="62865"/>
                </a:lnTo>
                <a:lnTo>
                  <a:pt x="313055" y="67310"/>
                </a:lnTo>
                <a:lnTo>
                  <a:pt x="285750" y="71120"/>
                </a:lnTo>
                <a:lnTo>
                  <a:pt x="255905" y="73660"/>
                </a:lnTo>
                <a:lnTo>
                  <a:pt x="223520" y="75565"/>
                </a:lnTo>
                <a:lnTo>
                  <a:pt x="190500" y="76200"/>
                </a:lnTo>
                <a:lnTo>
                  <a:pt x="157480" y="75565"/>
                </a:lnTo>
                <a:lnTo>
                  <a:pt x="125095" y="73660"/>
                </a:lnTo>
                <a:lnTo>
                  <a:pt x="95250" y="71120"/>
                </a:lnTo>
                <a:lnTo>
                  <a:pt x="67945" y="67310"/>
                </a:lnTo>
                <a:lnTo>
                  <a:pt x="44450" y="62865"/>
                </a:lnTo>
                <a:lnTo>
                  <a:pt x="25400" y="57150"/>
                </a:lnTo>
                <a:lnTo>
                  <a:pt x="11430" y="51435"/>
                </a:lnTo>
                <a:lnTo>
                  <a:pt x="3175" y="44450"/>
                </a:lnTo>
                <a:lnTo>
                  <a:pt x="0" y="38100"/>
                </a:lnTo>
                <a:lnTo>
                  <a:pt x="3175" y="31750"/>
                </a:lnTo>
                <a:lnTo>
                  <a:pt x="11430" y="24765"/>
                </a:lnTo>
                <a:lnTo>
                  <a:pt x="25400" y="19050"/>
                </a:lnTo>
                <a:lnTo>
                  <a:pt x="44450" y="13335"/>
                </a:lnTo>
                <a:lnTo>
                  <a:pt x="67945" y="8890"/>
                </a:lnTo>
                <a:lnTo>
                  <a:pt x="95250" y="5080"/>
                </a:lnTo>
                <a:lnTo>
                  <a:pt x="125095" y="2540"/>
                </a:lnTo>
                <a:lnTo>
                  <a:pt x="157480" y="635"/>
                </a:lnTo>
                <a:lnTo>
                  <a:pt x="190500" y="0"/>
                </a:lnTo>
                <a:lnTo>
                  <a:pt x="223520" y="635"/>
                </a:lnTo>
                <a:lnTo>
                  <a:pt x="255905" y="2540"/>
                </a:lnTo>
                <a:lnTo>
                  <a:pt x="285750" y="5080"/>
                </a:lnTo>
                <a:lnTo>
                  <a:pt x="313055" y="8890"/>
                </a:lnTo>
                <a:lnTo>
                  <a:pt x="336550" y="13335"/>
                </a:lnTo>
                <a:lnTo>
                  <a:pt x="355600" y="19050"/>
                </a:lnTo>
                <a:lnTo>
                  <a:pt x="369570" y="24765"/>
                </a:lnTo>
                <a:lnTo>
                  <a:pt x="377825" y="31750"/>
                </a:lnTo>
                <a:close/>
              </a:path>
            </a:pathLst>
          </a:custGeom>
          <a:solidFill>
            <a:srgbClr val="5A3321">
              <a:alpha val="1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4" name="Kształt 91"/>
          <p:cNvSpPr/>
          <p:nvPr/>
        </p:nvSpPr>
        <p:spPr>
          <a:xfrm>
            <a:off x="3556000" y="4660900"/>
            <a:ext cx="330200" cy="584200"/>
          </a:xfrm>
          <a:custGeom>
            <a:avLst/>
            <a:gdLst/>
            <a:ahLst/>
            <a:cxnLst/>
            <a:rect l="0" t="0" r="r" b="b"/>
            <a:pathLst>
              <a:path w="330200" h="584200">
                <a:moveTo>
                  <a:pt x="0" y="0"/>
                </a:moveTo>
                <a:lnTo>
                  <a:pt x="330200" y="0"/>
                </a:lnTo>
                <a:lnTo>
                  <a:pt x="304800" y="584200"/>
                </a:lnTo>
                <a:lnTo>
                  <a:pt x="25400" y="584200"/>
                </a:lnTo>
                <a:close/>
              </a:path>
            </a:pathLst>
          </a:custGeom>
          <a:solidFill>
            <a:srgbClr val="F3E2A0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5" name="Kształt 92"/>
          <p:cNvSpPr/>
          <p:nvPr/>
        </p:nvSpPr>
        <p:spPr>
          <a:xfrm>
            <a:off x="3784600" y="4660900"/>
            <a:ext cx="101600" cy="584200"/>
          </a:xfrm>
          <a:custGeom>
            <a:avLst/>
            <a:gdLst/>
            <a:ahLst/>
            <a:cxnLst/>
            <a:rect l="0" t="0" r="r" b="b"/>
            <a:pathLst>
              <a:path w="101600" h="584200">
                <a:moveTo>
                  <a:pt x="12700" y="0"/>
                </a:moveTo>
                <a:lnTo>
                  <a:pt x="101600" y="0"/>
                </a:lnTo>
                <a:lnTo>
                  <a:pt x="76200" y="584200"/>
                </a:lnTo>
                <a:lnTo>
                  <a:pt x="0" y="584200"/>
                </a:lnTo>
                <a:close/>
              </a:path>
            </a:pathLst>
          </a:custGeom>
          <a:solidFill>
            <a:srgbClr val="EAD38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6" name="Kształt 93"/>
          <p:cNvSpPr/>
          <p:nvPr/>
        </p:nvSpPr>
        <p:spPr>
          <a:xfrm>
            <a:off x="3600450" y="4711700"/>
            <a:ext cx="50800" cy="482600"/>
          </a:xfrm>
          <a:custGeom>
            <a:avLst/>
            <a:gdLst/>
            <a:ahLst/>
            <a:cxnLst/>
            <a:rect l="0" t="0" r="r" b="b"/>
            <a:pathLst>
              <a:path w="50800" h="482600">
                <a:moveTo>
                  <a:pt x="0" y="0"/>
                </a:moveTo>
                <a:lnTo>
                  <a:pt x="44450" y="0"/>
                </a:lnTo>
                <a:lnTo>
                  <a:pt x="50800" y="482600"/>
                </a:lnTo>
                <a:lnTo>
                  <a:pt x="19050" y="482600"/>
                </a:lnTo>
                <a:close/>
              </a:path>
            </a:pathLst>
          </a:custGeom>
          <a:solidFill>
            <a:srgbClr val="FBF1C8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7" name="Kształt 94"/>
          <p:cNvSpPr/>
          <p:nvPr/>
        </p:nvSpPr>
        <p:spPr>
          <a:xfrm>
            <a:off x="3556000" y="4622800"/>
            <a:ext cx="330200" cy="76200"/>
          </a:xfrm>
          <a:custGeom>
            <a:avLst/>
            <a:gdLst/>
            <a:ahLst/>
            <a:cxnLst/>
            <a:rect l="0" t="0" r="r" b="b"/>
            <a:pathLst>
              <a:path w="330200" h="76200">
                <a:moveTo>
                  <a:pt x="330200" y="38100"/>
                </a:moveTo>
                <a:lnTo>
                  <a:pt x="324485" y="48260"/>
                </a:lnTo>
                <a:lnTo>
                  <a:pt x="307975" y="57150"/>
                </a:lnTo>
                <a:lnTo>
                  <a:pt x="281940" y="64770"/>
                </a:lnTo>
                <a:lnTo>
                  <a:pt x="247650" y="71120"/>
                </a:lnTo>
                <a:lnTo>
                  <a:pt x="207645" y="74930"/>
                </a:lnTo>
                <a:lnTo>
                  <a:pt x="165100" y="76200"/>
                </a:lnTo>
                <a:lnTo>
                  <a:pt x="122555" y="74930"/>
                </a:lnTo>
                <a:lnTo>
                  <a:pt x="82550" y="71120"/>
                </a:lnTo>
                <a:lnTo>
                  <a:pt x="48260" y="64770"/>
                </a:lnTo>
                <a:lnTo>
                  <a:pt x="22225" y="57150"/>
                </a:lnTo>
                <a:lnTo>
                  <a:pt x="5715" y="48260"/>
                </a:lnTo>
                <a:lnTo>
                  <a:pt x="0" y="38100"/>
                </a:lnTo>
                <a:lnTo>
                  <a:pt x="5715" y="27940"/>
                </a:lnTo>
                <a:lnTo>
                  <a:pt x="22225" y="19050"/>
                </a:lnTo>
                <a:lnTo>
                  <a:pt x="48260" y="11430"/>
                </a:lnTo>
                <a:lnTo>
                  <a:pt x="82550" y="5080"/>
                </a:lnTo>
                <a:lnTo>
                  <a:pt x="122555" y="1270"/>
                </a:lnTo>
                <a:lnTo>
                  <a:pt x="165100" y="0"/>
                </a:lnTo>
                <a:lnTo>
                  <a:pt x="207645" y="1270"/>
                </a:lnTo>
                <a:lnTo>
                  <a:pt x="247650" y="5080"/>
                </a:lnTo>
                <a:lnTo>
                  <a:pt x="281940" y="11430"/>
                </a:lnTo>
                <a:lnTo>
                  <a:pt x="307975" y="19050"/>
                </a:lnTo>
                <a:lnTo>
                  <a:pt x="324485" y="27940"/>
                </a:lnTo>
                <a:close/>
              </a:path>
            </a:pathLst>
          </a:custGeom>
          <a:solidFill>
            <a:srgbClr val="FFF6D6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8" name="Kształt 95"/>
          <p:cNvSpPr/>
          <p:nvPr/>
        </p:nvSpPr>
        <p:spPr>
          <a:xfrm>
            <a:off x="3733800" y="4318000"/>
            <a:ext cx="139700" cy="355600"/>
          </a:xfrm>
          <a:custGeom>
            <a:avLst/>
            <a:gdLst/>
            <a:ahLst/>
            <a:cxnLst/>
            <a:rect l="0" t="0" r="r" b="b"/>
            <a:pathLst>
              <a:path w="139700" h="355600">
                <a:moveTo>
                  <a:pt x="0" y="355600"/>
                </a:moveTo>
                <a:lnTo>
                  <a:pt x="31750" y="355600"/>
                </a:lnTo>
                <a:lnTo>
                  <a:pt x="139700" y="0"/>
                </a:lnTo>
                <a:lnTo>
                  <a:pt x="107950" y="0"/>
                </a:lnTo>
                <a:close/>
              </a:path>
            </a:pathLst>
          </a:custGeom>
          <a:solidFill>
            <a:srgbClr val="EE3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9" name="Kształt 96"/>
          <p:cNvSpPr/>
          <p:nvPr/>
        </p:nvSpPr>
        <p:spPr>
          <a:xfrm>
            <a:off x="3765550" y="4318000"/>
            <a:ext cx="120650" cy="355600"/>
          </a:xfrm>
          <a:custGeom>
            <a:avLst/>
            <a:gdLst/>
            <a:ahLst/>
            <a:cxnLst/>
            <a:rect l="0" t="0" r="r" b="b"/>
            <a:pathLst>
              <a:path w="120650" h="355600">
                <a:moveTo>
                  <a:pt x="0" y="355600"/>
                </a:moveTo>
                <a:lnTo>
                  <a:pt x="12700" y="355600"/>
                </a:lnTo>
                <a:lnTo>
                  <a:pt x="120650" y="0"/>
                </a:lnTo>
                <a:lnTo>
                  <a:pt x="107950" y="0"/>
                </a:lnTo>
                <a:close/>
              </a:path>
            </a:pathLst>
          </a:custGeom>
          <a:solidFill>
            <a:srgbClr val="CF1723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0" name="Kształt 97"/>
          <p:cNvSpPr/>
          <p:nvPr/>
        </p:nvSpPr>
        <p:spPr>
          <a:xfrm>
            <a:off x="3498850" y="4565650"/>
            <a:ext cx="190500" cy="95250"/>
          </a:xfrm>
          <a:custGeom>
            <a:avLst/>
            <a:gdLst/>
            <a:ahLst/>
            <a:cxnLst/>
            <a:rect l="0" t="0" r="r" b="b"/>
            <a:pathLst>
              <a:path w="190500" h="95250">
                <a:moveTo>
                  <a:pt x="0" y="95250"/>
                </a:moveTo>
                <a:lnTo>
                  <a:pt x="3175" y="70485"/>
                </a:lnTo>
                <a:lnTo>
                  <a:pt x="12700" y="47625"/>
                </a:lnTo>
                <a:lnTo>
                  <a:pt x="27940" y="27940"/>
                </a:lnTo>
                <a:lnTo>
                  <a:pt x="47625" y="12700"/>
                </a:lnTo>
                <a:lnTo>
                  <a:pt x="70485" y="3175"/>
                </a:lnTo>
                <a:lnTo>
                  <a:pt x="95250" y="0"/>
                </a:lnTo>
                <a:lnTo>
                  <a:pt x="120015" y="3175"/>
                </a:lnTo>
                <a:lnTo>
                  <a:pt x="142875" y="12700"/>
                </a:lnTo>
                <a:lnTo>
                  <a:pt x="162560" y="27940"/>
                </a:lnTo>
                <a:lnTo>
                  <a:pt x="177800" y="47625"/>
                </a:lnTo>
                <a:lnTo>
                  <a:pt x="187325" y="70485"/>
                </a:lnTo>
                <a:lnTo>
                  <a:pt x="190500" y="95250"/>
                </a:lnTo>
                <a:close/>
              </a:path>
            </a:pathLst>
          </a:custGeom>
          <a:solidFill>
            <a:srgbClr val="F4D03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1" name="Kształt 98"/>
          <p:cNvSpPr/>
          <p:nvPr/>
        </p:nvSpPr>
        <p:spPr>
          <a:xfrm>
            <a:off x="3524250" y="4591050"/>
            <a:ext cx="139700" cy="69850"/>
          </a:xfrm>
          <a:custGeom>
            <a:avLst/>
            <a:gdLst/>
            <a:ahLst/>
            <a:cxnLst/>
            <a:rect l="0" t="0" r="r" b="b"/>
            <a:pathLst>
              <a:path w="139700" h="69850">
                <a:moveTo>
                  <a:pt x="0" y="69850"/>
                </a:moveTo>
                <a:lnTo>
                  <a:pt x="2540" y="52070"/>
                </a:lnTo>
                <a:lnTo>
                  <a:pt x="9525" y="34925"/>
                </a:lnTo>
                <a:lnTo>
                  <a:pt x="20320" y="20320"/>
                </a:lnTo>
                <a:lnTo>
                  <a:pt x="34925" y="9525"/>
                </a:lnTo>
                <a:lnTo>
                  <a:pt x="52070" y="2540"/>
                </a:lnTo>
                <a:lnTo>
                  <a:pt x="69850" y="0"/>
                </a:lnTo>
                <a:lnTo>
                  <a:pt x="87630" y="2540"/>
                </a:lnTo>
                <a:lnTo>
                  <a:pt x="104775" y="9525"/>
                </a:lnTo>
                <a:lnTo>
                  <a:pt x="119380" y="20320"/>
                </a:lnTo>
                <a:lnTo>
                  <a:pt x="130175" y="34925"/>
                </a:lnTo>
                <a:lnTo>
                  <a:pt x="137160" y="52070"/>
                </a:lnTo>
                <a:lnTo>
                  <a:pt x="139700" y="69850"/>
                </a:lnTo>
                <a:close/>
              </a:path>
            </a:pathLst>
          </a:custGeom>
          <a:solidFill>
            <a:srgbClr val="FBE78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2" name="Kształt 99"/>
          <p:cNvSpPr/>
          <p:nvPr/>
        </p:nvSpPr>
        <p:spPr>
          <a:xfrm>
            <a:off x="5092700" y="4991100"/>
            <a:ext cx="76200" cy="233045"/>
          </a:xfrm>
          <a:custGeom>
            <a:avLst/>
            <a:gdLst/>
            <a:ahLst/>
            <a:cxnLst/>
            <a:rect l="0" t="0" r="r" b="b"/>
            <a:pathLst>
              <a:path w="76200" h="233045">
                <a:moveTo>
                  <a:pt x="0" y="0"/>
                </a:moveTo>
                <a:lnTo>
                  <a:pt x="76200" y="0"/>
                </a:lnTo>
                <a:lnTo>
                  <a:pt x="76200" y="233045"/>
                </a:lnTo>
                <a:lnTo>
                  <a:pt x="43180" y="177165"/>
                </a:lnTo>
                <a:lnTo>
                  <a:pt x="19050" y="118745"/>
                </a:lnTo>
                <a:lnTo>
                  <a:pt x="5080" y="59690"/>
                </a:lnTo>
                <a:lnTo>
                  <a:pt x="0" y="0"/>
                </a:lnTo>
                <a:close/>
              </a:path>
            </a:pathLst>
          </a:custGeom>
          <a:solidFill>
            <a:srgbClr val="F6716D"/>
          </a:solidFill>
          <a:ln w="5080">
            <a:solidFill>
              <a:srgbClr val="F6716D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3" name="Kształt 100"/>
          <p:cNvSpPr/>
          <p:nvPr/>
        </p:nvSpPr>
        <p:spPr>
          <a:xfrm>
            <a:off x="5168900" y="4991100"/>
            <a:ext cx="217805" cy="431165"/>
          </a:xfrm>
          <a:custGeom>
            <a:avLst/>
            <a:gdLst/>
            <a:ahLst/>
            <a:cxnLst/>
            <a:rect l="0" t="0" r="r" b="b"/>
            <a:pathLst>
              <a:path w="217805" h="431165">
                <a:moveTo>
                  <a:pt x="0" y="0"/>
                </a:moveTo>
                <a:lnTo>
                  <a:pt x="217805" y="0"/>
                </a:lnTo>
                <a:lnTo>
                  <a:pt x="217805" y="431165"/>
                </a:lnTo>
                <a:lnTo>
                  <a:pt x="151765" y="386715"/>
                </a:lnTo>
                <a:lnTo>
                  <a:pt x="92710" y="338455"/>
                </a:lnTo>
                <a:lnTo>
                  <a:pt x="42545" y="287655"/>
                </a:lnTo>
                <a:lnTo>
                  <a:pt x="0" y="233045"/>
                </a:lnTo>
                <a:close/>
              </a:path>
            </a:pathLst>
          </a:custGeom>
          <a:solidFill>
            <a:srgbClr val="EE312F"/>
          </a:solidFill>
          <a:ln w="5080">
            <a:solidFill>
              <a:srgbClr val="EE312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4" name="Kształt 101"/>
          <p:cNvSpPr/>
          <p:nvPr/>
        </p:nvSpPr>
        <p:spPr>
          <a:xfrm>
            <a:off x="5386705" y="4991100"/>
            <a:ext cx="325120" cy="563245"/>
          </a:xfrm>
          <a:custGeom>
            <a:avLst/>
            <a:gdLst/>
            <a:ahLst/>
            <a:cxnLst/>
            <a:rect l="0" t="0" r="r" b="b"/>
            <a:pathLst>
              <a:path w="325120" h="563245">
                <a:moveTo>
                  <a:pt x="0" y="0"/>
                </a:moveTo>
                <a:lnTo>
                  <a:pt x="325120" y="0"/>
                </a:lnTo>
                <a:lnTo>
                  <a:pt x="325120" y="563245"/>
                </a:lnTo>
                <a:lnTo>
                  <a:pt x="236220" y="537845"/>
                </a:lnTo>
                <a:lnTo>
                  <a:pt x="151765" y="506730"/>
                </a:lnTo>
                <a:lnTo>
                  <a:pt x="73025" y="471170"/>
                </a:lnTo>
                <a:lnTo>
                  <a:pt x="0" y="431165"/>
                </a:lnTo>
                <a:close/>
              </a:path>
            </a:pathLst>
          </a:custGeom>
          <a:solidFill>
            <a:srgbClr val="F25553"/>
          </a:solidFill>
          <a:ln w="5080">
            <a:solidFill>
              <a:srgbClr val="F25553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5" name="Kształt 102"/>
          <p:cNvSpPr/>
          <p:nvPr/>
        </p:nvSpPr>
        <p:spPr>
          <a:xfrm>
            <a:off x="5711825" y="4991100"/>
            <a:ext cx="384175" cy="609600"/>
          </a:xfrm>
          <a:custGeom>
            <a:avLst/>
            <a:gdLst/>
            <a:ahLst/>
            <a:cxnLst/>
            <a:rect l="0" t="0" r="r" b="b"/>
            <a:pathLst>
              <a:path w="384175" h="609600">
                <a:moveTo>
                  <a:pt x="0" y="0"/>
                </a:moveTo>
                <a:lnTo>
                  <a:pt x="384175" y="0"/>
                </a:lnTo>
                <a:lnTo>
                  <a:pt x="384175" y="609600"/>
                </a:lnTo>
                <a:lnTo>
                  <a:pt x="285750" y="606425"/>
                </a:lnTo>
                <a:lnTo>
                  <a:pt x="188595" y="598170"/>
                </a:lnTo>
                <a:lnTo>
                  <a:pt x="92710" y="583565"/>
                </a:lnTo>
                <a:lnTo>
                  <a:pt x="0" y="563245"/>
                </a:lnTo>
                <a:close/>
              </a:path>
            </a:pathLst>
          </a:custGeom>
          <a:solidFill>
            <a:srgbClr val="E0262A"/>
          </a:solidFill>
          <a:ln w="5080">
            <a:solidFill>
              <a:srgbClr val="E0262A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6" name="Kształt 103"/>
          <p:cNvSpPr/>
          <p:nvPr/>
        </p:nvSpPr>
        <p:spPr>
          <a:xfrm>
            <a:off x="6096000" y="4991100"/>
            <a:ext cx="384175" cy="609600"/>
          </a:xfrm>
          <a:custGeom>
            <a:avLst/>
            <a:gdLst/>
            <a:ahLst/>
            <a:cxnLst/>
            <a:rect l="0" t="0" r="r" b="b"/>
            <a:pathLst>
              <a:path w="384175" h="609600">
                <a:moveTo>
                  <a:pt x="0" y="0"/>
                </a:moveTo>
                <a:lnTo>
                  <a:pt x="384175" y="0"/>
                </a:lnTo>
                <a:lnTo>
                  <a:pt x="384175" y="563245"/>
                </a:lnTo>
                <a:lnTo>
                  <a:pt x="291465" y="583565"/>
                </a:lnTo>
                <a:lnTo>
                  <a:pt x="195580" y="598170"/>
                </a:lnTo>
                <a:lnTo>
                  <a:pt x="98425" y="606425"/>
                </a:lnTo>
                <a:lnTo>
                  <a:pt x="0" y="609600"/>
                </a:lnTo>
                <a:close/>
              </a:path>
            </a:pathLst>
          </a:custGeom>
          <a:solidFill>
            <a:srgbClr val="CF1723"/>
          </a:solidFill>
          <a:ln w="5080">
            <a:solidFill>
              <a:srgbClr val="CF1723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7" name="Kształt 104"/>
          <p:cNvSpPr/>
          <p:nvPr/>
        </p:nvSpPr>
        <p:spPr>
          <a:xfrm>
            <a:off x="6480175" y="4991100"/>
            <a:ext cx="325120" cy="563245"/>
          </a:xfrm>
          <a:custGeom>
            <a:avLst/>
            <a:gdLst/>
            <a:ahLst/>
            <a:cxnLst/>
            <a:rect l="0" t="0" r="r" b="b"/>
            <a:pathLst>
              <a:path w="325120" h="563245">
                <a:moveTo>
                  <a:pt x="0" y="0"/>
                </a:moveTo>
                <a:lnTo>
                  <a:pt x="325120" y="0"/>
                </a:lnTo>
                <a:lnTo>
                  <a:pt x="325120" y="431165"/>
                </a:lnTo>
                <a:lnTo>
                  <a:pt x="252095" y="471170"/>
                </a:lnTo>
                <a:lnTo>
                  <a:pt x="173355" y="506730"/>
                </a:lnTo>
                <a:lnTo>
                  <a:pt x="88900" y="537845"/>
                </a:lnTo>
                <a:lnTo>
                  <a:pt x="0" y="563245"/>
                </a:lnTo>
                <a:close/>
              </a:path>
            </a:pathLst>
          </a:custGeom>
          <a:solidFill>
            <a:srgbClr val="E0262A"/>
          </a:solidFill>
          <a:ln w="5080">
            <a:solidFill>
              <a:srgbClr val="E0262A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8" name="Kształt 105"/>
          <p:cNvSpPr/>
          <p:nvPr/>
        </p:nvSpPr>
        <p:spPr>
          <a:xfrm>
            <a:off x="6805295" y="4991100"/>
            <a:ext cx="217805" cy="431165"/>
          </a:xfrm>
          <a:custGeom>
            <a:avLst/>
            <a:gdLst/>
            <a:ahLst/>
            <a:cxnLst/>
            <a:rect l="0" t="0" r="r" b="b"/>
            <a:pathLst>
              <a:path w="217805" h="431165">
                <a:moveTo>
                  <a:pt x="0" y="0"/>
                </a:moveTo>
                <a:lnTo>
                  <a:pt x="217805" y="0"/>
                </a:lnTo>
                <a:lnTo>
                  <a:pt x="217805" y="233045"/>
                </a:lnTo>
                <a:lnTo>
                  <a:pt x="175260" y="287655"/>
                </a:lnTo>
                <a:lnTo>
                  <a:pt x="125095" y="338455"/>
                </a:lnTo>
                <a:lnTo>
                  <a:pt x="66040" y="386715"/>
                </a:lnTo>
                <a:lnTo>
                  <a:pt x="0" y="431165"/>
                </a:lnTo>
                <a:close/>
              </a:path>
            </a:pathLst>
          </a:custGeom>
          <a:solidFill>
            <a:srgbClr val="B51A22"/>
          </a:solidFill>
          <a:ln w="5080">
            <a:solidFill>
              <a:srgbClr val="B51A22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9" name="Kształt 106"/>
          <p:cNvSpPr/>
          <p:nvPr/>
        </p:nvSpPr>
        <p:spPr>
          <a:xfrm>
            <a:off x="7023100" y="4991100"/>
            <a:ext cx="76200" cy="233045"/>
          </a:xfrm>
          <a:custGeom>
            <a:avLst/>
            <a:gdLst/>
            <a:ahLst/>
            <a:cxnLst/>
            <a:rect l="0" t="0" r="r" b="b"/>
            <a:pathLst>
              <a:path w="76200" h="233045">
                <a:moveTo>
                  <a:pt x="0" y="0"/>
                </a:moveTo>
                <a:lnTo>
                  <a:pt x="76200" y="0"/>
                </a:lnTo>
                <a:lnTo>
                  <a:pt x="76200" y="0"/>
                </a:lnTo>
                <a:lnTo>
                  <a:pt x="71120" y="59690"/>
                </a:lnTo>
                <a:lnTo>
                  <a:pt x="57150" y="118745"/>
                </a:lnTo>
                <a:lnTo>
                  <a:pt x="33020" y="177165"/>
                </a:lnTo>
                <a:lnTo>
                  <a:pt x="0" y="233045"/>
                </a:lnTo>
                <a:close/>
              </a:path>
            </a:pathLst>
          </a:custGeom>
          <a:solidFill>
            <a:srgbClr val="95161D"/>
          </a:solidFill>
          <a:ln w="5080">
            <a:solidFill>
              <a:srgbClr val="95161D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10" name="Kształt 107"/>
          <p:cNvSpPr/>
          <p:nvPr/>
        </p:nvSpPr>
        <p:spPr>
          <a:xfrm>
            <a:off x="5092700" y="4800600"/>
            <a:ext cx="2006600" cy="381000"/>
          </a:xfrm>
          <a:custGeom>
            <a:avLst/>
            <a:gdLst/>
            <a:ahLst/>
            <a:cxnLst/>
            <a:rect l="0" t="0" r="r" b="b"/>
            <a:pathLst>
              <a:path w="2006600" h="381000">
                <a:moveTo>
                  <a:pt x="2006600" y="190500"/>
                </a:moveTo>
                <a:lnTo>
                  <a:pt x="1991360" y="223520"/>
                </a:lnTo>
                <a:lnTo>
                  <a:pt x="1946275" y="255905"/>
                </a:lnTo>
                <a:lnTo>
                  <a:pt x="1871980" y="285750"/>
                </a:lnTo>
                <a:lnTo>
                  <a:pt x="1771650" y="313055"/>
                </a:lnTo>
                <a:lnTo>
                  <a:pt x="1648460" y="336550"/>
                </a:lnTo>
                <a:lnTo>
                  <a:pt x="1504950" y="355600"/>
                </a:lnTo>
                <a:lnTo>
                  <a:pt x="1346200" y="369570"/>
                </a:lnTo>
                <a:lnTo>
                  <a:pt x="1177290" y="378460"/>
                </a:lnTo>
                <a:lnTo>
                  <a:pt x="1003300" y="381000"/>
                </a:lnTo>
                <a:lnTo>
                  <a:pt x="829310" y="378460"/>
                </a:lnTo>
                <a:lnTo>
                  <a:pt x="660400" y="369570"/>
                </a:lnTo>
                <a:lnTo>
                  <a:pt x="501650" y="355600"/>
                </a:lnTo>
                <a:lnTo>
                  <a:pt x="358140" y="336550"/>
                </a:lnTo>
                <a:lnTo>
                  <a:pt x="234950" y="313055"/>
                </a:lnTo>
                <a:lnTo>
                  <a:pt x="134620" y="285750"/>
                </a:lnTo>
                <a:lnTo>
                  <a:pt x="60325" y="255905"/>
                </a:lnTo>
                <a:lnTo>
                  <a:pt x="15240" y="223520"/>
                </a:lnTo>
                <a:lnTo>
                  <a:pt x="0" y="190500"/>
                </a:lnTo>
                <a:lnTo>
                  <a:pt x="15240" y="157480"/>
                </a:lnTo>
                <a:lnTo>
                  <a:pt x="60325" y="125095"/>
                </a:lnTo>
                <a:lnTo>
                  <a:pt x="134620" y="95250"/>
                </a:lnTo>
                <a:lnTo>
                  <a:pt x="234950" y="67945"/>
                </a:lnTo>
                <a:lnTo>
                  <a:pt x="358140" y="44450"/>
                </a:lnTo>
                <a:lnTo>
                  <a:pt x="501650" y="25400"/>
                </a:lnTo>
                <a:lnTo>
                  <a:pt x="660400" y="11430"/>
                </a:lnTo>
                <a:lnTo>
                  <a:pt x="829310" y="2540"/>
                </a:lnTo>
                <a:lnTo>
                  <a:pt x="1003300" y="0"/>
                </a:lnTo>
                <a:lnTo>
                  <a:pt x="1177290" y="2540"/>
                </a:lnTo>
                <a:lnTo>
                  <a:pt x="1346200" y="11430"/>
                </a:lnTo>
                <a:lnTo>
                  <a:pt x="1504950" y="25400"/>
                </a:lnTo>
                <a:lnTo>
                  <a:pt x="1648460" y="44450"/>
                </a:lnTo>
                <a:lnTo>
                  <a:pt x="1771650" y="67945"/>
                </a:lnTo>
                <a:lnTo>
                  <a:pt x="1871980" y="95250"/>
                </a:lnTo>
                <a:lnTo>
                  <a:pt x="1946275" y="125095"/>
                </a:lnTo>
                <a:lnTo>
                  <a:pt x="1991360" y="157480"/>
                </a:lnTo>
                <a:close/>
              </a:path>
            </a:pathLst>
          </a:custGeom>
          <a:solidFill>
            <a:srgbClr val="F25553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11" name="Kształt 108"/>
          <p:cNvSpPr/>
          <p:nvPr/>
        </p:nvSpPr>
        <p:spPr>
          <a:xfrm>
            <a:off x="5172710" y="4846955"/>
            <a:ext cx="1846580" cy="300990"/>
          </a:xfrm>
          <a:custGeom>
            <a:avLst/>
            <a:gdLst/>
            <a:ahLst/>
            <a:cxnLst/>
            <a:rect l="0" t="0" r="r" b="b"/>
            <a:pathLst>
              <a:path w="1846580" h="300990">
                <a:moveTo>
                  <a:pt x="1846580" y="150495"/>
                </a:moveTo>
                <a:lnTo>
                  <a:pt x="1832610" y="176530"/>
                </a:lnTo>
                <a:lnTo>
                  <a:pt x="1790700" y="201930"/>
                </a:lnTo>
                <a:lnTo>
                  <a:pt x="1722755" y="225425"/>
                </a:lnTo>
                <a:lnTo>
                  <a:pt x="1630680" y="247015"/>
                </a:lnTo>
                <a:lnTo>
                  <a:pt x="1516380" y="266065"/>
                </a:lnTo>
                <a:lnTo>
                  <a:pt x="1384935" y="280670"/>
                </a:lnTo>
                <a:lnTo>
                  <a:pt x="1238885" y="292100"/>
                </a:lnTo>
                <a:lnTo>
                  <a:pt x="1083310" y="298450"/>
                </a:lnTo>
                <a:lnTo>
                  <a:pt x="923290" y="300990"/>
                </a:lnTo>
                <a:lnTo>
                  <a:pt x="763270" y="298450"/>
                </a:lnTo>
                <a:lnTo>
                  <a:pt x="607695" y="292100"/>
                </a:lnTo>
                <a:lnTo>
                  <a:pt x="461645" y="280670"/>
                </a:lnTo>
                <a:lnTo>
                  <a:pt x="330200" y="266065"/>
                </a:lnTo>
                <a:lnTo>
                  <a:pt x="215900" y="247015"/>
                </a:lnTo>
                <a:lnTo>
                  <a:pt x="123825" y="225425"/>
                </a:lnTo>
                <a:lnTo>
                  <a:pt x="55880" y="201930"/>
                </a:lnTo>
                <a:lnTo>
                  <a:pt x="13970" y="176530"/>
                </a:lnTo>
                <a:lnTo>
                  <a:pt x="0" y="150495"/>
                </a:lnTo>
                <a:lnTo>
                  <a:pt x="13970" y="124460"/>
                </a:lnTo>
                <a:lnTo>
                  <a:pt x="55880" y="99060"/>
                </a:lnTo>
                <a:lnTo>
                  <a:pt x="123825" y="75565"/>
                </a:lnTo>
                <a:lnTo>
                  <a:pt x="215900" y="53975"/>
                </a:lnTo>
                <a:lnTo>
                  <a:pt x="330200" y="34925"/>
                </a:lnTo>
                <a:lnTo>
                  <a:pt x="461645" y="20320"/>
                </a:lnTo>
                <a:lnTo>
                  <a:pt x="607695" y="8890"/>
                </a:lnTo>
                <a:lnTo>
                  <a:pt x="763270" y="2540"/>
                </a:lnTo>
                <a:lnTo>
                  <a:pt x="923290" y="0"/>
                </a:lnTo>
                <a:lnTo>
                  <a:pt x="1083310" y="2540"/>
                </a:lnTo>
                <a:lnTo>
                  <a:pt x="1238885" y="8890"/>
                </a:lnTo>
                <a:lnTo>
                  <a:pt x="1384935" y="20320"/>
                </a:lnTo>
                <a:lnTo>
                  <a:pt x="1516380" y="34925"/>
                </a:lnTo>
                <a:lnTo>
                  <a:pt x="1630680" y="53975"/>
                </a:lnTo>
                <a:lnTo>
                  <a:pt x="1722755" y="74930"/>
                </a:lnTo>
                <a:lnTo>
                  <a:pt x="1790700" y="99060"/>
                </a:lnTo>
                <a:lnTo>
                  <a:pt x="1832610" y="124460"/>
                </a:lnTo>
                <a:close/>
              </a:path>
            </a:pathLst>
          </a:custGeom>
          <a:solidFill>
            <a:srgbClr val="7D1118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12" name="Kształt 109"/>
          <p:cNvSpPr/>
          <p:nvPr/>
        </p:nvSpPr>
        <p:spPr>
          <a:xfrm>
            <a:off x="5245100" y="4660900"/>
            <a:ext cx="419100" cy="342900"/>
          </a:xfrm>
          <a:custGeom>
            <a:avLst/>
            <a:gdLst/>
            <a:ahLst/>
            <a:cxnLst/>
            <a:rect l="0" t="0" r="r" b="b"/>
            <a:pathLst>
              <a:path w="419100" h="342900">
                <a:moveTo>
                  <a:pt x="0" y="330200"/>
                </a:moveTo>
                <a:lnTo>
                  <a:pt x="203200" y="0"/>
                </a:lnTo>
                <a:lnTo>
                  <a:pt x="419100" y="342900"/>
                </a:lnTo>
                <a:close/>
              </a:path>
            </a:pathLst>
          </a:custGeom>
          <a:solidFill>
            <a:srgbClr val="F6C453"/>
          </a:solidFill>
          <a:ln w="5080">
            <a:solidFill>
              <a:srgbClr val="F6C453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13" name="Kształt 110"/>
          <p:cNvSpPr/>
          <p:nvPr/>
        </p:nvSpPr>
        <p:spPr>
          <a:xfrm>
            <a:off x="5435600" y="4445000"/>
            <a:ext cx="596900" cy="508000"/>
          </a:xfrm>
          <a:custGeom>
            <a:avLst/>
            <a:gdLst/>
            <a:ahLst/>
            <a:cxnLst/>
            <a:rect l="0" t="0" r="r" b="b"/>
            <a:pathLst>
              <a:path w="596900" h="508000">
                <a:moveTo>
                  <a:pt x="0" y="508000"/>
                </a:moveTo>
                <a:lnTo>
                  <a:pt x="342900" y="0"/>
                </a:lnTo>
                <a:lnTo>
                  <a:pt x="596900" y="469900"/>
                </a:lnTo>
                <a:close/>
              </a:path>
            </a:pathLst>
          </a:custGeom>
          <a:solidFill>
            <a:srgbClr val="EEB33B"/>
          </a:solidFill>
          <a:ln w="5080">
            <a:solidFill>
              <a:srgbClr val="EEB33B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14" name="Kształt 111"/>
          <p:cNvSpPr/>
          <p:nvPr/>
        </p:nvSpPr>
        <p:spPr>
          <a:xfrm>
            <a:off x="5702300" y="4292600"/>
            <a:ext cx="660400" cy="622300"/>
          </a:xfrm>
          <a:custGeom>
            <a:avLst/>
            <a:gdLst/>
            <a:ahLst/>
            <a:cxnLst/>
            <a:rect l="0" t="0" r="r" b="b"/>
            <a:pathLst>
              <a:path w="660400" h="622300">
                <a:moveTo>
                  <a:pt x="0" y="622300"/>
                </a:moveTo>
                <a:lnTo>
                  <a:pt x="393700" y="0"/>
                </a:lnTo>
                <a:lnTo>
                  <a:pt x="660400" y="596900"/>
                </a:lnTo>
                <a:close/>
              </a:path>
            </a:pathLst>
          </a:custGeom>
          <a:solidFill>
            <a:srgbClr val="F8D77A"/>
          </a:solidFill>
          <a:ln w="5080">
            <a:solidFill>
              <a:srgbClr val="F8D77A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15" name="Kształt 112"/>
          <p:cNvSpPr/>
          <p:nvPr/>
        </p:nvSpPr>
        <p:spPr>
          <a:xfrm>
            <a:off x="6032500" y="4419600"/>
            <a:ext cx="647700" cy="533400"/>
          </a:xfrm>
          <a:custGeom>
            <a:avLst/>
            <a:gdLst/>
            <a:ahLst/>
            <a:cxnLst/>
            <a:rect l="0" t="0" r="r" b="b"/>
            <a:pathLst>
              <a:path w="647700" h="533400">
                <a:moveTo>
                  <a:pt x="0" y="520700"/>
                </a:moveTo>
                <a:lnTo>
                  <a:pt x="444500" y="0"/>
                </a:lnTo>
                <a:lnTo>
                  <a:pt x="647700" y="533400"/>
                </a:lnTo>
                <a:close/>
              </a:path>
            </a:pathLst>
          </a:custGeom>
          <a:solidFill>
            <a:srgbClr val="E7A12C"/>
          </a:solidFill>
          <a:ln w="5080">
            <a:solidFill>
              <a:srgbClr val="E7A12C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16" name="Kształt 113"/>
          <p:cNvSpPr/>
          <p:nvPr/>
        </p:nvSpPr>
        <p:spPr>
          <a:xfrm>
            <a:off x="6362700" y="4546600"/>
            <a:ext cx="609600" cy="431800"/>
          </a:xfrm>
          <a:custGeom>
            <a:avLst/>
            <a:gdLst/>
            <a:ahLst/>
            <a:cxnLst/>
            <a:rect l="0" t="0" r="r" b="b"/>
            <a:pathLst>
              <a:path w="609600" h="431800">
                <a:moveTo>
                  <a:pt x="0" y="406400"/>
                </a:moveTo>
                <a:lnTo>
                  <a:pt x="381000" y="0"/>
                </a:lnTo>
                <a:lnTo>
                  <a:pt x="609600" y="431800"/>
                </a:lnTo>
                <a:close/>
              </a:path>
            </a:pathLst>
          </a:custGeom>
          <a:solidFill>
            <a:srgbClr val="F6C453"/>
          </a:solidFill>
          <a:ln w="5080">
            <a:solidFill>
              <a:srgbClr val="F6C453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17" name="Kształt 114"/>
          <p:cNvSpPr/>
          <p:nvPr/>
        </p:nvSpPr>
        <p:spPr>
          <a:xfrm>
            <a:off x="6731000" y="4711700"/>
            <a:ext cx="292100" cy="292100"/>
          </a:xfrm>
          <a:custGeom>
            <a:avLst/>
            <a:gdLst/>
            <a:ahLst/>
            <a:cxnLst/>
            <a:rect l="0" t="0" r="r" b="b"/>
            <a:pathLst>
              <a:path w="292100" h="292100">
                <a:moveTo>
                  <a:pt x="0" y="215900"/>
                </a:moveTo>
                <a:lnTo>
                  <a:pt x="215900" y="0"/>
                </a:lnTo>
                <a:lnTo>
                  <a:pt x="292100" y="292100"/>
                </a:lnTo>
                <a:close/>
              </a:path>
            </a:pathLst>
          </a:custGeom>
          <a:solidFill>
            <a:srgbClr val="EEB33B"/>
          </a:solidFill>
          <a:ln w="5080">
            <a:solidFill>
              <a:srgbClr val="EEB33B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18" name="Kształt 115"/>
          <p:cNvSpPr/>
          <p:nvPr/>
        </p:nvSpPr>
        <p:spPr>
          <a:xfrm>
            <a:off x="5334000" y="4610100"/>
            <a:ext cx="292100" cy="419100"/>
          </a:xfrm>
          <a:custGeom>
            <a:avLst/>
            <a:gdLst/>
            <a:ahLst/>
            <a:cxnLst/>
            <a:rect l="0" t="0" r="r" b="b"/>
            <a:pathLst>
              <a:path w="292100" h="419100">
                <a:moveTo>
                  <a:pt x="0" y="304800"/>
                </a:moveTo>
                <a:lnTo>
                  <a:pt x="292100" y="0"/>
                </a:lnTo>
                <a:lnTo>
                  <a:pt x="215900" y="419100"/>
                </a:lnTo>
                <a:close/>
              </a:path>
            </a:pathLst>
          </a:custGeom>
          <a:solidFill>
            <a:srgbClr val="F8D77A"/>
          </a:solidFill>
          <a:ln w="5080">
            <a:solidFill>
              <a:srgbClr val="F8D77A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19" name="Kształt 116"/>
          <p:cNvSpPr/>
          <p:nvPr/>
        </p:nvSpPr>
        <p:spPr>
          <a:xfrm>
            <a:off x="5588000" y="4584700"/>
            <a:ext cx="355600" cy="431800"/>
          </a:xfrm>
          <a:custGeom>
            <a:avLst/>
            <a:gdLst/>
            <a:ahLst/>
            <a:cxnLst/>
            <a:rect l="0" t="0" r="r" b="b"/>
            <a:pathLst>
              <a:path w="355600" h="431800">
                <a:moveTo>
                  <a:pt x="0" y="177800"/>
                </a:moveTo>
                <a:lnTo>
                  <a:pt x="355600" y="0"/>
                </a:lnTo>
                <a:lnTo>
                  <a:pt x="190500" y="431800"/>
                </a:lnTo>
                <a:close/>
              </a:path>
            </a:pathLst>
          </a:custGeom>
          <a:solidFill>
            <a:srgbClr val="E7A12C"/>
          </a:solidFill>
          <a:ln w="5080">
            <a:solidFill>
              <a:srgbClr val="E7A12C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20" name="Kształt 117"/>
          <p:cNvSpPr/>
          <p:nvPr/>
        </p:nvSpPr>
        <p:spPr>
          <a:xfrm>
            <a:off x="5905500" y="4546600"/>
            <a:ext cx="304800" cy="469900"/>
          </a:xfrm>
          <a:custGeom>
            <a:avLst/>
            <a:gdLst/>
            <a:ahLst/>
            <a:cxnLst/>
            <a:rect l="0" t="0" r="r" b="b"/>
            <a:pathLst>
              <a:path w="304800" h="469900">
                <a:moveTo>
                  <a:pt x="0" y="139700"/>
                </a:moveTo>
                <a:lnTo>
                  <a:pt x="304800" y="0"/>
                </a:lnTo>
                <a:lnTo>
                  <a:pt x="165100" y="469900"/>
                </a:lnTo>
                <a:close/>
              </a:path>
            </a:pathLst>
          </a:custGeom>
          <a:solidFill>
            <a:srgbClr val="F6C453"/>
          </a:solidFill>
          <a:ln w="5080">
            <a:solidFill>
              <a:srgbClr val="F6C453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21" name="Kształt 118"/>
          <p:cNvSpPr/>
          <p:nvPr/>
        </p:nvSpPr>
        <p:spPr>
          <a:xfrm>
            <a:off x="6096000" y="4584700"/>
            <a:ext cx="279400" cy="431800"/>
          </a:xfrm>
          <a:custGeom>
            <a:avLst/>
            <a:gdLst/>
            <a:ahLst/>
            <a:cxnLst/>
            <a:rect l="0" t="0" r="r" b="b"/>
            <a:pathLst>
              <a:path w="279400" h="431800">
                <a:moveTo>
                  <a:pt x="0" y="139700"/>
                </a:moveTo>
                <a:lnTo>
                  <a:pt x="279400" y="0"/>
                </a:lnTo>
                <a:lnTo>
                  <a:pt x="190500" y="431800"/>
                </a:lnTo>
                <a:close/>
              </a:path>
            </a:pathLst>
          </a:custGeom>
          <a:solidFill>
            <a:srgbClr val="EEB33B"/>
          </a:solidFill>
          <a:ln w="5080">
            <a:solidFill>
              <a:srgbClr val="EEB33B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22" name="Kształt 119"/>
          <p:cNvSpPr/>
          <p:nvPr/>
        </p:nvSpPr>
        <p:spPr>
          <a:xfrm>
            <a:off x="6477000" y="4749800"/>
            <a:ext cx="330200" cy="266700"/>
          </a:xfrm>
          <a:custGeom>
            <a:avLst/>
            <a:gdLst/>
            <a:ahLst/>
            <a:cxnLst/>
            <a:rect l="0" t="0" r="r" b="b"/>
            <a:pathLst>
              <a:path w="330200" h="266700">
                <a:moveTo>
                  <a:pt x="0" y="38100"/>
                </a:moveTo>
                <a:lnTo>
                  <a:pt x="330200" y="0"/>
                </a:lnTo>
                <a:lnTo>
                  <a:pt x="203200" y="266700"/>
                </a:lnTo>
                <a:close/>
              </a:path>
            </a:pathLst>
          </a:custGeom>
          <a:solidFill>
            <a:srgbClr val="F8D77A"/>
          </a:solidFill>
          <a:ln w="5080">
            <a:solidFill>
              <a:srgbClr val="F8D77A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23" name="Kształt 120"/>
          <p:cNvSpPr/>
          <p:nvPr/>
        </p:nvSpPr>
        <p:spPr>
          <a:xfrm>
            <a:off x="4268470" y="5462270"/>
            <a:ext cx="334010" cy="140335"/>
          </a:xfrm>
          <a:custGeom>
            <a:avLst/>
            <a:gdLst/>
            <a:ahLst/>
            <a:cxnLst/>
            <a:rect l="0" t="0" r="r" b="b"/>
            <a:pathLst>
              <a:path w="334010" h="140335">
                <a:moveTo>
                  <a:pt x="0" y="89535"/>
                </a:moveTo>
                <a:lnTo>
                  <a:pt x="267335" y="0"/>
                </a:lnTo>
                <a:lnTo>
                  <a:pt x="334010" y="140335"/>
                </a:lnTo>
                <a:close/>
              </a:path>
            </a:pathLst>
          </a:custGeom>
          <a:solidFill>
            <a:srgbClr val="EEB33B"/>
          </a:solidFill>
          <a:ln w="5080">
            <a:solidFill>
              <a:srgbClr val="EEB33B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24" name="Kształt 121"/>
          <p:cNvSpPr/>
          <p:nvPr/>
        </p:nvSpPr>
        <p:spPr>
          <a:xfrm>
            <a:off x="4820920" y="5547360"/>
            <a:ext cx="311150" cy="142875"/>
          </a:xfrm>
          <a:custGeom>
            <a:avLst/>
            <a:gdLst/>
            <a:ahLst/>
            <a:cxnLst/>
            <a:rect l="0" t="0" r="r" b="b"/>
            <a:pathLst>
              <a:path w="311150" h="142875">
                <a:moveTo>
                  <a:pt x="15875" y="142875"/>
                </a:moveTo>
                <a:lnTo>
                  <a:pt x="0" y="0"/>
                </a:lnTo>
                <a:lnTo>
                  <a:pt x="311150" y="59690"/>
                </a:lnTo>
                <a:close/>
              </a:path>
            </a:pathLst>
          </a:custGeom>
          <a:solidFill>
            <a:srgbClr val="F8D77A"/>
          </a:solidFill>
          <a:ln w="5080">
            <a:solidFill>
              <a:srgbClr val="F8D77A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25" name="Kształt 122"/>
          <p:cNvSpPr/>
          <p:nvPr/>
        </p:nvSpPr>
        <p:spPr>
          <a:xfrm>
            <a:off x="2082800" y="5306060"/>
            <a:ext cx="1549400" cy="309880"/>
          </a:xfrm>
          <a:custGeom>
            <a:avLst/>
            <a:gdLst/>
            <a:ahLst/>
            <a:cxnLst/>
            <a:rect l="0" t="0" r="r" b="b"/>
            <a:pathLst>
              <a:path w="1549400" h="309880">
                <a:moveTo>
                  <a:pt x="1549400" y="154940"/>
                </a:moveTo>
                <a:lnTo>
                  <a:pt x="1537335" y="181610"/>
                </a:lnTo>
                <a:lnTo>
                  <a:pt x="1502410" y="207645"/>
                </a:lnTo>
                <a:lnTo>
                  <a:pt x="1445895" y="232410"/>
                </a:lnTo>
                <a:lnTo>
                  <a:pt x="1368425" y="254635"/>
                </a:lnTo>
                <a:lnTo>
                  <a:pt x="1272540" y="273685"/>
                </a:lnTo>
                <a:lnTo>
                  <a:pt x="1162050" y="288925"/>
                </a:lnTo>
                <a:lnTo>
                  <a:pt x="1039495" y="300355"/>
                </a:lnTo>
                <a:lnTo>
                  <a:pt x="909320" y="307340"/>
                </a:lnTo>
                <a:lnTo>
                  <a:pt x="774700" y="309880"/>
                </a:lnTo>
                <a:lnTo>
                  <a:pt x="640080" y="307340"/>
                </a:lnTo>
                <a:lnTo>
                  <a:pt x="509905" y="300355"/>
                </a:lnTo>
                <a:lnTo>
                  <a:pt x="387350" y="288925"/>
                </a:lnTo>
                <a:lnTo>
                  <a:pt x="276860" y="273685"/>
                </a:lnTo>
                <a:lnTo>
                  <a:pt x="180975" y="254635"/>
                </a:lnTo>
                <a:lnTo>
                  <a:pt x="103505" y="232410"/>
                </a:lnTo>
                <a:lnTo>
                  <a:pt x="46990" y="207645"/>
                </a:lnTo>
                <a:lnTo>
                  <a:pt x="12065" y="181610"/>
                </a:lnTo>
                <a:lnTo>
                  <a:pt x="0" y="154940"/>
                </a:lnTo>
                <a:lnTo>
                  <a:pt x="12065" y="128270"/>
                </a:lnTo>
                <a:lnTo>
                  <a:pt x="46990" y="102235"/>
                </a:lnTo>
                <a:lnTo>
                  <a:pt x="103505" y="77470"/>
                </a:lnTo>
                <a:lnTo>
                  <a:pt x="180975" y="55245"/>
                </a:lnTo>
                <a:lnTo>
                  <a:pt x="276860" y="36195"/>
                </a:lnTo>
                <a:lnTo>
                  <a:pt x="387350" y="20955"/>
                </a:lnTo>
                <a:lnTo>
                  <a:pt x="509905" y="9525"/>
                </a:lnTo>
                <a:lnTo>
                  <a:pt x="640080" y="2540"/>
                </a:lnTo>
                <a:lnTo>
                  <a:pt x="774700" y="0"/>
                </a:lnTo>
                <a:lnTo>
                  <a:pt x="909320" y="2540"/>
                </a:lnTo>
                <a:lnTo>
                  <a:pt x="1039495" y="9525"/>
                </a:lnTo>
                <a:lnTo>
                  <a:pt x="1162050" y="20955"/>
                </a:lnTo>
                <a:lnTo>
                  <a:pt x="1272540" y="36195"/>
                </a:lnTo>
                <a:lnTo>
                  <a:pt x="1368425" y="55245"/>
                </a:lnTo>
                <a:lnTo>
                  <a:pt x="1445895" y="77470"/>
                </a:lnTo>
                <a:lnTo>
                  <a:pt x="1502410" y="102235"/>
                </a:lnTo>
                <a:lnTo>
                  <a:pt x="1537335" y="128270"/>
                </a:lnTo>
                <a:close/>
              </a:path>
            </a:pathLst>
          </a:custGeom>
          <a:solidFill>
            <a:srgbClr val="5A3321">
              <a:alpha val="1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26" name="Kształt 123"/>
          <p:cNvSpPr/>
          <p:nvPr/>
        </p:nvSpPr>
        <p:spPr>
          <a:xfrm>
            <a:off x="2108200" y="5245100"/>
            <a:ext cx="1498600" cy="406400"/>
          </a:xfrm>
          <a:custGeom>
            <a:avLst/>
            <a:gdLst/>
            <a:ahLst/>
            <a:cxnLst/>
            <a:rect l="0" t="0" r="r" b="b"/>
            <a:pathLst>
              <a:path w="1498600" h="406400">
                <a:moveTo>
                  <a:pt x="1498600" y="203200"/>
                </a:moveTo>
                <a:lnTo>
                  <a:pt x="1487170" y="238760"/>
                </a:lnTo>
                <a:lnTo>
                  <a:pt x="1453515" y="272415"/>
                </a:lnTo>
                <a:lnTo>
                  <a:pt x="1398270" y="304800"/>
                </a:lnTo>
                <a:lnTo>
                  <a:pt x="1323340" y="334010"/>
                </a:lnTo>
                <a:lnTo>
                  <a:pt x="1230630" y="358775"/>
                </a:lnTo>
                <a:lnTo>
                  <a:pt x="1123950" y="379095"/>
                </a:lnTo>
                <a:lnTo>
                  <a:pt x="1005840" y="394335"/>
                </a:lnTo>
                <a:lnTo>
                  <a:pt x="879475" y="403225"/>
                </a:lnTo>
                <a:lnTo>
                  <a:pt x="749300" y="406400"/>
                </a:lnTo>
                <a:lnTo>
                  <a:pt x="619125" y="403225"/>
                </a:lnTo>
                <a:lnTo>
                  <a:pt x="492760" y="394335"/>
                </a:lnTo>
                <a:lnTo>
                  <a:pt x="374650" y="379095"/>
                </a:lnTo>
                <a:lnTo>
                  <a:pt x="267970" y="358775"/>
                </a:lnTo>
                <a:lnTo>
                  <a:pt x="175260" y="334010"/>
                </a:lnTo>
                <a:lnTo>
                  <a:pt x="100330" y="304800"/>
                </a:lnTo>
                <a:lnTo>
                  <a:pt x="45085" y="272415"/>
                </a:lnTo>
                <a:lnTo>
                  <a:pt x="11430" y="238760"/>
                </a:lnTo>
                <a:lnTo>
                  <a:pt x="0" y="203200"/>
                </a:lnTo>
                <a:lnTo>
                  <a:pt x="11430" y="167640"/>
                </a:lnTo>
                <a:lnTo>
                  <a:pt x="45085" y="133985"/>
                </a:lnTo>
                <a:lnTo>
                  <a:pt x="100330" y="101600"/>
                </a:lnTo>
                <a:lnTo>
                  <a:pt x="175260" y="72390"/>
                </a:lnTo>
                <a:lnTo>
                  <a:pt x="267970" y="47625"/>
                </a:lnTo>
                <a:lnTo>
                  <a:pt x="374650" y="27305"/>
                </a:lnTo>
                <a:lnTo>
                  <a:pt x="492760" y="12065"/>
                </a:lnTo>
                <a:lnTo>
                  <a:pt x="619125" y="3175"/>
                </a:lnTo>
                <a:lnTo>
                  <a:pt x="749300" y="0"/>
                </a:lnTo>
                <a:lnTo>
                  <a:pt x="879475" y="3175"/>
                </a:lnTo>
                <a:lnTo>
                  <a:pt x="1005840" y="12065"/>
                </a:lnTo>
                <a:lnTo>
                  <a:pt x="1123950" y="27305"/>
                </a:lnTo>
                <a:lnTo>
                  <a:pt x="1230630" y="47625"/>
                </a:lnTo>
                <a:lnTo>
                  <a:pt x="1323340" y="72390"/>
                </a:lnTo>
                <a:lnTo>
                  <a:pt x="1398270" y="101600"/>
                </a:lnTo>
                <a:lnTo>
                  <a:pt x="1453515" y="133985"/>
                </a:lnTo>
                <a:lnTo>
                  <a:pt x="1487170" y="167640"/>
                </a:lnTo>
                <a:close/>
              </a:path>
            </a:pathLst>
          </a:custGeom>
          <a:solidFill>
            <a:srgbClr val="E3DBD0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27" name="Kształt 124"/>
          <p:cNvSpPr/>
          <p:nvPr/>
        </p:nvSpPr>
        <p:spPr>
          <a:xfrm>
            <a:off x="2108200" y="5207000"/>
            <a:ext cx="1498600" cy="406400"/>
          </a:xfrm>
          <a:custGeom>
            <a:avLst/>
            <a:gdLst/>
            <a:ahLst/>
            <a:cxnLst/>
            <a:rect l="0" t="0" r="r" b="b"/>
            <a:pathLst>
              <a:path w="1498600" h="406400">
                <a:moveTo>
                  <a:pt x="1498600" y="203200"/>
                </a:moveTo>
                <a:lnTo>
                  <a:pt x="1487170" y="238760"/>
                </a:lnTo>
                <a:lnTo>
                  <a:pt x="1453515" y="272415"/>
                </a:lnTo>
                <a:lnTo>
                  <a:pt x="1398270" y="304800"/>
                </a:lnTo>
                <a:lnTo>
                  <a:pt x="1323340" y="334010"/>
                </a:lnTo>
                <a:lnTo>
                  <a:pt x="1230630" y="358775"/>
                </a:lnTo>
                <a:lnTo>
                  <a:pt x="1123950" y="379095"/>
                </a:lnTo>
                <a:lnTo>
                  <a:pt x="1005840" y="394335"/>
                </a:lnTo>
                <a:lnTo>
                  <a:pt x="879475" y="403225"/>
                </a:lnTo>
                <a:lnTo>
                  <a:pt x="749300" y="406400"/>
                </a:lnTo>
                <a:lnTo>
                  <a:pt x="619125" y="403225"/>
                </a:lnTo>
                <a:lnTo>
                  <a:pt x="492760" y="394335"/>
                </a:lnTo>
                <a:lnTo>
                  <a:pt x="374650" y="379095"/>
                </a:lnTo>
                <a:lnTo>
                  <a:pt x="267970" y="358775"/>
                </a:lnTo>
                <a:lnTo>
                  <a:pt x="175260" y="334010"/>
                </a:lnTo>
                <a:lnTo>
                  <a:pt x="100330" y="304800"/>
                </a:lnTo>
                <a:lnTo>
                  <a:pt x="45085" y="272415"/>
                </a:lnTo>
                <a:lnTo>
                  <a:pt x="11430" y="238760"/>
                </a:lnTo>
                <a:lnTo>
                  <a:pt x="0" y="203200"/>
                </a:lnTo>
                <a:lnTo>
                  <a:pt x="11430" y="167640"/>
                </a:lnTo>
                <a:lnTo>
                  <a:pt x="45085" y="133985"/>
                </a:lnTo>
                <a:lnTo>
                  <a:pt x="100330" y="101600"/>
                </a:lnTo>
                <a:lnTo>
                  <a:pt x="175260" y="72390"/>
                </a:lnTo>
                <a:lnTo>
                  <a:pt x="267970" y="47625"/>
                </a:lnTo>
                <a:lnTo>
                  <a:pt x="374650" y="27305"/>
                </a:lnTo>
                <a:lnTo>
                  <a:pt x="492760" y="12065"/>
                </a:lnTo>
                <a:lnTo>
                  <a:pt x="619125" y="3175"/>
                </a:lnTo>
                <a:lnTo>
                  <a:pt x="749300" y="0"/>
                </a:lnTo>
                <a:lnTo>
                  <a:pt x="879475" y="3175"/>
                </a:lnTo>
                <a:lnTo>
                  <a:pt x="1005840" y="12065"/>
                </a:lnTo>
                <a:lnTo>
                  <a:pt x="1123950" y="27305"/>
                </a:lnTo>
                <a:lnTo>
                  <a:pt x="1230630" y="47625"/>
                </a:lnTo>
                <a:lnTo>
                  <a:pt x="1323340" y="72390"/>
                </a:lnTo>
                <a:lnTo>
                  <a:pt x="1398270" y="101600"/>
                </a:lnTo>
                <a:lnTo>
                  <a:pt x="1453515" y="133985"/>
                </a:lnTo>
                <a:lnTo>
                  <a:pt x="1487170" y="1676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28" name="Kształt 125"/>
          <p:cNvSpPr/>
          <p:nvPr/>
        </p:nvSpPr>
        <p:spPr>
          <a:xfrm>
            <a:off x="2324100" y="5283200"/>
            <a:ext cx="1066800" cy="279400"/>
          </a:xfrm>
          <a:custGeom>
            <a:avLst/>
            <a:gdLst/>
            <a:ahLst/>
            <a:cxnLst/>
            <a:rect l="0" t="0" r="r" b="b"/>
            <a:pathLst>
              <a:path w="1066800" h="279400">
                <a:moveTo>
                  <a:pt x="1066800" y="139700"/>
                </a:moveTo>
                <a:lnTo>
                  <a:pt x="1058545" y="163830"/>
                </a:lnTo>
                <a:lnTo>
                  <a:pt x="1034415" y="187325"/>
                </a:lnTo>
                <a:lnTo>
                  <a:pt x="995045" y="209550"/>
                </a:lnTo>
                <a:lnTo>
                  <a:pt x="941705" y="229235"/>
                </a:lnTo>
                <a:lnTo>
                  <a:pt x="876300" y="247015"/>
                </a:lnTo>
                <a:lnTo>
                  <a:pt x="800100" y="260985"/>
                </a:lnTo>
                <a:lnTo>
                  <a:pt x="715645" y="271145"/>
                </a:lnTo>
                <a:lnTo>
                  <a:pt x="626110" y="277495"/>
                </a:lnTo>
                <a:lnTo>
                  <a:pt x="533400" y="279400"/>
                </a:lnTo>
                <a:lnTo>
                  <a:pt x="440690" y="277495"/>
                </a:lnTo>
                <a:lnTo>
                  <a:pt x="351155" y="271145"/>
                </a:lnTo>
                <a:lnTo>
                  <a:pt x="266700" y="260985"/>
                </a:lnTo>
                <a:lnTo>
                  <a:pt x="190500" y="247015"/>
                </a:lnTo>
                <a:lnTo>
                  <a:pt x="125095" y="229235"/>
                </a:lnTo>
                <a:lnTo>
                  <a:pt x="71755" y="209550"/>
                </a:lnTo>
                <a:lnTo>
                  <a:pt x="32385" y="187325"/>
                </a:lnTo>
                <a:lnTo>
                  <a:pt x="8255" y="163830"/>
                </a:lnTo>
                <a:lnTo>
                  <a:pt x="0" y="139700"/>
                </a:lnTo>
                <a:lnTo>
                  <a:pt x="8255" y="115570"/>
                </a:lnTo>
                <a:lnTo>
                  <a:pt x="32385" y="92075"/>
                </a:lnTo>
                <a:lnTo>
                  <a:pt x="71755" y="69850"/>
                </a:lnTo>
                <a:lnTo>
                  <a:pt x="125095" y="50165"/>
                </a:lnTo>
                <a:lnTo>
                  <a:pt x="190500" y="32385"/>
                </a:lnTo>
                <a:lnTo>
                  <a:pt x="266700" y="18415"/>
                </a:lnTo>
                <a:lnTo>
                  <a:pt x="351155" y="8255"/>
                </a:lnTo>
                <a:lnTo>
                  <a:pt x="440690" y="1905"/>
                </a:lnTo>
                <a:lnTo>
                  <a:pt x="533400" y="0"/>
                </a:lnTo>
                <a:lnTo>
                  <a:pt x="626110" y="1905"/>
                </a:lnTo>
                <a:lnTo>
                  <a:pt x="715645" y="8255"/>
                </a:lnTo>
                <a:lnTo>
                  <a:pt x="800100" y="18415"/>
                </a:lnTo>
                <a:lnTo>
                  <a:pt x="876300" y="32385"/>
                </a:lnTo>
                <a:lnTo>
                  <a:pt x="941705" y="50165"/>
                </a:lnTo>
                <a:lnTo>
                  <a:pt x="995045" y="69850"/>
                </a:lnTo>
                <a:lnTo>
                  <a:pt x="1034415" y="92075"/>
                </a:lnTo>
                <a:lnTo>
                  <a:pt x="1058545" y="115570"/>
                </a:lnTo>
                <a:close/>
              </a:path>
            </a:pathLst>
          </a:custGeom>
          <a:solidFill>
            <a:srgbClr val="F1ECE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29" name="Kształt 126"/>
          <p:cNvSpPr/>
          <p:nvPr/>
        </p:nvSpPr>
        <p:spPr>
          <a:xfrm>
            <a:off x="2424430" y="5307965"/>
            <a:ext cx="377190" cy="147955"/>
          </a:xfrm>
          <a:custGeom>
            <a:avLst/>
            <a:gdLst/>
            <a:ahLst/>
            <a:cxnLst/>
            <a:rect l="0" t="0" r="r" b="b"/>
            <a:pathLst>
              <a:path w="377190" h="147955">
                <a:moveTo>
                  <a:pt x="0" y="125730"/>
                </a:moveTo>
                <a:lnTo>
                  <a:pt x="234315" y="0"/>
                </a:lnTo>
                <a:lnTo>
                  <a:pt x="377190" y="147955"/>
                </a:lnTo>
                <a:close/>
              </a:path>
            </a:pathLst>
          </a:custGeom>
          <a:solidFill>
            <a:srgbClr val="F6C453"/>
          </a:solidFill>
          <a:ln w="5080">
            <a:solidFill>
              <a:srgbClr val="F6C453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30" name="Kształt 127"/>
          <p:cNvSpPr/>
          <p:nvPr/>
        </p:nvSpPr>
        <p:spPr>
          <a:xfrm>
            <a:off x="2717165" y="5365750"/>
            <a:ext cx="347980" cy="158750"/>
          </a:xfrm>
          <a:custGeom>
            <a:avLst/>
            <a:gdLst/>
            <a:ahLst/>
            <a:cxnLst/>
            <a:rect l="0" t="0" r="r" b="b"/>
            <a:pathLst>
              <a:path w="347980" h="158750">
                <a:moveTo>
                  <a:pt x="0" y="158750"/>
                </a:moveTo>
                <a:lnTo>
                  <a:pt x="40005" y="0"/>
                </a:lnTo>
                <a:lnTo>
                  <a:pt x="347980" y="93980"/>
                </a:lnTo>
                <a:close/>
              </a:path>
            </a:pathLst>
          </a:custGeom>
          <a:solidFill>
            <a:srgbClr val="EEB33B"/>
          </a:solidFill>
          <a:ln w="5080">
            <a:solidFill>
              <a:srgbClr val="EEB33B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31" name="Kształt 128"/>
          <p:cNvSpPr/>
          <p:nvPr/>
        </p:nvSpPr>
        <p:spPr>
          <a:xfrm>
            <a:off x="2544445" y="5283200"/>
            <a:ext cx="380365" cy="143510"/>
          </a:xfrm>
          <a:custGeom>
            <a:avLst/>
            <a:gdLst/>
            <a:ahLst/>
            <a:cxnLst/>
            <a:rect l="0" t="0" r="r" b="b"/>
            <a:pathLst>
              <a:path w="380365" h="143510">
                <a:moveTo>
                  <a:pt x="0" y="0"/>
                </a:moveTo>
                <a:lnTo>
                  <a:pt x="380365" y="10795"/>
                </a:lnTo>
                <a:lnTo>
                  <a:pt x="167005" y="143510"/>
                </a:lnTo>
                <a:close/>
              </a:path>
            </a:pathLst>
          </a:custGeom>
          <a:solidFill>
            <a:srgbClr val="F8D77A"/>
          </a:solidFill>
          <a:ln w="5080">
            <a:solidFill>
              <a:srgbClr val="F8D77A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32" name="Kształt 129"/>
          <p:cNvSpPr/>
          <p:nvPr/>
        </p:nvSpPr>
        <p:spPr>
          <a:xfrm>
            <a:off x="2997200" y="5334000"/>
            <a:ext cx="304800" cy="127000"/>
          </a:xfrm>
          <a:custGeom>
            <a:avLst/>
            <a:gdLst/>
            <a:ahLst/>
            <a:cxnLst/>
            <a:rect l="0" t="0" r="r" b="b"/>
            <a:pathLst>
              <a:path w="304800" h="127000">
                <a:moveTo>
                  <a:pt x="304800" y="63500"/>
                </a:moveTo>
                <a:lnTo>
                  <a:pt x="302260" y="74295"/>
                </a:lnTo>
                <a:lnTo>
                  <a:pt x="295910" y="85090"/>
                </a:lnTo>
                <a:lnTo>
                  <a:pt x="284480" y="95250"/>
                </a:lnTo>
                <a:lnTo>
                  <a:pt x="269240" y="104140"/>
                </a:lnTo>
                <a:lnTo>
                  <a:pt x="250190" y="112395"/>
                </a:lnTo>
                <a:lnTo>
                  <a:pt x="228600" y="118745"/>
                </a:lnTo>
                <a:lnTo>
                  <a:pt x="204470" y="123190"/>
                </a:lnTo>
                <a:lnTo>
                  <a:pt x="179070" y="125730"/>
                </a:lnTo>
                <a:lnTo>
                  <a:pt x="152400" y="127000"/>
                </a:lnTo>
                <a:lnTo>
                  <a:pt x="125730" y="125730"/>
                </a:lnTo>
                <a:lnTo>
                  <a:pt x="100330" y="123190"/>
                </a:lnTo>
                <a:lnTo>
                  <a:pt x="76200" y="118745"/>
                </a:lnTo>
                <a:lnTo>
                  <a:pt x="54610" y="112395"/>
                </a:lnTo>
                <a:lnTo>
                  <a:pt x="35560" y="104140"/>
                </a:lnTo>
                <a:lnTo>
                  <a:pt x="20320" y="95250"/>
                </a:lnTo>
                <a:lnTo>
                  <a:pt x="8890" y="85090"/>
                </a:lnTo>
                <a:lnTo>
                  <a:pt x="2540" y="74295"/>
                </a:lnTo>
                <a:lnTo>
                  <a:pt x="0" y="63500"/>
                </a:lnTo>
                <a:lnTo>
                  <a:pt x="2540" y="52705"/>
                </a:lnTo>
                <a:lnTo>
                  <a:pt x="8890" y="41910"/>
                </a:lnTo>
                <a:lnTo>
                  <a:pt x="20320" y="31750"/>
                </a:lnTo>
                <a:lnTo>
                  <a:pt x="35560" y="22860"/>
                </a:lnTo>
                <a:lnTo>
                  <a:pt x="54610" y="14605"/>
                </a:lnTo>
                <a:lnTo>
                  <a:pt x="76200" y="8255"/>
                </a:lnTo>
                <a:lnTo>
                  <a:pt x="100330" y="3810"/>
                </a:lnTo>
                <a:lnTo>
                  <a:pt x="125730" y="1270"/>
                </a:lnTo>
                <a:lnTo>
                  <a:pt x="152400" y="0"/>
                </a:lnTo>
                <a:lnTo>
                  <a:pt x="179070" y="1270"/>
                </a:lnTo>
                <a:lnTo>
                  <a:pt x="204470" y="3810"/>
                </a:lnTo>
                <a:lnTo>
                  <a:pt x="228600" y="8255"/>
                </a:lnTo>
                <a:lnTo>
                  <a:pt x="250190" y="14605"/>
                </a:lnTo>
                <a:lnTo>
                  <a:pt x="269240" y="22860"/>
                </a:lnTo>
                <a:lnTo>
                  <a:pt x="284480" y="31750"/>
                </a:lnTo>
                <a:lnTo>
                  <a:pt x="295910" y="41910"/>
                </a:lnTo>
                <a:lnTo>
                  <a:pt x="302260" y="52705"/>
                </a:lnTo>
                <a:close/>
              </a:path>
            </a:pathLst>
          </a:custGeom>
          <a:solidFill>
            <a:srgbClr val="EE3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33" name="Kształt 130"/>
          <p:cNvSpPr/>
          <p:nvPr/>
        </p:nvSpPr>
        <p:spPr>
          <a:xfrm>
            <a:off x="3098800" y="5353050"/>
            <a:ext cx="50800" cy="50800"/>
          </a:xfrm>
          <a:custGeom>
            <a:avLst/>
            <a:gdLst/>
            <a:ahLst/>
            <a:cxnLst/>
            <a:rect l="0" t="0" r="r" b="b"/>
            <a:pathLst>
              <a:path w="50800" h="50800">
                <a:moveTo>
                  <a:pt x="0" y="19050"/>
                </a:moveTo>
                <a:lnTo>
                  <a:pt x="50800" y="0"/>
                </a:lnTo>
                <a:lnTo>
                  <a:pt x="38100" y="50800"/>
                </a:lnTo>
                <a:close/>
              </a:path>
            </a:pathLst>
          </a:custGeom>
          <a:solidFill>
            <a:srgbClr val="95161D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34" name="Kształt 131"/>
          <p:cNvSpPr/>
          <p:nvPr/>
        </p:nvSpPr>
        <p:spPr>
          <a:xfrm>
            <a:off x="3175000" y="5384800"/>
            <a:ext cx="50800" cy="44450"/>
          </a:xfrm>
          <a:custGeom>
            <a:avLst/>
            <a:gdLst/>
            <a:ahLst/>
            <a:cxnLst/>
            <a:rect l="0" t="0" r="r" b="b"/>
            <a:pathLst>
              <a:path w="50800" h="44450">
                <a:moveTo>
                  <a:pt x="0" y="19050"/>
                </a:moveTo>
                <a:lnTo>
                  <a:pt x="50800" y="0"/>
                </a:lnTo>
                <a:lnTo>
                  <a:pt x="38100" y="44450"/>
                </a:lnTo>
                <a:close/>
              </a:path>
            </a:pathLst>
          </a:custGeom>
          <a:solidFill>
            <a:srgbClr val="95161D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35" name="Kształt 132"/>
          <p:cNvSpPr/>
          <p:nvPr/>
        </p:nvSpPr>
        <p:spPr>
          <a:xfrm>
            <a:off x="1219200" y="5422900"/>
            <a:ext cx="635000" cy="127000"/>
          </a:xfrm>
          <a:custGeom>
            <a:avLst/>
            <a:gdLst/>
            <a:ahLst/>
            <a:cxnLst/>
            <a:rect l="0" t="0" r="r" b="b"/>
            <a:pathLst>
              <a:path w="635000" h="127000">
                <a:moveTo>
                  <a:pt x="635000" y="63500"/>
                </a:moveTo>
                <a:lnTo>
                  <a:pt x="629920" y="74295"/>
                </a:lnTo>
                <a:lnTo>
                  <a:pt x="615950" y="85090"/>
                </a:lnTo>
                <a:lnTo>
                  <a:pt x="592455" y="95250"/>
                </a:lnTo>
                <a:lnTo>
                  <a:pt x="560705" y="104140"/>
                </a:lnTo>
                <a:lnTo>
                  <a:pt x="521335" y="112395"/>
                </a:lnTo>
                <a:lnTo>
                  <a:pt x="476250" y="118745"/>
                </a:lnTo>
                <a:lnTo>
                  <a:pt x="426085" y="123190"/>
                </a:lnTo>
                <a:lnTo>
                  <a:pt x="372745" y="125730"/>
                </a:lnTo>
                <a:lnTo>
                  <a:pt x="317500" y="127000"/>
                </a:lnTo>
                <a:lnTo>
                  <a:pt x="262255" y="125730"/>
                </a:lnTo>
                <a:lnTo>
                  <a:pt x="208915" y="123190"/>
                </a:lnTo>
                <a:lnTo>
                  <a:pt x="158750" y="118745"/>
                </a:lnTo>
                <a:lnTo>
                  <a:pt x="113665" y="112395"/>
                </a:lnTo>
                <a:lnTo>
                  <a:pt x="74295" y="104140"/>
                </a:lnTo>
                <a:lnTo>
                  <a:pt x="42545" y="95250"/>
                </a:lnTo>
                <a:lnTo>
                  <a:pt x="19050" y="85090"/>
                </a:lnTo>
                <a:lnTo>
                  <a:pt x="5080" y="74295"/>
                </a:lnTo>
                <a:lnTo>
                  <a:pt x="0" y="63500"/>
                </a:lnTo>
                <a:lnTo>
                  <a:pt x="5080" y="52705"/>
                </a:lnTo>
                <a:lnTo>
                  <a:pt x="19050" y="41910"/>
                </a:lnTo>
                <a:lnTo>
                  <a:pt x="42545" y="31750"/>
                </a:lnTo>
                <a:lnTo>
                  <a:pt x="74295" y="22860"/>
                </a:lnTo>
                <a:lnTo>
                  <a:pt x="113665" y="14605"/>
                </a:lnTo>
                <a:lnTo>
                  <a:pt x="158750" y="8255"/>
                </a:lnTo>
                <a:lnTo>
                  <a:pt x="208915" y="3810"/>
                </a:lnTo>
                <a:lnTo>
                  <a:pt x="262255" y="1270"/>
                </a:lnTo>
                <a:lnTo>
                  <a:pt x="317500" y="0"/>
                </a:lnTo>
                <a:lnTo>
                  <a:pt x="372745" y="1270"/>
                </a:lnTo>
                <a:lnTo>
                  <a:pt x="426085" y="3810"/>
                </a:lnTo>
                <a:lnTo>
                  <a:pt x="476250" y="8255"/>
                </a:lnTo>
                <a:lnTo>
                  <a:pt x="521335" y="14605"/>
                </a:lnTo>
                <a:lnTo>
                  <a:pt x="560705" y="22860"/>
                </a:lnTo>
                <a:lnTo>
                  <a:pt x="592455" y="31750"/>
                </a:lnTo>
                <a:lnTo>
                  <a:pt x="615950" y="41910"/>
                </a:lnTo>
                <a:lnTo>
                  <a:pt x="629920" y="52705"/>
                </a:lnTo>
                <a:close/>
              </a:path>
            </a:pathLst>
          </a:custGeom>
          <a:solidFill>
            <a:srgbClr val="5A3321">
              <a:alpha val="1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36" name="Kształt 133"/>
          <p:cNvSpPr/>
          <p:nvPr/>
        </p:nvSpPr>
        <p:spPr>
          <a:xfrm>
            <a:off x="1557020" y="5252720"/>
            <a:ext cx="264160" cy="80010"/>
          </a:xfrm>
          <a:custGeom>
            <a:avLst/>
            <a:gdLst/>
            <a:ahLst/>
            <a:cxnLst/>
            <a:rect l="0" t="0" r="r" b="b"/>
            <a:pathLst>
              <a:path w="264160" h="80010">
                <a:moveTo>
                  <a:pt x="0" y="0"/>
                </a:moveTo>
                <a:lnTo>
                  <a:pt x="264160" y="0"/>
                </a:lnTo>
                <a:lnTo>
                  <a:pt x="248285" y="80010"/>
                </a:lnTo>
                <a:close/>
              </a:path>
            </a:pathLst>
          </a:custGeom>
          <a:solidFill>
            <a:srgbClr val="D29E1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37" name="Kształt 134"/>
          <p:cNvSpPr/>
          <p:nvPr/>
        </p:nvSpPr>
        <p:spPr>
          <a:xfrm>
            <a:off x="1557020" y="5252720"/>
            <a:ext cx="248285" cy="150495"/>
          </a:xfrm>
          <a:custGeom>
            <a:avLst/>
            <a:gdLst/>
            <a:ahLst/>
            <a:cxnLst/>
            <a:rect l="0" t="0" r="r" b="b"/>
            <a:pathLst>
              <a:path w="248285" h="150495">
                <a:moveTo>
                  <a:pt x="0" y="0"/>
                </a:moveTo>
                <a:lnTo>
                  <a:pt x="248285" y="80010"/>
                </a:lnTo>
                <a:lnTo>
                  <a:pt x="202565" y="150495"/>
                </a:lnTo>
                <a:close/>
              </a:path>
            </a:pathLst>
          </a:custGeom>
          <a:solidFill>
            <a:srgbClr val="D09B13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38" name="Kształt 135"/>
          <p:cNvSpPr/>
          <p:nvPr/>
        </p:nvSpPr>
        <p:spPr>
          <a:xfrm>
            <a:off x="1557020" y="5252720"/>
            <a:ext cx="202565" cy="202565"/>
          </a:xfrm>
          <a:custGeom>
            <a:avLst/>
            <a:gdLst/>
            <a:ahLst/>
            <a:cxnLst/>
            <a:rect l="0" t="0" r="r" b="b"/>
            <a:pathLst>
              <a:path w="202565" h="202565">
                <a:moveTo>
                  <a:pt x="0" y="0"/>
                </a:moveTo>
                <a:lnTo>
                  <a:pt x="202565" y="150495"/>
                </a:lnTo>
                <a:lnTo>
                  <a:pt x="132080" y="202565"/>
                </a:lnTo>
                <a:close/>
              </a:path>
            </a:pathLst>
          </a:custGeom>
          <a:solidFill>
            <a:srgbClr val="CF9A12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39" name="Kształt 136"/>
          <p:cNvSpPr/>
          <p:nvPr/>
        </p:nvSpPr>
        <p:spPr>
          <a:xfrm>
            <a:off x="1557020" y="5252720"/>
            <a:ext cx="132080" cy="229870"/>
          </a:xfrm>
          <a:custGeom>
            <a:avLst/>
            <a:gdLst/>
            <a:ahLst/>
            <a:cxnLst/>
            <a:rect l="0" t="0" r="r" b="b"/>
            <a:pathLst>
              <a:path w="132080" h="229870">
                <a:moveTo>
                  <a:pt x="0" y="0"/>
                </a:moveTo>
                <a:lnTo>
                  <a:pt x="132080" y="202565"/>
                </a:lnTo>
                <a:lnTo>
                  <a:pt x="45720" y="229870"/>
                </a:lnTo>
                <a:close/>
              </a:path>
            </a:pathLst>
          </a:custGeom>
          <a:solidFill>
            <a:srgbClr val="D19C1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40" name="Kształt 137"/>
          <p:cNvSpPr/>
          <p:nvPr/>
        </p:nvSpPr>
        <p:spPr>
          <a:xfrm>
            <a:off x="1511300" y="5252720"/>
            <a:ext cx="91440" cy="229870"/>
          </a:xfrm>
          <a:custGeom>
            <a:avLst/>
            <a:gdLst/>
            <a:ahLst/>
            <a:cxnLst/>
            <a:rect l="0" t="0" r="r" b="b"/>
            <a:pathLst>
              <a:path w="91440" h="229870">
                <a:moveTo>
                  <a:pt x="45720" y="0"/>
                </a:moveTo>
                <a:lnTo>
                  <a:pt x="91440" y="229870"/>
                </a:lnTo>
                <a:lnTo>
                  <a:pt x="0" y="229870"/>
                </a:lnTo>
                <a:close/>
              </a:path>
            </a:pathLst>
          </a:custGeom>
          <a:solidFill>
            <a:srgbClr val="D4A01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41" name="Kształt 138"/>
          <p:cNvSpPr/>
          <p:nvPr/>
        </p:nvSpPr>
        <p:spPr>
          <a:xfrm>
            <a:off x="1424940" y="5252720"/>
            <a:ext cx="132080" cy="229870"/>
          </a:xfrm>
          <a:custGeom>
            <a:avLst/>
            <a:gdLst/>
            <a:ahLst/>
            <a:cxnLst/>
            <a:rect l="0" t="0" r="r" b="b"/>
            <a:pathLst>
              <a:path w="132080" h="229870">
                <a:moveTo>
                  <a:pt x="132080" y="0"/>
                </a:moveTo>
                <a:lnTo>
                  <a:pt x="86360" y="229870"/>
                </a:lnTo>
                <a:lnTo>
                  <a:pt x="0" y="202565"/>
                </a:lnTo>
                <a:close/>
              </a:path>
            </a:pathLst>
          </a:custGeom>
          <a:solidFill>
            <a:srgbClr val="D9A61C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42" name="Kształt 139"/>
          <p:cNvSpPr/>
          <p:nvPr/>
        </p:nvSpPr>
        <p:spPr>
          <a:xfrm>
            <a:off x="1354455" y="5252720"/>
            <a:ext cx="202565" cy="202565"/>
          </a:xfrm>
          <a:custGeom>
            <a:avLst/>
            <a:gdLst/>
            <a:ahLst/>
            <a:cxnLst/>
            <a:rect l="0" t="0" r="r" b="b"/>
            <a:pathLst>
              <a:path w="202565" h="202565">
                <a:moveTo>
                  <a:pt x="202565" y="0"/>
                </a:moveTo>
                <a:lnTo>
                  <a:pt x="70485" y="202565"/>
                </a:lnTo>
                <a:lnTo>
                  <a:pt x="0" y="150495"/>
                </a:lnTo>
                <a:close/>
              </a:path>
            </a:pathLst>
          </a:custGeom>
          <a:solidFill>
            <a:srgbClr val="DEAC22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43" name="Kształt 140"/>
          <p:cNvSpPr/>
          <p:nvPr/>
        </p:nvSpPr>
        <p:spPr>
          <a:xfrm>
            <a:off x="1308735" y="5252720"/>
            <a:ext cx="248285" cy="150495"/>
          </a:xfrm>
          <a:custGeom>
            <a:avLst/>
            <a:gdLst/>
            <a:ahLst/>
            <a:cxnLst/>
            <a:rect l="0" t="0" r="r" b="b"/>
            <a:pathLst>
              <a:path w="248285" h="150495">
                <a:moveTo>
                  <a:pt x="248285" y="0"/>
                </a:moveTo>
                <a:lnTo>
                  <a:pt x="45720" y="150495"/>
                </a:lnTo>
                <a:lnTo>
                  <a:pt x="0" y="80010"/>
                </a:lnTo>
                <a:close/>
              </a:path>
            </a:pathLst>
          </a:custGeom>
          <a:solidFill>
            <a:srgbClr val="E4B328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44" name="Kształt 141"/>
          <p:cNvSpPr/>
          <p:nvPr/>
        </p:nvSpPr>
        <p:spPr>
          <a:xfrm>
            <a:off x="1292860" y="5252720"/>
            <a:ext cx="264160" cy="80010"/>
          </a:xfrm>
          <a:custGeom>
            <a:avLst/>
            <a:gdLst/>
            <a:ahLst/>
            <a:cxnLst/>
            <a:rect l="0" t="0" r="r" b="b"/>
            <a:pathLst>
              <a:path w="264160" h="80010">
                <a:moveTo>
                  <a:pt x="264160" y="0"/>
                </a:moveTo>
                <a:lnTo>
                  <a:pt x="15875" y="80010"/>
                </a:lnTo>
                <a:lnTo>
                  <a:pt x="0" y="0"/>
                </a:lnTo>
                <a:close/>
              </a:path>
            </a:pathLst>
          </a:custGeom>
          <a:solidFill>
            <a:srgbClr val="E9B92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45" name="Kształt 142"/>
          <p:cNvSpPr/>
          <p:nvPr/>
        </p:nvSpPr>
        <p:spPr>
          <a:xfrm>
            <a:off x="1292860" y="5172710"/>
            <a:ext cx="264160" cy="80010"/>
          </a:xfrm>
          <a:custGeom>
            <a:avLst/>
            <a:gdLst/>
            <a:ahLst/>
            <a:cxnLst/>
            <a:rect l="0" t="0" r="r" b="b"/>
            <a:pathLst>
              <a:path w="264160" h="80010">
                <a:moveTo>
                  <a:pt x="264160" y="80010"/>
                </a:moveTo>
                <a:lnTo>
                  <a:pt x="0" y="80010"/>
                </a:lnTo>
                <a:lnTo>
                  <a:pt x="15875" y="0"/>
                </a:lnTo>
                <a:close/>
              </a:path>
            </a:pathLst>
          </a:custGeom>
          <a:solidFill>
            <a:srgbClr val="EDBE32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46" name="Kształt 143"/>
          <p:cNvSpPr/>
          <p:nvPr/>
        </p:nvSpPr>
        <p:spPr>
          <a:xfrm>
            <a:off x="1308735" y="5102225"/>
            <a:ext cx="248285" cy="150495"/>
          </a:xfrm>
          <a:custGeom>
            <a:avLst/>
            <a:gdLst/>
            <a:ahLst/>
            <a:cxnLst/>
            <a:rect l="0" t="0" r="r" b="b"/>
            <a:pathLst>
              <a:path w="248285" h="150495">
                <a:moveTo>
                  <a:pt x="248285" y="150495"/>
                </a:moveTo>
                <a:lnTo>
                  <a:pt x="0" y="70485"/>
                </a:lnTo>
                <a:lnTo>
                  <a:pt x="45720" y="0"/>
                </a:lnTo>
                <a:close/>
              </a:path>
            </a:pathLst>
          </a:custGeom>
          <a:solidFill>
            <a:srgbClr val="EFC13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47" name="Kształt 144"/>
          <p:cNvSpPr/>
          <p:nvPr/>
        </p:nvSpPr>
        <p:spPr>
          <a:xfrm>
            <a:off x="1354455" y="5050155"/>
            <a:ext cx="202565" cy="202565"/>
          </a:xfrm>
          <a:custGeom>
            <a:avLst/>
            <a:gdLst/>
            <a:ahLst/>
            <a:cxnLst/>
            <a:rect l="0" t="0" r="r" b="b"/>
            <a:pathLst>
              <a:path w="202565" h="202565">
                <a:moveTo>
                  <a:pt x="202565" y="202565"/>
                </a:moveTo>
                <a:lnTo>
                  <a:pt x="0" y="52070"/>
                </a:lnTo>
                <a:lnTo>
                  <a:pt x="70485" y="0"/>
                </a:lnTo>
                <a:close/>
              </a:path>
            </a:pathLst>
          </a:custGeom>
          <a:solidFill>
            <a:srgbClr val="F0C23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48" name="Kształt 145"/>
          <p:cNvSpPr/>
          <p:nvPr/>
        </p:nvSpPr>
        <p:spPr>
          <a:xfrm>
            <a:off x="1424940" y="5022850"/>
            <a:ext cx="132080" cy="229870"/>
          </a:xfrm>
          <a:custGeom>
            <a:avLst/>
            <a:gdLst/>
            <a:ahLst/>
            <a:cxnLst/>
            <a:rect l="0" t="0" r="r" b="b"/>
            <a:pathLst>
              <a:path w="132080" h="229870">
                <a:moveTo>
                  <a:pt x="132080" y="229870"/>
                </a:moveTo>
                <a:lnTo>
                  <a:pt x="0" y="27305"/>
                </a:lnTo>
                <a:lnTo>
                  <a:pt x="86360" y="0"/>
                </a:lnTo>
                <a:close/>
              </a:path>
            </a:pathLst>
          </a:custGeom>
          <a:solidFill>
            <a:srgbClr val="EEC033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49" name="Kształt 146"/>
          <p:cNvSpPr/>
          <p:nvPr/>
        </p:nvSpPr>
        <p:spPr>
          <a:xfrm>
            <a:off x="1511300" y="5022850"/>
            <a:ext cx="91440" cy="229870"/>
          </a:xfrm>
          <a:custGeom>
            <a:avLst/>
            <a:gdLst/>
            <a:ahLst/>
            <a:cxnLst/>
            <a:rect l="0" t="0" r="r" b="b"/>
            <a:pathLst>
              <a:path w="91440" h="229870">
                <a:moveTo>
                  <a:pt x="45720" y="229870"/>
                </a:moveTo>
                <a:lnTo>
                  <a:pt x="0" y="0"/>
                </a:lnTo>
                <a:lnTo>
                  <a:pt x="91440" y="0"/>
                </a:lnTo>
                <a:close/>
              </a:path>
            </a:pathLst>
          </a:custGeom>
          <a:solidFill>
            <a:srgbClr val="EBBC30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50" name="Kształt 147"/>
          <p:cNvSpPr/>
          <p:nvPr/>
        </p:nvSpPr>
        <p:spPr>
          <a:xfrm>
            <a:off x="1557020" y="5022850"/>
            <a:ext cx="132080" cy="229870"/>
          </a:xfrm>
          <a:custGeom>
            <a:avLst/>
            <a:gdLst/>
            <a:ahLst/>
            <a:cxnLst/>
            <a:rect l="0" t="0" r="r" b="b"/>
            <a:pathLst>
              <a:path w="132080" h="229870">
                <a:moveTo>
                  <a:pt x="0" y="229870"/>
                </a:moveTo>
                <a:lnTo>
                  <a:pt x="45720" y="0"/>
                </a:lnTo>
                <a:lnTo>
                  <a:pt x="132080" y="27305"/>
                </a:lnTo>
                <a:close/>
              </a:path>
            </a:pathLst>
          </a:custGeom>
          <a:solidFill>
            <a:srgbClr val="E6B62B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51" name="Kształt 148"/>
          <p:cNvSpPr/>
          <p:nvPr/>
        </p:nvSpPr>
        <p:spPr>
          <a:xfrm>
            <a:off x="1557020" y="5050155"/>
            <a:ext cx="202565" cy="202565"/>
          </a:xfrm>
          <a:custGeom>
            <a:avLst/>
            <a:gdLst/>
            <a:ahLst/>
            <a:cxnLst/>
            <a:rect l="0" t="0" r="r" b="b"/>
            <a:pathLst>
              <a:path w="202565" h="202565">
                <a:moveTo>
                  <a:pt x="0" y="202565"/>
                </a:moveTo>
                <a:lnTo>
                  <a:pt x="132080" y="0"/>
                </a:lnTo>
                <a:lnTo>
                  <a:pt x="202565" y="52070"/>
                </a:lnTo>
                <a:close/>
              </a:path>
            </a:pathLst>
          </a:custGeom>
          <a:solidFill>
            <a:srgbClr val="E1B02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52" name="Kształt 149"/>
          <p:cNvSpPr/>
          <p:nvPr/>
        </p:nvSpPr>
        <p:spPr>
          <a:xfrm>
            <a:off x="1557020" y="5102225"/>
            <a:ext cx="248285" cy="150495"/>
          </a:xfrm>
          <a:custGeom>
            <a:avLst/>
            <a:gdLst/>
            <a:ahLst/>
            <a:cxnLst/>
            <a:rect l="0" t="0" r="r" b="b"/>
            <a:pathLst>
              <a:path w="248285" h="150495">
                <a:moveTo>
                  <a:pt x="0" y="150495"/>
                </a:moveTo>
                <a:lnTo>
                  <a:pt x="202565" y="0"/>
                </a:lnTo>
                <a:lnTo>
                  <a:pt x="248285" y="70485"/>
                </a:lnTo>
                <a:close/>
              </a:path>
            </a:pathLst>
          </a:custGeom>
          <a:solidFill>
            <a:srgbClr val="DBA91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53" name="Kształt 150"/>
          <p:cNvSpPr/>
          <p:nvPr/>
        </p:nvSpPr>
        <p:spPr>
          <a:xfrm>
            <a:off x="1557020" y="5172710"/>
            <a:ext cx="264160" cy="80010"/>
          </a:xfrm>
          <a:custGeom>
            <a:avLst/>
            <a:gdLst/>
            <a:ahLst/>
            <a:cxnLst/>
            <a:rect l="0" t="0" r="r" b="b"/>
            <a:pathLst>
              <a:path w="264160" h="80010">
                <a:moveTo>
                  <a:pt x="0" y="80010"/>
                </a:moveTo>
                <a:lnTo>
                  <a:pt x="248285" y="0"/>
                </a:lnTo>
                <a:lnTo>
                  <a:pt x="264160" y="80010"/>
                </a:lnTo>
                <a:close/>
              </a:path>
            </a:pathLst>
          </a:custGeom>
          <a:solidFill>
            <a:srgbClr val="D6A31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54" name="Kształt 151"/>
          <p:cNvSpPr/>
          <p:nvPr/>
        </p:nvSpPr>
        <p:spPr>
          <a:xfrm>
            <a:off x="1252220" y="4998720"/>
            <a:ext cx="487680" cy="487680"/>
          </a:xfrm>
          <a:custGeom>
            <a:avLst/>
            <a:gdLst/>
            <a:ahLst/>
            <a:cxnLst/>
            <a:rect l="0" t="0" r="r" b="b"/>
            <a:pathLst>
              <a:path w="487680" h="487680">
                <a:moveTo>
                  <a:pt x="487680" y="243840"/>
                </a:moveTo>
                <a:lnTo>
                  <a:pt x="483870" y="286385"/>
                </a:lnTo>
                <a:lnTo>
                  <a:pt x="473075" y="327025"/>
                </a:lnTo>
                <a:lnTo>
                  <a:pt x="455295" y="365760"/>
                </a:lnTo>
                <a:lnTo>
                  <a:pt x="430530" y="400685"/>
                </a:lnTo>
                <a:lnTo>
                  <a:pt x="400685" y="430530"/>
                </a:lnTo>
                <a:lnTo>
                  <a:pt x="365760" y="455295"/>
                </a:lnTo>
                <a:lnTo>
                  <a:pt x="327025" y="473075"/>
                </a:lnTo>
                <a:lnTo>
                  <a:pt x="286385" y="483870"/>
                </a:lnTo>
                <a:lnTo>
                  <a:pt x="243840" y="487680"/>
                </a:lnTo>
                <a:lnTo>
                  <a:pt x="201295" y="483870"/>
                </a:lnTo>
                <a:lnTo>
                  <a:pt x="160655" y="473075"/>
                </a:lnTo>
                <a:lnTo>
                  <a:pt x="121920" y="455295"/>
                </a:lnTo>
                <a:lnTo>
                  <a:pt x="86995" y="430530"/>
                </a:lnTo>
                <a:lnTo>
                  <a:pt x="57150" y="400685"/>
                </a:lnTo>
                <a:lnTo>
                  <a:pt x="32385" y="365760"/>
                </a:lnTo>
                <a:lnTo>
                  <a:pt x="14605" y="327025"/>
                </a:lnTo>
                <a:lnTo>
                  <a:pt x="3810" y="286385"/>
                </a:lnTo>
                <a:lnTo>
                  <a:pt x="0" y="243840"/>
                </a:lnTo>
                <a:lnTo>
                  <a:pt x="3810" y="201295"/>
                </a:lnTo>
                <a:lnTo>
                  <a:pt x="14605" y="160655"/>
                </a:lnTo>
                <a:lnTo>
                  <a:pt x="32385" y="121920"/>
                </a:lnTo>
                <a:lnTo>
                  <a:pt x="57150" y="86995"/>
                </a:lnTo>
                <a:lnTo>
                  <a:pt x="86995" y="57150"/>
                </a:lnTo>
                <a:lnTo>
                  <a:pt x="121920" y="32385"/>
                </a:lnTo>
                <a:lnTo>
                  <a:pt x="160655" y="14605"/>
                </a:lnTo>
                <a:lnTo>
                  <a:pt x="201295" y="3810"/>
                </a:lnTo>
                <a:lnTo>
                  <a:pt x="243840" y="0"/>
                </a:lnTo>
                <a:lnTo>
                  <a:pt x="286385" y="3810"/>
                </a:lnTo>
                <a:lnTo>
                  <a:pt x="327025" y="14605"/>
                </a:lnTo>
                <a:lnTo>
                  <a:pt x="365760" y="32385"/>
                </a:lnTo>
                <a:lnTo>
                  <a:pt x="400685" y="57150"/>
                </a:lnTo>
                <a:lnTo>
                  <a:pt x="430530" y="86995"/>
                </a:lnTo>
                <a:lnTo>
                  <a:pt x="455295" y="121920"/>
                </a:lnTo>
                <a:lnTo>
                  <a:pt x="473075" y="160655"/>
                </a:lnTo>
                <a:lnTo>
                  <a:pt x="483870" y="201295"/>
                </a:lnTo>
                <a:close/>
              </a:path>
            </a:pathLst>
          </a:custGeom>
          <a:solidFill>
            <a:srgbClr val="F4CB33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55" name="Kształt 152"/>
          <p:cNvSpPr/>
          <p:nvPr/>
        </p:nvSpPr>
        <p:spPr>
          <a:xfrm>
            <a:off x="1276350" y="5022850"/>
            <a:ext cx="439420" cy="439420"/>
          </a:xfrm>
          <a:custGeom>
            <a:avLst/>
            <a:gdLst/>
            <a:ahLst/>
            <a:cxnLst/>
            <a:rect l="0" t="0" r="r" b="b"/>
            <a:pathLst>
              <a:path w="439420" h="439420">
                <a:moveTo>
                  <a:pt x="439420" y="219710"/>
                </a:moveTo>
                <a:lnTo>
                  <a:pt x="435610" y="257810"/>
                </a:lnTo>
                <a:lnTo>
                  <a:pt x="426085" y="294640"/>
                </a:lnTo>
                <a:lnTo>
                  <a:pt x="409575" y="329565"/>
                </a:lnTo>
                <a:lnTo>
                  <a:pt x="387985" y="360680"/>
                </a:lnTo>
                <a:lnTo>
                  <a:pt x="360680" y="387985"/>
                </a:lnTo>
                <a:lnTo>
                  <a:pt x="329565" y="409575"/>
                </a:lnTo>
                <a:lnTo>
                  <a:pt x="294640" y="426085"/>
                </a:lnTo>
                <a:lnTo>
                  <a:pt x="257810" y="435610"/>
                </a:lnTo>
                <a:lnTo>
                  <a:pt x="219710" y="439420"/>
                </a:lnTo>
                <a:lnTo>
                  <a:pt x="181610" y="435610"/>
                </a:lnTo>
                <a:lnTo>
                  <a:pt x="144780" y="426085"/>
                </a:lnTo>
                <a:lnTo>
                  <a:pt x="109855" y="409575"/>
                </a:lnTo>
                <a:lnTo>
                  <a:pt x="78740" y="387985"/>
                </a:lnTo>
                <a:lnTo>
                  <a:pt x="51435" y="360680"/>
                </a:lnTo>
                <a:lnTo>
                  <a:pt x="29845" y="329565"/>
                </a:lnTo>
                <a:lnTo>
                  <a:pt x="13335" y="294640"/>
                </a:lnTo>
                <a:lnTo>
                  <a:pt x="3810" y="257810"/>
                </a:lnTo>
                <a:lnTo>
                  <a:pt x="0" y="219710"/>
                </a:lnTo>
                <a:lnTo>
                  <a:pt x="3810" y="181610"/>
                </a:lnTo>
                <a:lnTo>
                  <a:pt x="13335" y="144780"/>
                </a:lnTo>
                <a:lnTo>
                  <a:pt x="29845" y="109855"/>
                </a:lnTo>
                <a:lnTo>
                  <a:pt x="51435" y="78740"/>
                </a:lnTo>
                <a:lnTo>
                  <a:pt x="78740" y="51435"/>
                </a:lnTo>
                <a:lnTo>
                  <a:pt x="109855" y="29845"/>
                </a:lnTo>
                <a:lnTo>
                  <a:pt x="144780" y="13335"/>
                </a:lnTo>
                <a:lnTo>
                  <a:pt x="181610" y="3810"/>
                </a:lnTo>
                <a:lnTo>
                  <a:pt x="219710" y="0"/>
                </a:lnTo>
                <a:lnTo>
                  <a:pt x="257810" y="3810"/>
                </a:lnTo>
                <a:lnTo>
                  <a:pt x="294640" y="13335"/>
                </a:lnTo>
                <a:lnTo>
                  <a:pt x="329565" y="29845"/>
                </a:lnTo>
                <a:lnTo>
                  <a:pt x="360680" y="51435"/>
                </a:lnTo>
                <a:lnTo>
                  <a:pt x="387985" y="78740"/>
                </a:lnTo>
                <a:lnTo>
                  <a:pt x="409575" y="109855"/>
                </a:lnTo>
                <a:lnTo>
                  <a:pt x="426085" y="144780"/>
                </a:lnTo>
                <a:lnTo>
                  <a:pt x="435610" y="181610"/>
                </a:lnTo>
                <a:close/>
              </a:path>
            </a:pathLst>
          </a:custGeom>
          <a:solidFill>
            <a:srgbClr val="FBF1C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56" name="Kształt 153"/>
          <p:cNvSpPr/>
          <p:nvPr/>
        </p:nvSpPr>
        <p:spPr>
          <a:xfrm>
            <a:off x="1518285" y="5253355"/>
            <a:ext cx="168275" cy="78740"/>
          </a:xfrm>
          <a:custGeom>
            <a:avLst/>
            <a:gdLst/>
            <a:ahLst/>
            <a:cxnLst/>
            <a:rect l="0" t="0" r="r" b="b"/>
            <a:pathLst>
              <a:path w="168275" h="78740">
                <a:moveTo>
                  <a:pt x="0" y="0"/>
                </a:moveTo>
                <a:lnTo>
                  <a:pt x="168275" y="29845"/>
                </a:lnTo>
                <a:lnTo>
                  <a:pt x="161925" y="78740"/>
                </a:lnTo>
                <a:close/>
              </a:path>
            </a:pathLst>
          </a:custGeom>
          <a:solidFill>
            <a:srgbClr val="F1CE48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57" name="Kształt 154"/>
          <p:cNvSpPr/>
          <p:nvPr/>
        </p:nvSpPr>
        <p:spPr>
          <a:xfrm>
            <a:off x="1518285" y="5253355"/>
            <a:ext cx="161925" cy="114300"/>
          </a:xfrm>
          <a:custGeom>
            <a:avLst/>
            <a:gdLst/>
            <a:ahLst/>
            <a:cxnLst/>
            <a:rect l="0" t="0" r="r" b="b"/>
            <a:pathLst>
              <a:path w="161925" h="114300">
                <a:moveTo>
                  <a:pt x="0" y="0"/>
                </a:moveTo>
                <a:lnTo>
                  <a:pt x="161925" y="78740"/>
                </a:lnTo>
                <a:lnTo>
                  <a:pt x="127000" y="114300"/>
                </a:lnTo>
                <a:close/>
              </a:path>
            </a:pathLst>
          </a:custGeom>
          <a:solidFill>
            <a:srgbClr val="F0CA3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58" name="Kształt 155"/>
          <p:cNvSpPr/>
          <p:nvPr/>
        </p:nvSpPr>
        <p:spPr>
          <a:xfrm>
            <a:off x="1507490" y="5264150"/>
            <a:ext cx="119380" cy="159385"/>
          </a:xfrm>
          <a:custGeom>
            <a:avLst/>
            <a:gdLst/>
            <a:ahLst/>
            <a:cxnLst/>
            <a:rect l="0" t="0" r="r" b="b"/>
            <a:pathLst>
              <a:path w="119380" h="159385">
                <a:moveTo>
                  <a:pt x="0" y="0"/>
                </a:moveTo>
                <a:lnTo>
                  <a:pt x="119380" y="123190"/>
                </a:lnTo>
                <a:lnTo>
                  <a:pt x="84455" y="159385"/>
                </a:lnTo>
                <a:close/>
              </a:path>
            </a:pathLst>
          </a:custGeom>
          <a:solidFill>
            <a:srgbClr val="F1CD48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59" name="Kształt 156"/>
          <p:cNvSpPr/>
          <p:nvPr/>
        </p:nvSpPr>
        <p:spPr>
          <a:xfrm>
            <a:off x="1507490" y="5264150"/>
            <a:ext cx="84455" cy="167640"/>
          </a:xfrm>
          <a:custGeom>
            <a:avLst/>
            <a:gdLst/>
            <a:ahLst/>
            <a:cxnLst/>
            <a:rect l="0" t="0" r="r" b="b"/>
            <a:pathLst>
              <a:path w="84455" h="167640">
                <a:moveTo>
                  <a:pt x="0" y="0"/>
                </a:moveTo>
                <a:lnTo>
                  <a:pt x="84455" y="159385"/>
                </a:lnTo>
                <a:lnTo>
                  <a:pt x="35560" y="167640"/>
                </a:lnTo>
                <a:close/>
              </a:path>
            </a:pathLst>
          </a:custGeom>
          <a:solidFill>
            <a:srgbClr val="F0CA3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60" name="Kształt 157"/>
          <p:cNvSpPr/>
          <p:nvPr/>
        </p:nvSpPr>
        <p:spPr>
          <a:xfrm>
            <a:off x="1467485" y="5266690"/>
            <a:ext cx="48895" cy="178435"/>
          </a:xfrm>
          <a:custGeom>
            <a:avLst/>
            <a:gdLst/>
            <a:ahLst/>
            <a:cxnLst/>
            <a:rect l="0" t="0" r="r" b="b"/>
            <a:pathLst>
              <a:path w="48895" h="178435">
                <a:moveTo>
                  <a:pt x="25400" y="0"/>
                </a:moveTo>
                <a:lnTo>
                  <a:pt x="48895" y="170180"/>
                </a:lnTo>
                <a:lnTo>
                  <a:pt x="0" y="178435"/>
                </a:lnTo>
                <a:close/>
              </a:path>
            </a:pathLst>
          </a:custGeom>
          <a:solidFill>
            <a:srgbClr val="F3D256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61" name="Kształt 158"/>
          <p:cNvSpPr/>
          <p:nvPr/>
        </p:nvSpPr>
        <p:spPr>
          <a:xfrm>
            <a:off x="1423035" y="5266690"/>
            <a:ext cx="69850" cy="178435"/>
          </a:xfrm>
          <a:custGeom>
            <a:avLst/>
            <a:gdLst/>
            <a:ahLst/>
            <a:cxnLst/>
            <a:rect l="0" t="0" r="r" b="b"/>
            <a:pathLst>
              <a:path w="69850" h="178435">
                <a:moveTo>
                  <a:pt x="69850" y="0"/>
                </a:moveTo>
                <a:lnTo>
                  <a:pt x="44450" y="178435"/>
                </a:lnTo>
                <a:lnTo>
                  <a:pt x="0" y="156845"/>
                </a:lnTo>
                <a:close/>
              </a:path>
            </a:pathLst>
          </a:custGeom>
          <a:solidFill>
            <a:srgbClr val="F1CD46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62" name="Kształt 159"/>
          <p:cNvSpPr/>
          <p:nvPr/>
        </p:nvSpPr>
        <p:spPr>
          <a:xfrm>
            <a:off x="1353820" y="5260340"/>
            <a:ext cx="125095" cy="151130"/>
          </a:xfrm>
          <a:custGeom>
            <a:avLst/>
            <a:gdLst/>
            <a:ahLst/>
            <a:cxnLst/>
            <a:rect l="0" t="0" r="r" b="b"/>
            <a:pathLst>
              <a:path w="125095" h="151130">
                <a:moveTo>
                  <a:pt x="125095" y="0"/>
                </a:moveTo>
                <a:lnTo>
                  <a:pt x="44450" y="151130"/>
                </a:lnTo>
                <a:lnTo>
                  <a:pt x="0" y="129540"/>
                </a:lnTo>
                <a:close/>
              </a:path>
            </a:pathLst>
          </a:custGeom>
          <a:solidFill>
            <a:srgbClr val="F7DB6D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63" name="Kształt 160"/>
          <p:cNvSpPr/>
          <p:nvPr/>
        </p:nvSpPr>
        <p:spPr>
          <a:xfrm>
            <a:off x="1330325" y="5260340"/>
            <a:ext cx="148590" cy="129540"/>
          </a:xfrm>
          <a:custGeom>
            <a:avLst/>
            <a:gdLst/>
            <a:ahLst/>
            <a:cxnLst/>
            <a:rect l="0" t="0" r="r" b="b"/>
            <a:pathLst>
              <a:path w="148590" h="129540">
                <a:moveTo>
                  <a:pt x="148590" y="0"/>
                </a:moveTo>
                <a:lnTo>
                  <a:pt x="23495" y="129540"/>
                </a:lnTo>
                <a:lnTo>
                  <a:pt x="0" y="85725"/>
                </a:lnTo>
                <a:close/>
              </a:path>
            </a:pathLst>
          </a:custGeom>
          <a:solidFill>
            <a:srgbClr val="F4D55D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64" name="Kształt 161"/>
          <p:cNvSpPr/>
          <p:nvPr/>
        </p:nvSpPr>
        <p:spPr>
          <a:xfrm>
            <a:off x="1294130" y="5247005"/>
            <a:ext cx="177800" cy="74930"/>
          </a:xfrm>
          <a:custGeom>
            <a:avLst/>
            <a:gdLst/>
            <a:ahLst/>
            <a:cxnLst/>
            <a:rect l="0" t="0" r="r" b="b"/>
            <a:pathLst>
              <a:path w="177800" h="74930">
                <a:moveTo>
                  <a:pt x="177800" y="0"/>
                </a:moveTo>
                <a:lnTo>
                  <a:pt x="23495" y="74930"/>
                </a:lnTo>
                <a:lnTo>
                  <a:pt x="0" y="31115"/>
                </a:lnTo>
                <a:close/>
              </a:path>
            </a:pathLst>
          </a:custGeom>
          <a:solidFill>
            <a:srgbClr val="FAE38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65" name="Kształt 162"/>
          <p:cNvSpPr/>
          <p:nvPr/>
        </p:nvSpPr>
        <p:spPr>
          <a:xfrm>
            <a:off x="1294130" y="5229225"/>
            <a:ext cx="177800" cy="48895"/>
          </a:xfrm>
          <a:custGeom>
            <a:avLst/>
            <a:gdLst/>
            <a:ahLst/>
            <a:cxnLst/>
            <a:rect l="0" t="0" r="r" b="b"/>
            <a:pathLst>
              <a:path w="177800" h="48895">
                <a:moveTo>
                  <a:pt x="177800" y="17780"/>
                </a:moveTo>
                <a:lnTo>
                  <a:pt x="0" y="48895"/>
                </a:lnTo>
                <a:lnTo>
                  <a:pt x="7620" y="0"/>
                </a:lnTo>
                <a:close/>
              </a:path>
            </a:pathLst>
          </a:custGeom>
          <a:solidFill>
            <a:srgbClr val="F8DD7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66" name="Kształt 163"/>
          <p:cNvSpPr/>
          <p:nvPr/>
        </p:nvSpPr>
        <p:spPr>
          <a:xfrm>
            <a:off x="1305560" y="5153025"/>
            <a:ext cx="168275" cy="78740"/>
          </a:xfrm>
          <a:custGeom>
            <a:avLst/>
            <a:gdLst/>
            <a:ahLst/>
            <a:cxnLst/>
            <a:rect l="0" t="0" r="r" b="b"/>
            <a:pathLst>
              <a:path w="168275" h="78740">
                <a:moveTo>
                  <a:pt x="168275" y="78740"/>
                </a:moveTo>
                <a:lnTo>
                  <a:pt x="0" y="48895"/>
                </a:lnTo>
                <a:lnTo>
                  <a:pt x="6350" y="0"/>
                </a:lnTo>
                <a:close/>
              </a:path>
            </a:pathLst>
          </a:custGeom>
          <a:solidFill>
            <a:srgbClr val="FBE68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67" name="Kształt 164"/>
          <p:cNvSpPr/>
          <p:nvPr/>
        </p:nvSpPr>
        <p:spPr>
          <a:xfrm>
            <a:off x="1311910" y="5117465"/>
            <a:ext cx="161925" cy="114300"/>
          </a:xfrm>
          <a:custGeom>
            <a:avLst/>
            <a:gdLst/>
            <a:ahLst/>
            <a:cxnLst/>
            <a:rect l="0" t="0" r="r" b="b"/>
            <a:pathLst>
              <a:path w="161925" h="114300">
                <a:moveTo>
                  <a:pt x="161925" y="114300"/>
                </a:moveTo>
                <a:lnTo>
                  <a:pt x="0" y="35560"/>
                </a:lnTo>
                <a:lnTo>
                  <a:pt x="34925" y="0"/>
                </a:lnTo>
                <a:close/>
              </a:path>
            </a:pathLst>
          </a:custGeom>
          <a:solidFill>
            <a:srgbClr val="FAE28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68" name="Kształt 165"/>
          <p:cNvSpPr/>
          <p:nvPr/>
        </p:nvSpPr>
        <p:spPr>
          <a:xfrm>
            <a:off x="1365250" y="5061585"/>
            <a:ext cx="119380" cy="159385"/>
          </a:xfrm>
          <a:custGeom>
            <a:avLst/>
            <a:gdLst/>
            <a:ahLst/>
            <a:cxnLst/>
            <a:rect l="0" t="0" r="r" b="b"/>
            <a:pathLst>
              <a:path w="119380" h="159385">
                <a:moveTo>
                  <a:pt x="119380" y="159385"/>
                </a:moveTo>
                <a:lnTo>
                  <a:pt x="0" y="36195"/>
                </a:lnTo>
                <a:lnTo>
                  <a:pt x="34925" y="0"/>
                </a:lnTo>
                <a:close/>
              </a:path>
            </a:pathLst>
          </a:custGeom>
          <a:solidFill>
            <a:srgbClr val="FBE68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69" name="Kształt 166"/>
          <p:cNvSpPr/>
          <p:nvPr/>
        </p:nvSpPr>
        <p:spPr>
          <a:xfrm>
            <a:off x="1400175" y="5053330"/>
            <a:ext cx="84455" cy="167640"/>
          </a:xfrm>
          <a:custGeom>
            <a:avLst/>
            <a:gdLst/>
            <a:ahLst/>
            <a:cxnLst/>
            <a:rect l="0" t="0" r="r" b="b"/>
            <a:pathLst>
              <a:path w="84455" h="167640">
                <a:moveTo>
                  <a:pt x="84455" y="167640"/>
                </a:moveTo>
                <a:lnTo>
                  <a:pt x="0" y="8255"/>
                </a:lnTo>
                <a:lnTo>
                  <a:pt x="48895" y="0"/>
                </a:lnTo>
                <a:close/>
              </a:path>
            </a:pathLst>
          </a:custGeom>
          <a:solidFill>
            <a:srgbClr val="FAE38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70" name="Kształt 167"/>
          <p:cNvSpPr/>
          <p:nvPr/>
        </p:nvSpPr>
        <p:spPr>
          <a:xfrm>
            <a:off x="1475740" y="5039995"/>
            <a:ext cx="48895" cy="178435"/>
          </a:xfrm>
          <a:custGeom>
            <a:avLst/>
            <a:gdLst/>
            <a:ahLst/>
            <a:cxnLst/>
            <a:rect l="0" t="0" r="r" b="b"/>
            <a:pathLst>
              <a:path w="48895" h="178435">
                <a:moveTo>
                  <a:pt x="23495" y="178435"/>
                </a:moveTo>
                <a:lnTo>
                  <a:pt x="0" y="8255"/>
                </a:lnTo>
                <a:lnTo>
                  <a:pt x="48895" y="0"/>
                </a:lnTo>
                <a:close/>
              </a:path>
            </a:pathLst>
          </a:custGeom>
          <a:solidFill>
            <a:srgbClr val="FAE386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71" name="Kształt 168"/>
          <p:cNvSpPr/>
          <p:nvPr/>
        </p:nvSpPr>
        <p:spPr>
          <a:xfrm>
            <a:off x="1499235" y="5039995"/>
            <a:ext cx="69850" cy="178435"/>
          </a:xfrm>
          <a:custGeom>
            <a:avLst/>
            <a:gdLst/>
            <a:ahLst/>
            <a:cxnLst/>
            <a:rect l="0" t="0" r="r" b="b"/>
            <a:pathLst>
              <a:path w="69850" h="178435">
                <a:moveTo>
                  <a:pt x="0" y="178435"/>
                </a:moveTo>
                <a:lnTo>
                  <a:pt x="25400" y="0"/>
                </a:lnTo>
                <a:lnTo>
                  <a:pt x="69850" y="21590"/>
                </a:lnTo>
                <a:close/>
              </a:path>
            </a:pathLst>
          </a:custGeom>
          <a:solidFill>
            <a:srgbClr val="F8DE76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72" name="Kształt 169"/>
          <p:cNvSpPr/>
          <p:nvPr/>
        </p:nvSpPr>
        <p:spPr>
          <a:xfrm>
            <a:off x="1513205" y="5073650"/>
            <a:ext cx="125095" cy="151130"/>
          </a:xfrm>
          <a:custGeom>
            <a:avLst/>
            <a:gdLst/>
            <a:ahLst/>
            <a:cxnLst/>
            <a:rect l="0" t="0" r="r" b="b"/>
            <a:pathLst>
              <a:path w="125095" h="151130">
                <a:moveTo>
                  <a:pt x="0" y="151130"/>
                </a:moveTo>
                <a:lnTo>
                  <a:pt x="80645" y="0"/>
                </a:lnTo>
                <a:lnTo>
                  <a:pt x="125095" y="21590"/>
                </a:lnTo>
                <a:close/>
              </a:path>
            </a:pathLst>
          </a:custGeom>
          <a:solidFill>
            <a:srgbClr val="F7DB6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73" name="Kształt 170"/>
          <p:cNvSpPr/>
          <p:nvPr/>
        </p:nvSpPr>
        <p:spPr>
          <a:xfrm>
            <a:off x="1513205" y="5095240"/>
            <a:ext cx="148590" cy="129540"/>
          </a:xfrm>
          <a:custGeom>
            <a:avLst/>
            <a:gdLst/>
            <a:ahLst/>
            <a:cxnLst/>
            <a:rect l="0" t="0" r="r" b="b"/>
            <a:pathLst>
              <a:path w="148590" h="129540">
                <a:moveTo>
                  <a:pt x="0" y="129540"/>
                </a:moveTo>
                <a:lnTo>
                  <a:pt x="125095" y="0"/>
                </a:lnTo>
                <a:lnTo>
                  <a:pt x="148590" y="43815"/>
                </a:lnTo>
                <a:close/>
              </a:path>
            </a:pathLst>
          </a:custGeom>
          <a:solidFill>
            <a:srgbClr val="F4D55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74" name="Kształt 171"/>
          <p:cNvSpPr/>
          <p:nvPr/>
        </p:nvSpPr>
        <p:spPr>
          <a:xfrm>
            <a:off x="1520190" y="5163185"/>
            <a:ext cx="177800" cy="74930"/>
          </a:xfrm>
          <a:custGeom>
            <a:avLst/>
            <a:gdLst/>
            <a:ahLst/>
            <a:cxnLst/>
            <a:rect l="0" t="0" r="r" b="b"/>
            <a:pathLst>
              <a:path w="177800" h="74930">
                <a:moveTo>
                  <a:pt x="0" y="74930"/>
                </a:moveTo>
                <a:lnTo>
                  <a:pt x="154305" y="0"/>
                </a:lnTo>
                <a:lnTo>
                  <a:pt x="177800" y="43815"/>
                </a:lnTo>
                <a:close/>
              </a:path>
            </a:pathLst>
          </a:custGeom>
          <a:solidFill>
            <a:srgbClr val="F3D35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75" name="Kształt 172"/>
          <p:cNvSpPr/>
          <p:nvPr/>
        </p:nvSpPr>
        <p:spPr>
          <a:xfrm>
            <a:off x="1520190" y="5207000"/>
            <a:ext cx="177800" cy="48895"/>
          </a:xfrm>
          <a:custGeom>
            <a:avLst/>
            <a:gdLst/>
            <a:ahLst/>
            <a:cxnLst/>
            <a:rect l="0" t="0" r="r" b="b"/>
            <a:pathLst>
              <a:path w="177800" h="48895">
                <a:moveTo>
                  <a:pt x="0" y="31115"/>
                </a:moveTo>
                <a:lnTo>
                  <a:pt x="177800" y="0"/>
                </a:lnTo>
                <a:lnTo>
                  <a:pt x="170180" y="48895"/>
                </a:lnTo>
                <a:close/>
              </a:path>
            </a:pathLst>
          </a:custGeom>
          <a:solidFill>
            <a:srgbClr val="F1CD4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76" name="Kształt 173"/>
          <p:cNvSpPr/>
          <p:nvPr/>
        </p:nvSpPr>
        <p:spPr>
          <a:xfrm>
            <a:off x="7315200" y="5346700"/>
            <a:ext cx="115570" cy="161925"/>
          </a:xfrm>
          <a:custGeom>
            <a:avLst/>
            <a:gdLst/>
            <a:ahLst/>
            <a:cxnLst/>
            <a:rect l="0" t="0" r="r" b="b"/>
            <a:pathLst>
              <a:path w="115570" h="161925">
                <a:moveTo>
                  <a:pt x="0" y="0"/>
                </a:moveTo>
                <a:lnTo>
                  <a:pt x="115570" y="0"/>
                </a:lnTo>
                <a:lnTo>
                  <a:pt x="115570" y="161925"/>
                </a:lnTo>
                <a:lnTo>
                  <a:pt x="66040" y="127000"/>
                </a:lnTo>
                <a:lnTo>
                  <a:pt x="29845" y="87630"/>
                </a:lnTo>
                <a:lnTo>
                  <a:pt x="7620" y="444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">
            <a:solidFill>
              <a:srgbClr val="FFFFFF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77" name="Kształt 174"/>
          <p:cNvSpPr/>
          <p:nvPr/>
        </p:nvSpPr>
        <p:spPr>
          <a:xfrm>
            <a:off x="7430770" y="5346700"/>
            <a:ext cx="278130" cy="228600"/>
          </a:xfrm>
          <a:custGeom>
            <a:avLst/>
            <a:gdLst/>
            <a:ahLst/>
            <a:cxnLst/>
            <a:rect l="0" t="0" r="r" b="b"/>
            <a:pathLst>
              <a:path w="278130" h="228600">
                <a:moveTo>
                  <a:pt x="0" y="0"/>
                </a:moveTo>
                <a:lnTo>
                  <a:pt x="278130" y="0"/>
                </a:lnTo>
                <a:lnTo>
                  <a:pt x="278130" y="228600"/>
                </a:lnTo>
                <a:lnTo>
                  <a:pt x="201295" y="224155"/>
                </a:lnTo>
                <a:lnTo>
                  <a:pt x="127635" y="211455"/>
                </a:lnTo>
                <a:lnTo>
                  <a:pt x="59690" y="189865"/>
                </a:lnTo>
                <a:lnTo>
                  <a:pt x="0" y="161925"/>
                </a:lnTo>
                <a:close/>
              </a:path>
            </a:pathLst>
          </a:custGeom>
          <a:solidFill>
            <a:srgbClr val="F8F5F0"/>
          </a:solidFill>
          <a:ln w="5080">
            <a:solidFill>
              <a:srgbClr val="F8F5F0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78" name="Kształt 175"/>
          <p:cNvSpPr/>
          <p:nvPr/>
        </p:nvSpPr>
        <p:spPr>
          <a:xfrm>
            <a:off x="7708900" y="5346700"/>
            <a:ext cx="278130" cy="228600"/>
          </a:xfrm>
          <a:custGeom>
            <a:avLst/>
            <a:gdLst/>
            <a:ahLst/>
            <a:cxnLst/>
            <a:rect l="0" t="0" r="r" b="b"/>
            <a:pathLst>
              <a:path w="278130" h="228600">
                <a:moveTo>
                  <a:pt x="0" y="0"/>
                </a:moveTo>
                <a:lnTo>
                  <a:pt x="278130" y="0"/>
                </a:lnTo>
                <a:lnTo>
                  <a:pt x="278130" y="161925"/>
                </a:lnTo>
                <a:lnTo>
                  <a:pt x="218440" y="189865"/>
                </a:lnTo>
                <a:lnTo>
                  <a:pt x="150495" y="211455"/>
                </a:lnTo>
                <a:lnTo>
                  <a:pt x="76835" y="224155"/>
                </a:lnTo>
                <a:lnTo>
                  <a:pt x="0" y="228600"/>
                </a:lnTo>
                <a:close/>
              </a:path>
            </a:pathLst>
          </a:custGeom>
          <a:solidFill>
            <a:srgbClr val="EFE9E0"/>
          </a:solidFill>
          <a:ln w="5080">
            <a:solidFill>
              <a:srgbClr val="EFE9E0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79" name="Kształt 176"/>
          <p:cNvSpPr/>
          <p:nvPr/>
        </p:nvSpPr>
        <p:spPr>
          <a:xfrm>
            <a:off x="7987030" y="5346700"/>
            <a:ext cx="115570" cy="161925"/>
          </a:xfrm>
          <a:custGeom>
            <a:avLst/>
            <a:gdLst/>
            <a:ahLst/>
            <a:cxnLst/>
            <a:rect l="0" t="0" r="r" b="b"/>
            <a:pathLst>
              <a:path w="115570" h="161925">
                <a:moveTo>
                  <a:pt x="0" y="0"/>
                </a:moveTo>
                <a:lnTo>
                  <a:pt x="115570" y="0"/>
                </a:lnTo>
                <a:lnTo>
                  <a:pt x="115570" y="0"/>
                </a:lnTo>
                <a:lnTo>
                  <a:pt x="107950" y="44450"/>
                </a:lnTo>
                <a:lnTo>
                  <a:pt x="85725" y="87630"/>
                </a:lnTo>
                <a:lnTo>
                  <a:pt x="49530" y="127000"/>
                </a:lnTo>
                <a:lnTo>
                  <a:pt x="0" y="161925"/>
                </a:lnTo>
                <a:close/>
              </a:path>
            </a:pathLst>
          </a:custGeom>
          <a:solidFill>
            <a:srgbClr val="E3DBD0"/>
          </a:solidFill>
          <a:ln w="5080">
            <a:solidFill>
              <a:srgbClr val="E3DBD0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80" name="Kształt 177"/>
          <p:cNvSpPr/>
          <p:nvPr/>
        </p:nvSpPr>
        <p:spPr>
          <a:xfrm>
            <a:off x="7315200" y="5271770"/>
            <a:ext cx="787400" cy="149860"/>
          </a:xfrm>
          <a:custGeom>
            <a:avLst/>
            <a:gdLst/>
            <a:ahLst/>
            <a:cxnLst/>
            <a:rect l="0" t="0" r="r" b="b"/>
            <a:pathLst>
              <a:path w="787400" h="149860">
                <a:moveTo>
                  <a:pt x="787400" y="74930"/>
                </a:moveTo>
                <a:lnTo>
                  <a:pt x="781685" y="87630"/>
                </a:lnTo>
                <a:lnTo>
                  <a:pt x="763905" y="100330"/>
                </a:lnTo>
                <a:lnTo>
                  <a:pt x="734695" y="112395"/>
                </a:lnTo>
                <a:lnTo>
                  <a:pt x="695325" y="123190"/>
                </a:lnTo>
                <a:lnTo>
                  <a:pt x="647065" y="132080"/>
                </a:lnTo>
                <a:lnTo>
                  <a:pt x="590550" y="139700"/>
                </a:lnTo>
                <a:lnTo>
                  <a:pt x="528320" y="145415"/>
                </a:lnTo>
                <a:lnTo>
                  <a:pt x="462280" y="148590"/>
                </a:lnTo>
                <a:lnTo>
                  <a:pt x="393700" y="149860"/>
                </a:lnTo>
                <a:lnTo>
                  <a:pt x="325120" y="148590"/>
                </a:lnTo>
                <a:lnTo>
                  <a:pt x="259080" y="145415"/>
                </a:lnTo>
                <a:lnTo>
                  <a:pt x="196850" y="139700"/>
                </a:lnTo>
                <a:lnTo>
                  <a:pt x="140335" y="132080"/>
                </a:lnTo>
                <a:lnTo>
                  <a:pt x="92075" y="123190"/>
                </a:lnTo>
                <a:lnTo>
                  <a:pt x="52705" y="112395"/>
                </a:lnTo>
                <a:lnTo>
                  <a:pt x="23495" y="100330"/>
                </a:lnTo>
                <a:lnTo>
                  <a:pt x="5715" y="87630"/>
                </a:lnTo>
                <a:lnTo>
                  <a:pt x="0" y="74930"/>
                </a:lnTo>
                <a:lnTo>
                  <a:pt x="5715" y="62230"/>
                </a:lnTo>
                <a:lnTo>
                  <a:pt x="23495" y="49530"/>
                </a:lnTo>
                <a:lnTo>
                  <a:pt x="52705" y="37465"/>
                </a:lnTo>
                <a:lnTo>
                  <a:pt x="92075" y="26670"/>
                </a:lnTo>
                <a:lnTo>
                  <a:pt x="140335" y="17780"/>
                </a:lnTo>
                <a:lnTo>
                  <a:pt x="196850" y="10160"/>
                </a:lnTo>
                <a:lnTo>
                  <a:pt x="259080" y="4445"/>
                </a:lnTo>
                <a:lnTo>
                  <a:pt x="325120" y="1270"/>
                </a:lnTo>
                <a:lnTo>
                  <a:pt x="393700" y="0"/>
                </a:lnTo>
                <a:lnTo>
                  <a:pt x="462280" y="1270"/>
                </a:lnTo>
                <a:lnTo>
                  <a:pt x="528320" y="4445"/>
                </a:lnTo>
                <a:lnTo>
                  <a:pt x="590550" y="10160"/>
                </a:lnTo>
                <a:lnTo>
                  <a:pt x="647065" y="17780"/>
                </a:lnTo>
                <a:lnTo>
                  <a:pt x="695325" y="26670"/>
                </a:lnTo>
                <a:lnTo>
                  <a:pt x="734695" y="37465"/>
                </a:lnTo>
                <a:lnTo>
                  <a:pt x="763905" y="49530"/>
                </a:lnTo>
                <a:lnTo>
                  <a:pt x="781685" y="6223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81" name="Kształt 178"/>
          <p:cNvSpPr/>
          <p:nvPr/>
        </p:nvSpPr>
        <p:spPr>
          <a:xfrm>
            <a:off x="7346950" y="5293995"/>
            <a:ext cx="723900" cy="118110"/>
          </a:xfrm>
          <a:custGeom>
            <a:avLst/>
            <a:gdLst/>
            <a:ahLst/>
            <a:cxnLst/>
            <a:rect l="0" t="0" r="r" b="b"/>
            <a:pathLst>
              <a:path w="723900" h="118110">
                <a:moveTo>
                  <a:pt x="723900" y="59055"/>
                </a:moveTo>
                <a:lnTo>
                  <a:pt x="718820" y="69215"/>
                </a:lnTo>
                <a:lnTo>
                  <a:pt x="702310" y="79375"/>
                </a:lnTo>
                <a:lnTo>
                  <a:pt x="675640" y="88265"/>
                </a:lnTo>
                <a:lnTo>
                  <a:pt x="639445" y="97155"/>
                </a:lnTo>
                <a:lnTo>
                  <a:pt x="594995" y="104140"/>
                </a:lnTo>
                <a:lnTo>
                  <a:pt x="542925" y="110490"/>
                </a:lnTo>
                <a:lnTo>
                  <a:pt x="485775" y="114300"/>
                </a:lnTo>
                <a:lnTo>
                  <a:pt x="424815" y="117475"/>
                </a:lnTo>
                <a:lnTo>
                  <a:pt x="361950" y="118110"/>
                </a:lnTo>
                <a:lnTo>
                  <a:pt x="299085" y="117475"/>
                </a:lnTo>
                <a:lnTo>
                  <a:pt x="238125" y="114300"/>
                </a:lnTo>
                <a:lnTo>
                  <a:pt x="180975" y="110490"/>
                </a:lnTo>
                <a:lnTo>
                  <a:pt x="128905" y="104140"/>
                </a:lnTo>
                <a:lnTo>
                  <a:pt x="84455" y="97155"/>
                </a:lnTo>
                <a:lnTo>
                  <a:pt x="48260" y="88265"/>
                </a:lnTo>
                <a:lnTo>
                  <a:pt x="21590" y="79375"/>
                </a:lnTo>
                <a:lnTo>
                  <a:pt x="5080" y="69215"/>
                </a:lnTo>
                <a:lnTo>
                  <a:pt x="0" y="59055"/>
                </a:lnTo>
                <a:lnTo>
                  <a:pt x="5080" y="48895"/>
                </a:lnTo>
                <a:lnTo>
                  <a:pt x="21590" y="38735"/>
                </a:lnTo>
                <a:lnTo>
                  <a:pt x="48260" y="29845"/>
                </a:lnTo>
                <a:lnTo>
                  <a:pt x="84455" y="20955"/>
                </a:lnTo>
                <a:lnTo>
                  <a:pt x="128905" y="13970"/>
                </a:lnTo>
                <a:lnTo>
                  <a:pt x="180975" y="7620"/>
                </a:lnTo>
                <a:lnTo>
                  <a:pt x="238125" y="3810"/>
                </a:lnTo>
                <a:lnTo>
                  <a:pt x="299085" y="635"/>
                </a:lnTo>
                <a:lnTo>
                  <a:pt x="361950" y="0"/>
                </a:lnTo>
                <a:lnTo>
                  <a:pt x="424815" y="635"/>
                </a:lnTo>
                <a:lnTo>
                  <a:pt x="485775" y="3810"/>
                </a:lnTo>
                <a:lnTo>
                  <a:pt x="542925" y="7620"/>
                </a:lnTo>
                <a:lnTo>
                  <a:pt x="594995" y="13970"/>
                </a:lnTo>
                <a:lnTo>
                  <a:pt x="639445" y="20955"/>
                </a:lnTo>
                <a:lnTo>
                  <a:pt x="675640" y="29845"/>
                </a:lnTo>
                <a:lnTo>
                  <a:pt x="702310" y="38735"/>
                </a:lnTo>
                <a:lnTo>
                  <a:pt x="718820" y="48895"/>
                </a:lnTo>
                <a:close/>
              </a:path>
            </a:pathLst>
          </a:custGeom>
          <a:solidFill>
            <a:srgbClr val="EE3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82" name="Kształt 179"/>
          <p:cNvSpPr/>
          <p:nvPr/>
        </p:nvSpPr>
        <p:spPr>
          <a:xfrm>
            <a:off x="7594600" y="4940300"/>
            <a:ext cx="292100" cy="419100"/>
          </a:xfrm>
          <a:custGeom>
            <a:avLst/>
            <a:gdLst/>
            <a:ahLst/>
            <a:cxnLst/>
            <a:rect l="0" t="0" r="r" b="b"/>
            <a:pathLst>
              <a:path w="292100" h="419100">
                <a:moveTo>
                  <a:pt x="0" y="419100"/>
                </a:moveTo>
                <a:lnTo>
                  <a:pt x="203200" y="0"/>
                </a:lnTo>
                <a:lnTo>
                  <a:pt x="292100" y="406400"/>
                </a:lnTo>
                <a:close/>
              </a:path>
            </a:pathLst>
          </a:custGeom>
          <a:solidFill>
            <a:srgbClr val="F8D77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83" name="Kształt 180"/>
          <p:cNvSpPr/>
          <p:nvPr/>
        </p:nvSpPr>
        <p:spPr>
          <a:xfrm>
            <a:off x="7734300" y="4940300"/>
            <a:ext cx="152400" cy="419100"/>
          </a:xfrm>
          <a:custGeom>
            <a:avLst/>
            <a:gdLst/>
            <a:ahLst/>
            <a:cxnLst/>
            <a:rect l="0" t="0" r="r" b="b"/>
            <a:pathLst>
              <a:path w="152400" h="419100">
                <a:moveTo>
                  <a:pt x="0" y="203200"/>
                </a:moveTo>
                <a:lnTo>
                  <a:pt x="63500" y="0"/>
                </a:lnTo>
                <a:lnTo>
                  <a:pt x="152400" y="406400"/>
                </a:lnTo>
                <a:lnTo>
                  <a:pt x="63500" y="419100"/>
                </a:lnTo>
                <a:close/>
              </a:path>
            </a:pathLst>
          </a:custGeom>
          <a:solidFill>
            <a:srgbClr val="EEB33B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84" name="Kształt 181"/>
          <p:cNvSpPr/>
          <p:nvPr/>
        </p:nvSpPr>
        <p:spPr>
          <a:xfrm>
            <a:off x="7493000" y="5334000"/>
            <a:ext cx="63500" cy="50800"/>
          </a:xfrm>
          <a:custGeom>
            <a:avLst/>
            <a:gdLst/>
            <a:ahLst/>
            <a:cxnLst/>
            <a:rect l="0" t="0" r="r" b="b"/>
            <a:pathLst>
              <a:path w="63500" h="50800">
                <a:moveTo>
                  <a:pt x="0" y="25400"/>
                </a:moveTo>
                <a:lnTo>
                  <a:pt x="63500" y="0"/>
                </a:lnTo>
                <a:lnTo>
                  <a:pt x="50800" y="50800"/>
                </a:lnTo>
                <a:close/>
              </a:path>
            </a:pathLst>
          </a:custGeom>
          <a:solidFill>
            <a:srgbClr val="95161D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85" name="Kształt 182"/>
          <p:cNvSpPr/>
          <p:nvPr/>
        </p:nvSpPr>
        <p:spPr>
          <a:xfrm>
            <a:off x="7874000" y="5353050"/>
            <a:ext cx="63500" cy="50800"/>
          </a:xfrm>
          <a:custGeom>
            <a:avLst/>
            <a:gdLst/>
            <a:ahLst/>
            <a:cxnLst/>
            <a:rect l="0" t="0" r="r" b="b"/>
            <a:pathLst>
              <a:path w="63500" h="50800">
                <a:moveTo>
                  <a:pt x="0" y="19050"/>
                </a:moveTo>
                <a:lnTo>
                  <a:pt x="63500" y="0"/>
                </a:lnTo>
                <a:lnTo>
                  <a:pt x="44450" y="50800"/>
                </a:lnTo>
                <a:close/>
              </a:path>
            </a:pathLst>
          </a:custGeom>
          <a:solidFill>
            <a:srgbClr val="95161D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86" name="Kształt 183"/>
          <p:cNvSpPr/>
          <p:nvPr/>
        </p:nvSpPr>
        <p:spPr>
          <a:xfrm>
            <a:off x="7632700" y="5391150"/>
            <a:ext cx="50800" cy="38100"/>
          </a:xfrm>
          <a:custGeom>
            <a:avLst/>
            <a:gdLst/>
            <a:ahLst/>
            <a:cxnLst/>
            <a:rect l="0" t="0" r="r" b="b"/>
            <a:pathLst>
              <a:path w="50800" h="38100">
                <a:moveTo>
                  <a:pt x="0" y="19050"/>
                </a:moveTo>
                <a:lnTo>
                  <a:pt x="50800" y="0"/>
                </a:lnTo>
                <a:lnTo>
                  <a:pt x="50800" y="38100"/>
                </a:lnTo>
                <a:close/>
              </a:path>
            </a:pathLst>
          </a:custGeom>
          <a:solidFill>
            <a:srgbClr val="5A9B4C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87" name="Kształt 184"/>
          <p:cNvSpPr/>
          <p:nvPr/>
        </p:nvSpPr>
        <p:spPr>
          <a:xfrm>
            <a:off x="8200390" y="5344160"/>
            <a:ext cx="1134110" cy="295910"/>
          </a:xfrm>
          <a:custGeom>
            <a:avLst/>
            <a:gdLst/>
            <a:ahLst/>
            <a:cxnLst/>
            <a:rect l="0" t="0" r="r" b="b"/>
            <a:pathLst>
              <a:path w="1134110" h="295910">
                <a:moveTo>
                  <a:pt x="0" y="92075"/>
                </a:moveTo>
                <a:lnTo>
                  <a:pt x="1031240" y="0"/>
                </a:lnTo>
                <a:lnTo>
                  <a:pt x="1134110" y="203835"/>
                </a:lnTo>
                <a:lnTo>
                  <a:pt x="102870" y="295910"/>
                </a:lnTo>
                <a:close/>
              </a:path>
            </a:pathLst>
          </a:custGeom>
          <a:solidFill>
            <a:srgbClr val="5A3321">
              <a:alpha val="1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88" name="Kształt 185"/>
          <p:cNvSpPr/>
          <p:nvPr/>
        </p:nvSpPr>
        <p:spPr>
          <a:xfrm>
            <a:off x="8216900" y="5422900"/>
            <a:ext cx="617220" cy="234315"/>
          </a:xfrm>
          <a:custGeom>
            <a:avLst/>
            <a:gdLst/>
            <a:ahLst/>
            <a:cxnLst/>
            <a:rect l="0" t="0" r="r" b="b"/>
            <a:pathLst>
              <a:path w="617220" h="234315">
                <a:moveTo>
                  <a:pt x="0" y="46355"/>
                </a:moveTo>
                <a:lnTo>
                  <a:pt x="521970" y="0"/>
                </a:lnTo>
                <a:lnTo>
                  <a:pt x="617220" y="187960"/>
                </a:lnTo>
                <a:lnTo>
                  <a:pt x="95250" y="234315"/>
                </a:lnTo>
                <a:close/>
              </a:path>
            </a:pathLst>
          </a:custGeom>
          <a:solidFill>
            <a:srgbClr val="3D221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89" name="Kształt 186"/>
          <p:cNvSpPr/>
          <p:nvPr/>
        </p:nvSpPr>
        <p:spPr>
          <a:xfrm>
            <a:off x="8735060" y="5375910"/>
            <a:ext cx="544195" cy="242570"/>
          </a:xfrm>
          <a:custGeom>
            <a:avLst/>
            <a:gdLst/>
            <a:ahLst/>
            <a:cxnLst/>
            <a:rect l="0" t="0" r="r" b="b"/>
            <a:pathLst>
              <a:path w="544195" h="242570">
                <a:moveTo>
                  <a:pt x="0" y="39370"/>
                </a:moveTo>
                <a:lnTo>
                  <a:pt x="440690" y="0"/>
                </a:lnTo>
                <a:lnTo>
                  <a:pt x="544195" y="203200"/>
                </a:lnTo>
                <a:lnTo>
                  <a:pt x="102870" y="242570"/>
                </a:lnTo>
                <a:close/>
              </a:path>
            </a:pathLst>
          </a:custGeom>
          <a:solidFill>
            <a:srgbClr val="161D3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90" name="Kształt 187"/>
          <p:cNvSpPr/>
          <p:nvPr/>
        </p:nvSpPr>
        <p:spPr>
          <a:xfrm>
            <a:off x="8216900" y="5372100"/>
            <a:ext cx="617220" cy="234315"/>
          </a:xfrm>
          <a:custGeom>
            <a:avLst/>
            <a:gdLst/>
            <a:ahLst/>
            <a:cxnLst/>
            <a:rect l="0" t="0" r="r" b="b"/>
            <a:pathLst>
              <a:path w="617220" h="234315">
                <a:moveTo>
                  <a:pt x="0" y="46355"/>
                </a:moveTo>
                <a:lnTo>
                  <a:pt x="521970" y="0"/>
                </a:lnTo>
                <a:lnTo>
                  <a:pt x="617220" y="187960"/>
                </a:lnTo>
                <a:lnTo>
                  <a:pt x="95250" y="234315"/>
                </a:lnTo>
                <a:close/>
              </a:path>
            </a:pathLst>
          </a:custGeom>
          <a:solidFill>
            <a:srgbClr val="4A2A1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91" name="Kształt 188"/>
          <p:cNvSpPr/>
          <p:nvPr/>
        </p:nvSpPr>
        <p:spPr>
          <a:xfrm>
            <a:off x="8239760" y="5413375"/>
            <a:ext cx="163830" cy="89535"/>
          </a:xfrm>
          <a:custGeom>
            <a:avLst/>
            <a:gdLst/>
            <a:ahLst/>
            <a:cxnLst/>
            <a:rect l="0" t="0" r="r" b="b"/>
            <a:pathLst>
              <a:path w="163830" h="89535">
                <a:moveTo>
                  <a:pt x="0" y="11430"/>
                </a:moveTo>
                <a:lnTo>
                  <a:pt x="124460" y="0"/>
                </a:lnTo>
                <a:lnTo>
                  <a:pt x="163830" y="78740"/>
                </a:lnTo>
                <a:lnTo>
                  <a:pt x="39370" y="89535"/>
                </a:lnTo>
                <a:close/>
              </a:path>
            </a:pathLst>
          </a:custGeom>
          <a:solidFill>
            <a:srgbClr val="6D402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92" name="Kształt 189"/>
          <p:cNvSpPr/>
          <p:nvPr/>
        </p:nvSpPr>
        <p:spPr>
          <a:xfrm>
            <a:off x="8239760" y="5413375"/>
            <a:ext cx="124460" cy="89535"/>
          </a:xfrm>
          <a:custGeom>
            <a:avLst/>
            <a:gdLst/>
            <a:ahLst/>
            <a:cxnLst/>
            <a:rect l="0" t="0" r="r" b="b"/>
            <a:pathLst>
              <a:path w="124460" h="89535">
                <a:moveTo>
                  <a:pt x="0" y="11430"/>
                </a:moveTo>
                <a:lnTo>
                  <a:pt x="124460" y="0"/>
                </a:lnTo>
                <a:lnTo>
                  <a:pt x="39370" y="89535"/>
                </a:lnTo>
                <a:close/>
              </a:path>
            </a:pathLst>
          </a:custGeom>
          <a:solidFill>
            <a:srgbClr val="7A4A2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93" name="Kształt 190"/>
          <p:cNvSpPr/>
          <p:nvPr/>
        </p:nvSpPr>
        <p:spPr>
          <a:xfrm>
            <a:off x="8287385" y="5507355"/>
            <a:ext cx="163830" cy="89535"/>
          </a:xfrm>
          <a:custGeom>
            <a:avLst/>
            <a:gdLst/>
            <a:ahLst/>
            <a:cxnLst/>
            <a:rect l="0" t="0" r="r" b="b"/>
            <a:pathLst>
              <a:path w="163830" h="89535">
                <a:moveTo>
                  <a:pt x="0" y="11430"/>
                </a:moveTo>
                <a:lnTo>
                  <a:pt x="124460" y="0"/>
                </a:lnTo>
                <a:lnTo>
                  <a:pt x="163830" y="78740"/>
                </a:lnTo>
                <a:lnTo>
                  <a:pt x="39370" y="89535"/>
                </a:lnTo>
                <a:close/>
              </a:path>
            </a:pathLst>
          </a:custGeom>
          <a:solidFill>
            <a:srgbClr val="6D402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94" name="Kształt 191"/>
          <p:cNvSpPr/>
          <p:nvPr/>
        </p:nvSpPr>
        <p:spPr>
          <a:xfrm>
            <a:off x="8287385" y="5507355"/>
            <a:ext cx="124460" cy="89535"/>
          </a:xfrm>
          <a:custGeom>
            <a:avLst/>
            <a:gdLst/>
            <a:ahLst/>
            <a:cxnLst/>
            <a:rect l="0" t="0" r="r" b="b"/>
            <a:pathLst>
              <a:path w="124460" h="89535">
                <a:moveTo>
                  <a:pt x="0" y="11430"/>
                </a:moveTo>
                <a:lnTo>
                  <a:pt x="124460" y="0"/>
                </a:lnTo>
                <a:lnTo>
                  <a:pt x="39370" y="89535"/>
                </a:lnTo>
                <a:close/>
              </a:path>
            </a:pathLst>
          </a:custGeom>
          <a:solidFill>
            <a:srgbClr val="7A4A2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95" name="Kształt 192"/>
          <p:cNvSpPr/>
          <p:nvPr/>
        </p:nvSpPr>
        <p:spPr>
          <a:xfrm>
            <a:off x="8401050" y="5399405"/>
            <a:ext cx="163830" cy="88900"/>
          </a:xfrm>
          <a:custGeom>
            <a:avLst/>
            <a:gdLst/>
            <a:ahLst/>
            <a:cxnLst/>
            <a:rect l="0" t="0" r="r" b="b"/>
            <a:pathLst>
              <a:path w="163830" h="88900">
                <a:moveTo>
                  <a:pt x="0" y="10795"/>
                </a:moveTo>
                <a:lnTo>
                  <a:pt x="124460" y="0"/>
                </a:lnTo>
                <a:lnTo>
                  <a:pt x="163830" y="78105"/>
                </a:lnTo>
                <a:lnTo>
                  <a:pt x="40005" y="88900"/>
                </a:lnTo>
                <a:close/>
              </a:path>
            </a:pathLst>
          </a:custGeom>
          <a:solidFill>
            <a:srgbClr val="6D402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96" name="Kształt 193"/>
          <p:cNvSpPr/>
          <p:nvPr/>
        </p:nvSpPr>
        <p:spPr>
          <a:xfrm>
            <a:off x="8401050" y="5399405"/>
            <a:ext cx="124460" cy="88900"/>
          </a:xfrm>
          <a:custGeom>
            <a:avLst/>
            <a:gdLst/>
            <a:ahLst/>
            <a:cxnLst/>
            <a:rect l="0" t="0" r="r" b="b"/>
            <a:pathLst>
              <a:path w="124460" h="88900">
                <a:moveTo>
                  <a:pt x="0" y="10795"/>
                </a:moveTo>
                <a:lnTo>
                  <a:pt x="124460" y="0"/>
                </a:lnTo>
                <a:lnTo>
                  <a:pt x="40005" y="88900"/>
                </a:lnTo>
                <a:close/>
              </a:path>
            </a:pathLst>
          </a:custGeom>
          <a:solidFill>
            <a:srgbClr val="7A4A2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97" name="Kształt 194"/>
          <p:cNvSpPr/>
          <p:nvPr/>
        </p:nvSpPr>
        <p:spPr>
          <a:xfrm>
            <a:off x="8448675" y="5493385"/>
            <a:ext cx="163830" cy="88900"/>
          </a:xfrm>
          <a:custGeom>
            <a:avLst/>
            <a:gdLst/>
            <a:ahLst/>
            <a:cxnLst/>
            <a:rect l="0" t="0" r="r" b="b"/>
            <a:pathLst>
              <a:path w="163830" h="88900">
                <a:moveTo>
                  <a:pt x="0" y="10795"/>
                </a:moveTo>
                <a:lnTo>
                  <a:pt x="124460" y="0"/>
                </a:lnTo>
                <a:lnTo>
                  <a:pt x="163830" y="78105"/>
                </a:lnTo>
                <a:lnTo>
                  <a:pt x="40005" y="88900"/>
                </a:lnTo>
                <a:close/>
              </a:path>
            </a:pathLst>
          </a:custGeom>
          <a:solidFill>
            <a:srgbClr val="6D402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98" name="Kształt 195"/>
          <p:cNvSpPr/>
          <p:nvPr/>
        </p:nvSpPr>
        <p:spPr>
          <a:xfrm>
            <a:off x="8448675" y="5493385"/>
            <a:ext cx="124460" cy="88900"/>
          </a:xfrm>
          <a:custGeom>
            <a:avLst/>
            <a:gdLst/>
            <a:ahLst/>
            <a:cxnLst/>
            <a:rect l="0" t="0" r="r" b="b"/>
            <a:pathLst>
              <a:path w="124460" h="88900">
                <a:moveTo>
                  <a:pt x="0" y="10795"/>
                </a:moveTo>
                <a:lnTo>
                  <a:pt x="124460" y="0"/>
                </a:lnTo>
                <a:lnTo>
                  <a:pt x="40005" y="88900"/>
                </a:lnTo>
                <a:close/>
              </a:path>
            </a:pathLst>
          </a:custGeom>
          <a:solidFill>
            <a:srgbClr val="7A4A2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99" name="Kształt 196"/>
          <p:cNvSpPr/>
          <p:nvPr/>
        </p:nvSpPr>
        <p:spPr>
          <a:xfrm>
            <a:off x="8562975" y="5384800"/>
            <a:ext cx="163830" cy="89535"/>
          </a:xfrm>
          <a:custGeom>
            <a:avLst/>
            <a:gdLst/>
            <a:ahLst/>
            <a:cxnLst/>
            <a:rect l="0" t="0" r="r" b="b"/>
            <a:pathLst>
              <a:path w="163830" h="89535">
                <a:moveTo>
                  <a:pt x="0" y="11430"/>
                </a:moveTo>
                <a:lnTo>
                  <a:pt x="123825" y="0"/>
                </a:lnTo>
                <a:lnTo>
                  <a:pt x="163830" y="78105"/>
                </a:lnTo>
                <a:lnTo>
                  <a:pt x="39370" y="89535"/>
                </a:lnTo>
                <a:close/>
              </a:path>
            </a:pathLst>
          </a:custGeom>
          <a:solidFill>
            <a:srgbClr val="6D402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00" name="Kształt 197"/>
          <p:cNvSpPr/>
          <p:nvPr/>
        </p:nvSpPr>
        <p:spPr>
          <a:xfrm>
            <a:off x="8562975" y="5384800"/>
            <a:ext cx="123825" cy="89535"/>
          </a:xfrm>
          <a:custGeom>
            <a:avLst/>
            <a:gdLst/>
            <a:ahLst/>
            <a:cxnLst/>
            <a:rect l="0" t="0" r="r" b="b"/>
            <a:pathLst>
              <a:path w="123825" h="89535">
                <a:moveTo>
                  <a:pt x="0" y="11430"/>
                </a:moveTo>
                <a:lnTo>
                  <a:pt x="123825" y="0"/>
                </a:lnTo>
                <a:lnTo>
                  <a:pt x="39370" y="89535"/>
                </a:lnTo>
                <a:close/>
              </a:path>
            </a:pathLst>
          </a:custGeom>
          <a:solidFill>
            <a:srgbClr val="7A4A2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01" name="Kształt 198"/>
          <p:cNvSpPr/>
          <p:nvPr/>
        </p:nvSpPr>
        <p:spPr>
          <a:xfrm>
            <a:off x="8610600" y="5478780"/>
            <a:ext cx="163830" cy="89535"/>
          </a:xfrm>
          <a:custGeom>
            <a:avLst/>
            <a:gdLst/>
            <a:ahLst/>
            <a:cxnLst/>
            <a:rect l="0" t="0" r="r" b="b"/>
            <a:pathLst>
              <a:path w="163830" h="89535">
                <a:moveTo>
                  <a:pt x="0" y="10795"/>
                </a:moveTo>
                <a:lnTo>
                  <a:pt x="123825" y="0"/>
                </a:lnTo>
                <a:lnTo>
                  <a:pt x="163830" y="78105"/>
                </a:lnTo>
                <a:lnTo>
                  <a:pt x="39370" y="89535"/>
                </a:lnTo>
                <a:close/>
              </a:path>
            </a:pathLst>
          </a:custGeom>
          <a:solidFill>
            <a:srgbClr val="6D402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02" name="Kształt 199"/>
          <p:cNvSpPr/>
          <p:nvPr/>
        </p:nvSpPr>
        <p:spPr>
          <a:xfrm>
            <a:off x="8610600" y="5478780"/>
            <a:ext cx="123825" cy="89535"/>
          </a:xfrm>
          <a:custGeom>
            <a:avLst/>
            <a:gdLst/>
            <a:ahLst/>
            <a:cxnLst/>
            <a:rect l="0" t="0" r="r" b="b"/>
            <a:pathLst>
              <a:path w="123825" h="89535">
                <a:moveTo>
                  <a:pt x="0" y="10795"/>
                </a:moveTo>
                <a:lnTo>
                  <a:pt x="123825" y="0"/>
                </a:lnTo>
                <a:lnTo>
                  <a:pt x="39370" y="89535"/>
                </a:lnTo>
                <a:close/>
              </a:path>
            </a:pathLst>
          </a:custGeom>
          <a:solidFill>
            <a:srgbClr val="7A4A2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03" name="Kształt 200"/>
          <p:cNvSpPr/>
          <p:nvPr/>
        </p:nvSpPr>
        <p:spPr>
          <a:xfrm>
            <a:off x="8684260" y="5356860"/>
            <a:ext cx="204470" cy="217805"/>
          </a:xfrm>
          <a:custGeom>
            <a:avLst/>
            <a:gdLst/>
            <a:ahLst/>
            <a:cxnLst/>
            <a:rect l="0" t="0" r="r" b="b"/>
            <a:pathLst>
              <a:path w="204470" h="217805">
                <a:moveTo>
                  <a:pt x="0" y="8890"/>
                </a:moveTo>
                <a:lnTo>
                  <a:pt x="53975" y="26035"/>
                </a:lnTo>
                <a:lnTo>
                  <a:pt x="20955" y="50800"/>
                </a:lnTo>
                <a:lnTo>
                  <a:pt x="74930" y="67945"/>
                </a:lnTo>
                <a:lnTo>
                  <a:pt x="41910" y="92710"/>
                </a:lnTo>
                <a:lnTo>
                  <a:pt x="95885" y="109855"/>
                </a:lnTo>
                <a:lnTo>
                  <a:pt x="62865" y="134620"/>
                </a:lnTo>
                <a:lnTo>
                  <a:pt x="116840" y="151130"/>
                </a:lnTo>
                <a:lnTo>
                  <a:pt x="84455" y="175895"/>
                </a:lnTo>
                <a:lnTo>
                  <a:pt x="138430" y="193040"/>
                </a:lnTo>
                <a:lnTo>
                  <a:pt x="105410" y="217805"/>
                </a:lnTo>
                <a:lnTo>
                  <a:pt x="204470" y="208915"/>
                </a:lnTo>
                <a:lnTo>
                  <a:pt x="99060" y="0"/>
                </a:lnTo>
                <a:close/>
              </a:path>
            </a:pathLst>
          </a:custGeom>
          <a:solidFill>
            <a:srgbClr val="D6B15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04" name="Kształt 201"/>
          <p:cNvSpPr/>
          <p:nvPr/>
        </p:nvSpPr>
        <p:spPr>
          <a:xfrm>
            <a:off x="8772525" y="5325110"/>
            <a:ext cx="506730" cy="239395"/>
          </a:xfrm>
          <a:custGeom>
            <a:avLst/>
            <a:gdLst/>
            <a:ahLst/>
            <a:cxnLst/>
            <a:rect l="0" t="0" r="r" b="b"/>
            <a:pathLst>
              <a:path w="506730" h="239395">
                <a:moveTo>
                  <a:pt x="0" y="35560"/>
                </a:moveTo>
                <a:lnTo>
                  <a:pt x="403225" y="0"/>
                </a:lnTo>
                <a:lnTo>
                  <a:pt x="506730" y="203200"/>
                </a:lnTo>
                <a:lnTo>
                  <a:pt x="102870" y="239395"/>
                </a:lnTo>
                <a:close/>
              </a:path>
            </a:pathLst>
          </a:custGeom>
          <a:solidFill>
            <a:srgbClr val="23305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05" name="Kształt 202"/>
          <p:cNvSpPr/>
          <p:nvPr/>
        </p:nvSpPr>
        <p:spPr>
          <a:xfrm>
            <a:off x="8787765" y="5356225"/>
            <a:ext cx="412115" cy="51435"/>
          </a:xfrm>
          <a:custGeom>
            <a:avLst/>
            <a:gdLst/>
            <a:ahLst/>
            <a:cxnLst/>
            <a:rect l="0" t="0" r="r" b="b"/>
            <a:pathLst>
              <a:path w="412115" h="51435">
                <a:moveTo>
                  <a:pt x="0" y="36195"/>
                </a:moveTo>
                <a:lnTo>
                  <a:pt x="403860" y="0"/>
                </a:lnTo>
                <a:lnTo>
                  <a:pt x="412115" y="15875"/>
                </a:lnTo>
                <a:lnTo>
                  <a:pt x="8255" y="51435"/>
                </a:lnTo>
                <a:close/>
              </a:path>
            </a:pathLst>
          </a:custGeom>
          <a:solidFill>
            <a:srgbClr val="D6B15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06" name="Kształt 203"/>
          <p:cNvSpPr/>
          <p:nvPr/>
        </p:nvSpPr>
        <p:spPr>
          <a:xfrm>
            <a:off x="8915400" y="5417820"/>
            <a:ext cx="252730" cy="77470"/>
          </a:xfrm>
          <a:custGeom>
            <a:avLst/>
            <a:gdLst/>
            <a:ahLst/>
            <a:cxnLst/>
            <a:rect l="0" t="0" r="r" b="b"/>
            <a:pathLst>
              <a:path w="252730" h="77470">
                <a:moveTo>
                  <a:pt x="0" y="20320"/>
                </a:moveTo>
                <a:lnTo>
                  <a:pt x="223520" y="0"/>
                </a:lnTo>
                <a:lnTo>
                  <a:pt x="252730" y="57785"/>
                </a:lnTo>
                <a:lnTo>
                  <a:pt x="28575" y="7747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07" name="Kształt 204"/>
          <p:cNvSpPr/>
          <p:nvPr/>
        </p:nvSpPr>
        <p:spPr>
          <a:xfrm>
            <a:off x="8084185" y="5607685"/>
            <a:ext cx="240030" cy="100330"/>
          </a:xfrm>
          <a:custGeom>
            <a:avLst/>
            <a:gdLst/>
            <a:ahLst/>
            <a:cxnLst/>
            <a:rect l="0" t="0" r="r" b="b"/>
            <a:pathLst>
              <a:path w="240030" h="100330">
                <a:moveTo>
                  <a:pt x="59055" y="0"/>
                </a:moveTo>
                <a:lnTo>
                  <a:pt x="240030" y="24765"/>
                </a:lnTo>
                <a:lnTo>
                  <a:pt x="180975" y="100330"/>
                </a:lnTo>
                <a:lnTo>
                  <a:pt x="0" y="75565"/>
                </a:lnTo>
                <a:close/>
              </a:path>
            </a:pathLst>
          </a:custGeom>
          <a:solidFill>
            <a:srgbClr val="3D221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08" name="Kształt 205"/>
          <p:cNvSpPr/>
          <p:nvPr/>
        </p:nvSpPr>
        <p:spPr>
          <a:xfrm>
            <a:off x="8084185" y="5575935"/>
            <a:ext cx="240030" cy="100330"/>
          </a:xfrm>
          <a:custGeom>
            <a:avLst/>
            <a:gdLst/>
            <a:ahLst/>
            <a:cxnLst/>
            <a:rect l="0" t="0" r="r" b="b"/>
            <a:pathLst>
              <a:path w="240030" h="100330">
                <a:moveTo>
                  <a:pt x="59055" y="0"/>
                </a:moveTo>
                <a:lnTo>
                  <a:pt x="240030" y="24765"/>
                </a:lnTo>
                <a:lnTo>
                  <a:pt x="180975" y="100330"/>
                </a:lnTo>
                <a:lnTo>
                  <a:pt x="0" y="75565"/>
                </a:lnTo>
                <a:close/>
              </a:path>
            </a:pathLst>
          </a:custGeom>
          <a:solidFill>
            <a:srgbClr val="5A332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09" name="Kształt 206"/>
          <p:cNvSpPr/>
          <p:nvPr/>
        </p:nvSpPr>
        <p:spPr>
          <a:xfrm>
            <a:off x="8115935" y="5589270"/>
            <a:ext cx="176530" cy="73660"/>
          </a:xfrm>
          <a:custGeom>
            <a:avLst/>
            <a:gdLst/>
            <a:ahLst/>
            <a:cxnLst/>
            <a:rect l="0" t="0" r="r" b="b"/>
            <a:pathLst>
              <a:path w="176530" h="73660">
                <a:moveTo>
                  <a:pt x="43180" y="0"/>
                </a:moveTo>
                <a:lnTo>
                  <a:pt x="176530" y="17780"/>
                </a:lnTo>
                <a:lnTo>
                  <a:pt x="133350" y="73660"/>
                </a:lnTo>
                <a:lnTo>
                  <a:pt x="0" y="55880"/>
                </a:lnTo>
                <a:close/>
              </a:path>
            </a:pathLst>
          </a:custGeom>
          <a:solidFill>
            <a:srgbClr val="6D402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10" name="Kształt 207"/>
          <p:cNvSpPr/>
          <p:nvPr/>
        </p:nvSpPr>
        <p:spPr>
          <a:xfrm>
            <a:off x="8115935" y="5589270"/>
            <a:ext cx="176530" cy="55880"/>
          </a:xfrm>
          <a:custGeom>
            <a:avLst/>
            <a:gdLst/>
            <a:ahLst/>
            <a:cxnLst/>
            <a:rect l="0" t="0" r="r" b="b"/>
            <a:pathLst>
              <a:path w="176530" h="55880">
                <a:moveTo>
                  <a:pt x="43180" y="0"/>
                </a:moveTo>
                <a:lnTo>
                  <a:pt x="176530" y="17780"/>
                </a:lnTo>
                <a:lnTo>
                  <a:pt x="0" y="55880"/>
                </a:lnTo>
                <a:close/>
              </a:path>
            </a:pathLst>
          </a:custGeom>
          <a:solidFill>
            <a:srgbClr val="7A4A2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11" name="Kształt 208"/>
          <p:cNvSpPr/>
          <p:nvPr/>
        </p:nvSpPr>
        <p:spPr>
          <a:xfrm>
            <a:off x="9258300" y="5306060"/>
            <a:ext cx="1549400" cy="309880"/>
          </a:xfrm>
          <a:custGeom>
            <a:avLst/>
            <a:gdLst/>
            <a:ahLst/>
            <a:cxnLst/>
            <a:rect l="0" t="0" r="r" b="b"/>
            <a:pathLst>
              <a:path w="1549400" h="309880">
                <a:moveTo>
                  <a:pt x="1549400" y="154940"/>
                </a:moveTo>
                <a:lnTo>
                  <a:pt x="1537335" y="181610"/>
                </a:lnTo>
                <a:lnTo>
                  <a:pt x="1502410" y="207645"/>
                </a:lnTo>
                <a:lnTo>
                  <a:pt x="1445895" y="232410"/>
                </a:lnTo>
                <a:lnTo>
                  <a:pt x="1368425" y="254635"/>
                </a:lnTo>
                <a:lnTo>
                  <a:pt x="1272540" y="273685"/>
                </a:lnTo>
                <a:lnTo>
                  <a:pt x="1162050" y="288925"/>
                </a:lnTo>
                <a:lnTo>
                  <a:pt x="1039495" y="300355"/>
                </a:lnTo>
                <a:lnTo>
                  <a:pt x="909320" y="307340"/>
                </a:lnTo>
                <a:lnTo>
                  <a:pt x="774700" y="309880"/>
                </a:lnTo>
                <a:lnTo>
                  <a:pt x="640080" y="307340"/>
                </a:lnTo>
                <a:lnTo>
                  <a:pt x="509905" y="300355"/>
                </a:lnTo>
                <a:lnTo>
                  <a:pt x="387350" y="288925"/>
                </a:lnTo>
                <a:lnTo>
                  <a:pt x="276860" y="273685"/>
                </a:lnTo>
                <a:lnTo>
                  <a:pt x="180975" y="254635"/>
                </a:lnTo>
                <a:lnTo>
                  <a:pt x="103505" y="232410"/>
                </a:lnTo>
                <a:lnTo>
                  <a:pt x="46990" y="207645"/>
                </a:lnTo>
                <a:lnTo>
                  <a:pt x="12065" y="181610"/>
                </a:lnTo>
                <a:lnTo>
                  <a:pt x="0" y="154940"/>
                </a:lnTo>
                <a:lnTo>
                  <a:pt x="12065" y="128270"/>
                </a:lnTo>
                <a:lnTo>
                  <a:pt x="46990" y="102235"/>
                </a:lnTo>
                <a:lnTo>
                  <a:pt x="103505" y="77470"/>
                </a:lnTo>
                <a:lnTo>
                  <a:pt x="180975" y="55245"/>
                </a:lnTo>
                <a:lnTo>
                  <a:pt x="276860" y="36195"/>
                </a:lnTo>
                <a:lnTo>
                  <a:pt x="387350" y="20955"/>
                </a:lnTo>
                <a:lnTo>
                  <a:pt x="509905" y="9525"/>
                </a:lnTo>
                <a:lnTo>
                  <a:pt x="640080" y="2540"/>
                </a:lnTo>
                <a:lnTo>
                  <a:pt x="774700" y="0"/>
                </a:lnTo>
                <a:lnTo>
                  <a:pt x="909320" y="2540"/>
                </a:lnTo>
                <a:lnTo>
                  <a:pt x="1039495" y="9525"/>
                </a:lnTo>
                <a:lnTo>
                  <a:pt x="1162050" y="20955"/>
                </a:lnTo>
                <a:lnTo>
                  <a:pt x="1272540" y="36195"/>
                </a:lnTo>
                <a:lnTo>
                  <a:pt x="1368425" y="55245"/>
                </a:lnTo>
                <a:lnTo>
                  <a:pt x="1445895" y="77470"/>
                </a:lnTo>
                <a:lnTo>
                  <a:pt x="1502410" y="102235"/>
                </a:lnTo>
                <a:lnTo>
                  <a:pt x="1537335" y="128270"/>
                </a:lnTo>
                <a:close/>
              </a:path>
            </a:pathLst>
          </a:custGeom>
          <a:solidFill>
            <a:srgbClr val="5A3321">
              <a:alpha val="1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12" name="Kształt 209"/>
          <p:cNvSpPr/>
          <p:nvPr/>
        </p:nvSpPr>
        <p:spPr>
          <a:xfrm>
            <a:off x="9283700" y="5245100"/>
            <a:ext cx="1498600" cy="406400"/>
          </a:xfrm>
          <a:custGeom>
            <a:avLst/>
            <a:gdLst/>
            <a:ahLst/>
            <a:cxnLst/>
            <a:rect l="0" t="0" r="r" b="b"/>
            <a:pathLst>
              <a:path w="1498600" h="406400">
                <a:moveTo>
                  <a:pt x="1498600" y="203200"/>
                </a:moveTo>
                <a:lnTo>
                  <a:pt x="1487170" y="238760"/>
                </a:lnTo>
                <a:lnTo>
                  <a:pt x="1453515" y="272415"/>
                </a:lnTo>
                <a:lnTo>
                  <a:pt x="1398270" y="304800"/>
                </a:lnTo>
                <a:lnTo>
                  <a:pt x="1323340" y="334010"/>
                </a:lnTo>
                <a:lnTo>
                  <a:pt x="1230630" y="358775"/>
                </a:lnTo>
                <a:lnTo>
                  <a:pt x="1123950" y="379095"/>
                </a:lnTo>
                <a:lnTo>
                  <a:pt x="1005840" y="394335"/>
                </a:lnTo>
                <a:lnTo>
                  <a:pt x="879475" y="403225"/>
                </a:lnTo>
                <a:lnTo>
                  <a:pt x="749300" y="406400"/>
                </a:lnTo>
                <a:lnTo>
                  <a:pt x="619125" y="403225"/>
                </a:lnTo>
                <a:lnTo>
                  <a:pt x="492760" y="394335"/>
                </a:lnTo>
                <a:lnTo>
                  <a:pt x="374650" y="379095"/>
                </a:lnTo>
                <a:lnTo>
                  <a:pt x="267970" y="358775"/>
                </a:lnTo>
                <a:lnTo>
                  <a:pt x="175260" y="334010"/>
                </a:lnTo>
                <a:lnTo>
                  <a:pt x="100330" y="304800"/>
                </a:lnTo>
                <a:lnTo>
                  <a:pt x="45085" y="272415"/>
                </a:lnTo>
                <a:lnTo>
                  <a:pt x="11430" y="238760"/>
                </a:lnTo>
                <a:lnTo>
                  <a:pt x="0" y="203200"/>
                </a:lnTo>
                <a:lnTo>
                  <a:pt x="11430" y="167640"/>
                </a:lnTo>
                <a:lnTo>
                  <a:pt x="45085" y="133985"/>
                </a:lnTo>
                <a:lnTo>
                  <a:pt x="100330" y="101600"/>
                </a:lnTo>
                <a:lnTo>
                  <a:pt x="175260" y="72390"/>
                </a:lnTo>
                <a:lnTo>
                  <a:pt x="267970" y="47625"/>
                </a:lnTo>
                <a:lnTo>
                  <a:pt x="374650" y="27305"/>
                </a:lnTo>
                <a:lnTo>
                  <a:pt x="492760" y="12065"/>
                </a:lnTo>
                <a:lnTo>
                  <a:pt x="619125" y="3175"/>
                </a:lnTo>
                <a:lnTo>
                  <a:pt x="749300" y="0"/>
                </a:lnTo>
                <a:lnTo>
                  <a:pt x="879475" y="3175"/>
                </a:lnTo>
                <a:lnTo>
                  <a:pt x="1005840" y="12065"/>
                </a:lnTo>
                <a:lnTo>
                  <a:pt x="1123950" y="27305"/>
                </a:lnTo>
                <a:lnTo>
                  <a:pt x="1230630" y="47625"/>
                </a:lnTo>
                <a:lnTo>
                  <a:pt x="1323340" y="72390"/>
                </a:lnTo>
                <a:lnTo>
                  <a:pt x="1398270" y="101600"/>
                </a:lnTo>
                <a:lnTo>
                  <a:pt x="1453515" y="133985"/>
                </a:lnTo>
                <a:lnTo>
                  <a:pt x="1487170" y="167640"/>
                </a:lnTo>
                <a:close/>
              </a:path>
            </a:pathLst>
          </a:custGeom>
          <a:solidFill>
            <a:srgbClr val="E3DBD0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13" name="Kształt 210"/>
          <p:cNvSpPr/>
          <p:nvPr/>
        </p:nvSpPr>
        <p:spPr>
          <a:xfrm>
            <a:off x="9283700" y="5207000"/>
            <a:ext cx="1498600" cy="406400"/>
          </a:xfrm>
          <a:custGeom>
            <a:avLst/>
            <a:gdLst/>
            <a:ahLst/>
            <a:cxnLst/>
            <a:rect l="0" t="0" r="r" b="b"/>
            <a:pathLst>
              <a:path w="1498600" h="406400">
                <a:moveTo>
                  <a:pt x="1498600" y="203200"/>
                </a:moveTo>
                <a:lnTo>
                  <a:pt x="1487170" y="238760"/>
                </a:lnTo>
                <a:lnTo>
                  <a:pt x="1453515" y="272415"/>
                </a:lnTo>
                <a:lnTo>
                  <a:pt x="1398270" y="304800"/>
                </a:lnTo>
                <a:lnTo>
                  <a:pt x="1323340" y="334010"/>
                </a:lnTo>
                <a:lnTo>
                  <a:pt x="1230630" y="358775"/>
                </a:lnTo>
                <a:lnTo>
                  <a:pt x="1123950" y="379095"/>
                </a:lnTo>
                <a:lnTo>
                  <a:pt x="1005840" y="394335"/>
                </a:lnTo>
                <a:lnTo>
                  <a:pt x="879475" y="403225"/>
                </a:lnTo>
                <a:lnTo>
                  <a:pt x="749300" y="406400"/>
                </a:lnTo>
                <a:lnTo>
                  <a:pt x="619125" y="403225"/>
                </a:lnTo>
                <a:lnTo>
                  <a:pt x="492760" y="394335"/>
                </a:lnTo>
                <a:lnTo>
                  <a:pt x="374650" y="379095"/>
                </a:lnTo>
                <a:lnTo>
                  <a:pt x="267970" y="358775"/>
                </a:lnTo>
                <a:lnTo>
                  <a:pt x="175260" y="334010"/>
                </a:lnTo>
                <a:lnTo>
                  <a:pt x="100330" y="304800"/>
                </a:lnTo>
                <a:lnTo>
                  <a:pt x="45085" y="272415"/>
                </a:lnTo>
                <a:lnTo>
                  <a:pt x="11430" y="238760"/>
                </a:lnTo>
                <a:lnTo>
                  <a:pt x="0" y="203200"/>
                </a:lnTo>
                <a:lnTo>
                  <a:pt x="11430" y="167640"/>
                </a:lnTo>
                <a:lnTo>
                  <a:pt x="45085" y="133985"/>
                </a:lnTo>
                <a:lnTo>
                  <a:pt x="100330" y="101600"/>
                </a:lnTo>
                <a:lnTo>
                  <a:pt x="175260" y="72390"/>
                </a:lnTo>
                <a:lnTo>
                  <a:pt x="267970" y="47625"/>
                </a:lnTo>
                <a:lnTo>
                  <a:pt x="374650" y="27305"/>
                </a:lnTo>
                <a:lnTo>
                  <a:pt x="492760" y="12065"/>
                </a:lnTo>
                <a:lnTo>
                  <a:pt x="619125" y="3175"/>
                </a:lnTo>
                <a:lnTo>
                  <a:pt x="749300" y="0"/>
                </a:lnTo>
                <a:lnTo>
                  <a:pt x="879475" y="3175"/>
                </a:lnTo>
                <a:lnTo>
                  <a:pt x="1005840" y="12065"/>
                </a:lnTo>
                <a:lnTo>
                  <a:pt x="1123950" y="27305"/>
                </a:lnTo>
                <a:lnTo>
                  <a:pt x="1230630" y="47625"/>
                </a:lnTo>
                <a:lnTo>
                  <a:pt x="1323340" y="72390"/>
                </a:lnTo>
                <a:lnTo>
                  <a:pt x="1398270" y="101600"/>
                </a:lnTo>
                <a:lnTo>
                  <a:pt x="1453515" y="133985"/>
                </a:lnTo>
                <a:lnTo>
                  <a:pt x="1487170" y="1676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14" name="Kształt 211"/>
          <p:cNvSpPr/>
          <p:nvPr/>
        </p:nvSpPr>
        <p:spPr>
          <a:xfrm>
            <a:off x="9499600" y="5283200"/>
            <a:ext cx="1066800" cy="279400"/>
          </a:xfrm>
          <a:custGeom>
            <a:avLst/>
            <a:gdLst/>
            <a:ahLst/>
            <a:cxnLst/>
            <a:rect l="0" t="0" r="r" b="b"/>
            <a:pathLst>
              <a:path w="1066800" h="279400">
                <a:moveTo>
                  <a:pt x="1066800" y="139700"/>
                </a:moveTo>
                <a:lnTo>
                  <a:pt x="1058545" y="163830"/>
                </a:lnTo>
                <a:lnTo>
                  <a:pt x="1034415" y="187325"/>
                </a:lnTo>
                <a:lnTo>
                  <a:pt x="995045" y="209550"/>
                </a:lnTo>
                <a:lnTo>
                  <a:pt x="941705" y="229235"/>
                </a:lnTo>
                <a:lnTo>
                  <a:pt x="876300" y="247015"/>
                </a:lnTo>
                <a:lnTo>
                  <a:pt x="800100" y="260985"/>
                </a:lnTo>
                <a:lnTo>
                  <a:pt x="715645" y="271145"/>
                </a:lnTo>
                <a:lnTo>
                  <a:pt x="626110" y="277495"/>
                </a:lnTo>
                <a:lnTo>
                  <a:pt x="533400" y="279400"/>
                </a:lnTo>
                <a:lnTo>
                  <a:pt x="440690" y="277495"/>
                </a:lnTo>
                <a:lnTo>
                  <a:pt x="351155" y="271145"/>
                </a:lnTo>
                <a:lnTo>
                  <a:pt x="266700" y="260985"/>
                </a:lnTo>
                <a:lnTo>
                  <a:pt x="190500" y="247015"/>
                </a:lnTo>
                <a:lnTo>
                  <a:pt x="125095" y="229235"/>
                </a:lnTo>
                <a:lnTo>
                  <a:pt x="71755" y="209550"/>
                </a:lnTo>
                <a:lnTo>
                  <a:pt x="32385" y="187325"/>
                </a:lnTo>
                <a:lnTo>
                  <a:pt x="8255" y="163830"/>
                </a:lnTo>
                <a:lnTo>
                  <a:pt x="0" y="139700"/>
                </a:lnTo>
                <a:lnTo>
                  <a:pt x="8255" y="115570"/>
                </a:lnTo>
                <a:lnTo>
                  <a:pt x="32385" y="92075"/>
                </a:lnTo>
                <a:lnTo>
                  <a:pt x="71755" y="69850"/>
                </a:lnTo>
                <a:lnTo>
                  <a:pt x="125095" y="50165"/>
                </a:lnTo>
                <a:lnTo>
                  <a:pt x="190500" y="32385"/>
                </a:lnTo>
                <a:lnTo>
                  <a:pt x="266700" y="18415"/>
                </a:lnTo>
                <a:lnTo>
                  <a:pt x="351155" y="8255"/>
                </a:lnTo>
                <a:lnTo>
                  <a:pt x="440690" y="1905"/>
                </a:lnTo>
                <a:lnTo>
                  <a:pt x="533400" y="0"/>
                </a:lnTo>
                <a:lnTo>
                  <a:pt x="626110" y="1905"/>
                </a:lnTo>
                <a:lnTo>
                  <a:pt x="715645" y="8255"/>
                </a:lnTo>
                <a:lnTo>
                  <a:pt x="800100" y="18415"/>
                </a:lnTo>
                <a:lnTo>
                  <a:pt x="876300" y="32385"/>
                </a:lnTo>
                <a:lnTo>
                  <a:pt x="941705" y="50165"/>
                </a:lnTo>
                <a:lnTo>
                  <a:pt x="995045" y="69850"/>
                </a:lnTo>
                <a:lnTo>
                  <a:pt x="1034415" y="92075"/>
                </a:lnTo>
                <a:lnTo>
                  <a:pt x="1058545" y="115570"/>
                </a:lnTo>
                <a:close/>
              </a:path>
            </a:pathLst>
          </a:custGeom>
          <a:solidFill>
            <a:srgbClr val="F1ECE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15" name="Kształt 212"/>
          <p:cNvSpPr/>
          <p:nvPr/>
        </p:nvSpPr>
        <p:spPr>
          <a:xfrm>
            <a:off x="9608820" y="5321935"/>
            <a:ext cx="370205" cy="154305"/>
          </a:xfrm>
          <a:custGeom>
            <a:avLst/>
            <a:gdLst/>
            <a:ahLst/>
            <a:cxnLst/>
            <a:rect l="0" t="0" r="r" b="b"/>
            <a:pathLst>
              <a:path w="370205" h="154305">
                <a:moveTo>
                  <a:pt x="0" y="154305"/>
                </a:moveTo>
                <a:lnTo>
                  <a:pt x="105410" y="0"/>
                </a:lnTo>
                <a:lnTo>
                  <a:pt x="370205" y="115570"/>
                </a:lnTo>
                <a:close/>
              </a:path>
            </a:pathLst>
          </a:custGeom>
          <a:solidFill>
            <a:srgbClr val="F8D77A"/>
          </a:solidFill>
          <a:ln w="5080">
            <a:solidFill>
              <a:srgbClr val="F8D77A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16" name="Kształt 213"/>
          <p:cNvSpPr/>
          <p:nvPr/>
        </p:nvSpPr>
        <p:spPr>
          <a:xfrm>
            <a:off x="9749790" y="5277485"/>
            <a:ext cx="358775" cy="157480"/>
          </a:xfrm>
          <a:custGeom>
            <a:avLst/>
            <a:gdLst/>
            <a:ahLst/>
            <a:cxnLst/>
            <a:rect l="0" t="0" r="r" b="b"/>
            <a:pathLst>
              <a:path w="358775" h="157480">
                <a:moveTo>
                  <a:pt x="0" y="54610"/>
                </a:moveTo>
                <a:lnTo>
                  <a:pt x="358775" y="0"/>
                </a:lnTo>
                <a:lnTo>
                  <a:pt x="292100" y="157480"/>
                </a:lnTo>
                <a:close/>
              </a:path>
            </a:pathLst>
          </a:custGeom>
          <a:solidFill>
            <a:srgbClr val="E7A12C"/>
          </a:solidFill>
          <a:ln w="5080">
            <a:solidFill>
              <a:srgbClr val="E7A12C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17" name="Kształt 214"/>
          <p:cNvSpPr/>
          <p:nvPr/>
        </p:nvSpPr>
        <p:spPr>
          <a:xfrm>
            <a:off x="10088880" y="5415915"/>
            <a:ext cx="243840" cy="102870"/>
          </a:xfrm>
          <a:custGeom>
            <a:avLst/>
            <a:gdLst/>
            <a:ahLst/>
            <a:cxnLst/>
            <a:rect l="0" t="0" r="r" b="b"/>
            <a:pathLst>
              <a:path w="243840" h="102870">
                <a:moveTo>
                  <a:pt x="0" y="27305"/>
                </a:moveTo>
                <a:lnTo>
                  <a:pt x="179070" y="0"/>
                </a:lnTo>
                <a:lnTo>
                  <a:pt x="243840" y="75565"/>
                </a:lnTo>
                <a:lnTo>
                  <a:pt x="64770" y="102870"/>
                </a:lnTo>
                <a:close/>
              </a:path>
            </a:pathLst>
          </a:custGeom>
          <a:solidFill>
            <a:srgbClr val="3D221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18" name="Kształt 215"/>
          <p:cNvSpPr/>
          <p:nvPr/>
        </p:nvSpPr>
        <p:spPr>
          <a:xfrm>
            <a:off x="10088880" y="5384165"/>
            <a:ext cx="243840" cy="102870"/>
          </a:xfrm>
          <a:custGeom>
            <a:avLst/>
            <a:gdLst/>
            <a:ahLst/>
            <a:cxnLst/>
            <a:rect l="0" t="0" r="r" b="b"/>
            <a:pathLst>
              <a:path w="243840" h="102870">
                <a:moveTo>
                  <a:pt x="0" y="27305"/>
                </a:moveTo>
                <a:lnTo>
                  <a:pt x="179070" y="0"/>
                </a:lnTo>
                <a:lnTo>
                  <a:pt x="243840" y="75565"/>
                </a:lnTo>
                <a:lnTo>
                  <a:pt x="64770" y="102870"/>
                </a:lnTo>
                <a:close/>
              </a:path>
            </a:pathLst>
          </a:custGeom>
          <a:solidFill>
            <a:srgbClr val="5A332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19" name="Kształt 216"/>
          <p:cNvSpPr/>
          <p:nvPr/>
        </p:nvSpPr>
        <p:spPr>
          <a:xfrm>
            <a:off x="10121265" y="5398135"/>
            <a:ext cx="179070" cy="74930"/>
          </a:xfrm>
          <a:custGeom>
            <a:avLst/>
            <a:gdLst/>
            <a:ahLst/>
            <a:cxnLst/>
            <a:rect l="0" t="0" r="r" b="b"/>
            <a:pathLst>
              <a:path w="179070" h="74930">
                <a:moveTo>
                  <a:pt x="0" y="19685"/>
                </a:moveTo>
                <a:lnTo>
                  <a:pt x="131445" y="0"/>
                </a:lnTo>
                <a:lnTo>
                  <a:pt x="179070" y="55245"/>
                </a:lnTo>
                <a:lnTo>
                  <a:pt x="47625" y="74930"/>
                </a:lnTo>
                <a:close/>
              </a:path>
            </a:pathLst>
          </a:custGeom>
          <a:solidFill>
            <a:srgbClr val="6D402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20" name="Kształt 217"/>
          <p:cNvSpPr/>
          <p:nvPr/>
        </p:nvSpPr>
        <p:spPr>
          <a:xfrm>
            <a:off x="10121265" y="5398135"/>
            <a:ext cx="131445" cy="74930"/>
          </a:xfrm>
          <a:custGeom>
            <a:avLst/>
            <a:gdLst/>
            <a:ahLst/>
            <a:cxnLst/>
            <a:rect l="0" t="0" r="r" b="b"/>
            <a:pathLst>
              <a:path w="131445" h="74930">
                <a:moveTo>
                  <a:pt x="0" y="19685"/>
                </a:moveTo>
                <a:lnTo>
                  <a:pt x="131445" y="0"/>
                </a:lnTo>
                <a:lnTo>
                  <a:pt x="47625" y="74930"/>
                </a:lnTo>
                <a:close/>
              </a:path>
            </a:pathLst>
          </a:custGeom>
          <a:solidFill>
            <a:srgbClr val="7A4A2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21" name="Kształt 218"/>
          <p:cNvSpPr/>
          <p:nvPr/>
        </p:nvSpPr>
        <p:spPr>
          <a:xfrm>
            <a:off x="10273030" y="5355590"/>
            <a:ext cx="231140" cy="96520"/>
          </a:xfrm>
          <a:custGeom>
            <a:avLst/>
            <a:gdLst/>
            <a:ahLst/>
            <a:cxnLst/>
            <a:rect l="0" t="0" r="r" b="b"/>
            <a:pathLst>
              <a:path w="231140" h="96520">
                <a:moveTo>
                  <a:pt x="46355" y="0"/>
                </a:moveTo>
                <a:lnTo>
                  <a:pt x="231140" y="19050"/>
                </a:lnTo>
                <a:lnTo>
                  <a:pt x="184785" y="96520"/>
                </a:lnTo>
                <a:lnTo>
                  <a:pt x="0" y="77470"/>
                </a:lnTo>
                <a:close/>
              </a:path>
            </a:pathLst>
          </a:custGeom>
          <a:solidFill>
            <a:srgbClr val="3D221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22" name="Kształt 219"/>
          <p:cNvSpPr/>
          <p:nvPr/>
        </p:nvSpPr>
        <p:spPr>
          <a:xfrm>
            <a:off x="10273030" y="5323840"/>
            <a:ext cx="231140" cy="96520"/>
          </a:xfrm>
          <a:custGeom>
            <a:avLst/>
            <a:gdLst/>
            <a:ahLst/>
            <a:cxnLst/>
            <a:rect l="0" t="0" r="r" b="b"/>
            <a:pathLst>
              <a:path w="231140" h="96520">
                <a:moveTo>
                  <a:pt x="46355" y="0"/>
                </a:moveTo>
                <a:lnTo>
                  <a:pt x="231140" y="19050"/>
                </a:lnTo>
                <a:lnTo>
                  <a:pt x="184785" y="96520"/>
                </a:lnTo>
                <a:lnTo>
                  <a:pt x="0" y="77470"/>
                </a:lnTo>
                <a:close/>
              </a:path>
            </a:pathLst>
          </a:custGeom>
          <a:solidFill>
            <a:srgbClr val="5A332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23" name="Kształt 220"/>
          <p:cNvSpPr/>
          <p:nvPr/>
        </p:nvSpPr>
        <p:spPr>
          <a:xfrm>
            <a:off x="10304145" y="5336540"/>
            <a:ext cx="168910" cy="71120"/>
          </a:xfrm>
          <a:custGeom>
            <a:avLst/>
            <a:gdLst/>
            <a:ahLst/>
            <a:cxnLst/>
            <a:rect l="0" t="0" r="r" b="b"/>
            <a:pathLst>
              <a:path w="168910" h="71120">
                <a:moveTo>
                  <a:pt x="33655" y="0"/>
                </a:moveTo>
                <a:lnTo>
                  <a:pt x="168910" y="13970"/>
                </a:lnTo>
                <a:lnTo>
                  <a:pt x="135255" y="71120"/>
                </a:lnTo>
                <a:lnTo>
                  <a:pt x="0" y="57150"/>
                </a:lnTo>
                <a:close/>
              </a:path>
            </a:pathLst>
          </a:custGeom>
          <a:solidFill>
            <a:srgbClr val="6D402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24" name="Kształt 221"/>
          <p:cNvSpPr/>
          <p:nvPr/>
        </p:nvSpPr>
        <p:spPr>
          <a:xfrm>
            <a:off x="10304145" y="5336540"/>
            <a:ext cx="168910" cy="57150"/>
          </a:xfrm>
          <a:custGeom>
            <a:avLst/>
            <a:gdLst/>
            <a:ahLst/>
            <a:cxnLst/>
            <a:rect l="0" t="0" r="r" b="b"/>
            <a:pathLst>
              <a:path w="168910" h="57150">
                <a:moveTo>
                  <a:pt x="33655" y="0"/>
                </a:moveTo>
                <a:lnTo>
                  <a:pt x="168910" y="13970"/>
                </a:lnTo>
                <a:lnTo>
                  <a:pt x="0" y="57150"/>
                </a:lnTo>
                <a:close/>
              </a:path>
            </a:pathLst>
          </a:custGeom>
          <a:solidFill>
            <a:srgbClr val="7A4A2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25" name="Kształt 222"/>
          <p:cNvSpPr/>
          <p:nvPr/>
        </p:nvSpPr>
        <p:spPr>
          <a:xfrm>
            <a:off x="10180955" y="5488305"/>
            <a:ext cx="262890" cy="110490"/>
          </a:xfrm>
          <a:custGeom>
            <a:avLst/>
            <a:gdLst/>
            <a:ahLst/>
            <a:cxnLst/>
            <a:rect l="0" t="0" r="r" b="b"/>
            <a:pathLst>
              <a:path w="262890" h="110490">
                <a:moveTo>
                  <a:pt x="100965" y="0"/>
                </a:moveTo>
                <a:lnTo>
                  <a:pt x="262890" y="42545"/>
                </a:lnTo>
                <a:lnTo>
                  <a:pt x="161925" y="110490"/>
                </a:lnTo>
                <a:lnTo>
                  <a:pt x="0" y="67945"/>
                </a:lnTo>
                <a:close/>
              </a:path>
            </a:pathLst>
          </a:custGeom>
          <a:solidFill>
            <a:srgbClr val="3D221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26" name="Kształt 223"/>
          <p:cNvSpPr/>
          <p:nvPr/>
        </p:nvSpPr>
        <p:spPr>
          <a:xfrm>
            <a:off x="10180955" y="5456555"/>
            <a:ext cx="262890" cy="110490"/>
          </a:xfrm>
          <a:custGeom>
            <a:avLst/>
            <a:gdLst/>
            <a:ahLst/>
            <a:cxnLst/>
            <a:rect l="0" t="0" r="r" b="b"/>
            <a:pathLst>
              <a:path w="262890" h="110490">
                <a:moveTo>
                  <a:pt x="100965" y="0"/>
                </a:moveTo>
                <a:lnTo>
                  <a:pt x="262890" y="42545"/>
                </a:lnTo>
                <a:lnTo>
                  <a:pt x="161925" y="110490"/>
                </a:lnTo>
                <a:lnTo>
                  <a:pt x="0" y="67945"/>
                </a:lnTo>
                <a:close/>
              </a:path>
            </a:pathLst>
          </a:custGeom>
          <a:solidFill>
            <a:srgbClr val="5A3321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27" name="Kształt 224"/>
          <p:cNvSpPr/>
          <p:nvPr/>
        </p:nvSpPr>
        <p:spPr>
          <a:xfrm>
            <a:off x="10215880" y="5471160"/>
            <a:ext cx="193040" cy="81280"/>
          </a:xfrm>
          <a:custGeom>
            <a:avLst/>
            <a:gdLst/>
            <a:ahLst/>
            <a:cxnLst/>
            <a:rect l="0" t="0" r="r" b="b"/>
            <a:pathLst>
              <a:path w="193040" h="81280">
                <a:moveTo>
                  <a:pt x="74295" y="0"/>
                </a:moveTo>
                <a:lnTo>
                  <a:pt x="193040" y="31115"/>
                </a:lnTo>
                <a:lnTo>
                  <a:pt x="118745" y="81280"/>
                </a:lnTo>
                <a:lnTo>
                  <a:pt x="0" y="50165"/>
                </a:lnTo>
                <a:close/>
              </a:path>
            </a:pathLst>
          </a:custGeom>
          <a:solidFill>
            <a:srgbClr val="6D402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28" name="Kształt 225"/>
          <p:cNvSpPr/>
          <p:nvPr/>
        </p:nvSpPr>
        <p:spPr>
          <a:xfrm>
            <a:off x="10215880" y="5471160"/>
            <a:ext cx="193040" cy="50165"/>
          </a:xfrm>
          <a:custGeom>
            <a:avLst/>
            <a:gdLst/>
            <a:ahLst/>
            <a:cxnLst/>
            <a:rect l="0" t="0" r="r" b="b"/>
            <a:pathLst>
              <a:path w="193040" h="50165">
                <a:moveTo>
                  <a:pt x="74295" y="0"/>
                </a:moveTo>
                <a:lnTo>
                  <a:pt x="193040" y="31115"/>
                </a:lnTo>
                <a:lnTo>
                  <a:pt x="0" y="50165"/>
                </a:lnTo>
                <a:close/>
              </a:path>
            </a:pathLst>
          </a:custGeom>
          <a:solidFill>
            <a:srgbClr val="7A4A2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29" name="Tekst: Dzwonek do drzwi"/>
          <p:cNvSpPr txBox="1"/>
          <p:nvPr/>
        </p:nvSpPr>
        <p:spPr>
          <a:xfrm>
            <a:off x="826963" y="1109662"/>
            <a:ext cx="2801659" cy="205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350" b="1" kern="100" cap="all" spc="189" dirty="0">
                <a:solidFill>
                  <a:srgbClr val="666666"/>
                </a:solidFill>
                <a:latin typeface="Lato"/>
                <a:cs typeface="Lato"/>
              </a:rPr>
              <a:t>Dzwonek do drzwi</a:t>
            </a:r>
            <a:endParaRPr lang="pl-PL" sz="1350" b="1" kern="100" cap="all" spc="189" dirty="0">
              <a:solidFill>
                <a:srgbClr val="666666"/>
              </a:solidFill>
              <a:latin typeface="Lato"/>
              <a:cs typeface="Lato"/>
            </a:endParaRPr>
          </a:p>
        </p:txBody>
      </p:sp>
      <p:sp>
        <p:nvSpPr>
          <p:cNvPr id="230" name="Tekst: Goście są."/>
          <p:cNvSpPr txBox="1"/>
          <p:nvPr/>
        </p:nvSpPr>
        <p:spPr>
          <a:xfrm>
            <a:off x="826963" y="1524360"/>
            <a:ext cx="3150572" cy="6431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4800" kern="100" spc="-168" dirty="0">
                <a:solidFill>
                  <a:srgbClr val="151515"/>
                </a:solidFill>
                <a:latin typeface="Lato Black"/>
                <a:cs typeface="Lato Black"/>
              </a:rPr>
              <a:t>Goście są.</a:t>
            </a:r>
            <a:endParaRPr lang="pl-PL" sz="4800" kern="100" spc="-168" dirty="0">
              <a:solidFill>
                <a:srgbClr val="151515"/>
              </a:solidFill>
              <a:latin typeface="Lato Black"/>
              <a:cs typeface="Lato Black"/>
            </a:endParaRPr>
          </a:p>
        </p:txBody>
      </p:sp>
      <p:pic>
        <p:nvPicPr>
          <p:cNvPr id="231" name="!!Logo" descr="I love marketing &amp; technolog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363240"/>
            <a:ext cx="3048000" cy="273050"/>
          </a:xfrm>
          <a:prstGeom prst="rect">
            <a:avLst/>
          </a:prstGeom>
        </p:spPr>
      </p:pic>
      <p:pic>
        <p:nvPicPr>
          <p:cNvPr id="232" name="!!Serce w rogu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66449" y="330349"/>
            <a:ext cx="431800" cy="355600"/>
          </a:xfrm>
          <a:prstGeom prst="rect">
            <a:avLst/>
          </a:prstGeom>
        </p:spPr>
      </p:pic>
      <p:sp>
        <p:nvSpPr>
          <p:cNvPr id="233" name="!!Numer slajdu"/>
          <p:cNvSpPr txBox="1"/>
          <p:nvPr/>
        </p:nvSpPr>
        <p:spPr>
          <a:xfrm>
            <a:off x="10850587" y="6428437"/>
            <a:ext cx="773370" cy="1885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100" kern="100" spc="66" dirty="0">
                <a:solidFill>
                  <a:srgbClr val="666666"/>
                </a:solidFill>
                <a:latin typeface="Lato"/>
                <a:cs typeface="Lato"/>
              </a:rPr>
              <a:t>22 / 24</a:t>
            </a:r>
            <a:endParaRPr lang="pl-PL" sz="1100" kern="100" spc="66" dirty="0">
              <a:solidFill>
                <a:srgbClr val="666666"/>
              </a:solidFill>
              <a:latin typeface="Lato"/>
              <a:cs typeface="Lato"/>
            </a:endParaRPr>
          </a:p>
        </p:txBody>
      </p:sp>
      <p:sp>
        <p:nvSpPr>
          <p:cNvPr id="234" name="!!Postęp"/>
          <p:cNvSpPr/>
          <p:nvPr/>
        </p:nvSpPr>
        <p:spPr>
          <a:xfrm>
            <a:off x="0" y="6826250"/>
            <a:ext cx="11176000" cy="31750"/>
          </a:xfrm>
          <a:prstGeom prst="rect">
            <a:avLst/>
          </a:prstGeom>
          <a:solidFill>
            <a:srgbClr val="EE3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 name="Mamy to!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Tło 1"/>
          <p:cNvSpPr/>
          <p:nvPr/>
        </p:nvSpPr>
        <p:spPr>
          <a:xfrm>
            <a:off x="-557530" y="-1584325"/>
            <a:ext cx="3181985" cy="3776345"/>
          </a:xfrm>
          <a:custGeom>
            <a:avLst/>
            <a:gdLst/>
            <a:ahLst/>
            <a:cxnLst/>
            <a:rect l="0" t="0" r="r" b="b"/>
            <a:pathLst>
              <a:path w="3181985" h="3776345">
                <a:moveTo>
                  <a:pt x="1356360" y="3776345"/>
                </a:moveTo>
                <a:lnTo>
                  <a:pt x="0" y="0"/>
                </a:lnTo>
                <a:lnTo>
                  <a:pt x="3181985" y="2229485"/>
                </a:lnTo>
                <a:close/>
              </a:path>
            </a:pathLst>
          </a:custGeom>
          <a:solidFill>
            <a:srgbClr val="131313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" name="!!Tło 3"/>
          <p:cNvSpPr/>
          <p:nvPr/>
        </p:nvSpPr>
        <p:spPr>
          <a:xfrm>
            <a:off x="8385810" y="1318260"/>
            <a:ext cx="4237990" cy="2672080"/>
          </a:xfrm>
          <a:custGeom>
            <a:avLst/>
            <a:gdLst/>
            <a:ahLst/>
            <a:cxnLst/>
            <a:rect l="0" t="0" r="r" b="b"/>
            <a:pathLst>
              <a:path w="4237990" h="2672080">
                <a:moveTo>
                  <a:pt x="4237990" y="2672080"/>
                </a:moveTo>
                <a:lnTo>
                  <a:pt x="0" y="2418080"/>
                </a:lnTo>
                <a:lnTo>
                  <a:pt x="2108835" y="0"/>
                </a:lnTo>
                <a:close/>
              </a:path>
            </a:pathLst>
          </a:custGeom>
          <a:solidFill>
            <a:srgbClr val="14141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" name="!!Tło 5"/>
          <p:cNvSpPr/>
          <p:nvPr/>
        </p:nvSpPr>
        <p:spPr>
          <a:xfrm>
            <a:off x="2368550" y="518795"/>
            <a:ext cx="4458970" cy="5109210"/>
          </a:xfrm>
          <a:custGeom>
            <a:avLst/>
            <a:gdLst/>
            <a:ahLst/>
            <a:cxnLst/>
            <a:rect l="0" t="0" r="r" b="b"/>
            <a:pathLst>
              <a:path w="4458970" h="5109210">
                <a:moveTo>
                  <a:pt x="3594100" y="0"/>
                </a:moveTo>
                <a:lnTo>
                  <a:pt x="4458970" y="5109210"/>
                </a:lnTo>
                <a:lnTo>
                  <a:pt x="0" y="3502025"/>
                </a:lnTo>
                <a:close/>
              </a:path>
            </a:pathLst>
          </a:custGeom>
          <a:solidFill>
            <a:srgbClr val="161616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" name="!!Tło 7"/>
          <p:cNvSpPr/>
          <p:nvPr/>
        </p:nvSpPr>
        <p:spPr>
          <a:xfrm>
            <a:off x="8328660" y="3310255"/>
            <a:ext cx="2503170" cy="2330450"/>
          </a:xfrm>
          <a:custGeom>
            <a:avLst/>
            <a:gdLst/>
            <a:ahLst/>
            <a:cxnLst/>
            <a:rect l="0" t="0" r="r" b="b"/>
            <a:pathLst>
              <a:path w="2503170" h="2330450">
                <a:moveTo>
                  <a:pt x="2503170" y="24130"/>
                </a:moveTo>
                <a:lnTo>
                  <a:pt x="1282065" y="2330450"/>
                </a:lnTo>
                <a:lnTo>
                  <a:pt x="0" y="0"/>
                </a:lnTo>
                <a:close/>
              </a:path>
            </a:pathLst>
          </a:custGeom>
          <a:solidFill>
            <a:srgbClr val="17171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" name="!!Tło 9"/>
          <p:cNvSpPr/>
          <p:nvPr/>
        </p:nvSpPr>
        <p:spPr>
          <a:xfrm>
            <a:off x="8206740" y="613410"/>
            <a:ext cx="2186940" cy="2498090"/>
          </a:xfrm>
          <a:custGeom>
            <a:avLst/>
            <a:gdLst/>
            <a:ahLst/>
            <a:cxnLst/>
            <a:rect l="0" t="0" r="r" b="b"/>
            <a:pathLst>
              <a:path w="2186940" h="2498090">
                <a:moveTo>
                  <a:pt x="2186940" y="1733550"/>
                </a:moveTo>
                <a:lnTo>
                  <a:pt x="0" y="2498090"/>
                </a:lnTo>
                <a:lnTo>
                  <a:pt x="715010" y="0"/>
                </a:lnTo>
                <a:close/>
              </a:path>
            </a:pathLst>
          </a:custGeom>
          <a:solidFill>
            <a:srgbClr val="131313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" name="!!Tło 11"/>
          <p:cNvSpPr/>
          <p:nvPr/>
        </p:nvSpPr>
        <p:spPr>
          <a:xfrm>
            <a:off x="5572125" y="1104900"/>
            <a:ext cx="2019935" cy="1752600"/>
          </a:xfrm>
          <a:custGeom>
            <a:avLst/>
            <a:gdLst/>
            <a:ahLst/>
            <a:cxnLst/>
            <a:rect l="0" t="0" r="r" b="b"/>
            <a:pathLst>
              <a:path w="2019935" h="1752600">
                <a:moveTo>
                  <a:pt x="2019935" y="0"/>
                </a:moveTo>
                <a:lnTo>
                  <a:pt x="1430020" y="1752600"/>
                </a:lnTo>
                <a:lnTo>
                  <a:pt x="0" y="1381760"/>
                </a:lnTo>
                <a:close/>
              </a:path>
            </a:pathLst>
          </a:custGeom>
          <a:solidFill>
            <a:srgbClr val="14141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" name="!!Tło 13"/>
          <p:cNvSpPr/>
          <p:nvPr/>
        </p:nvSpPr>
        <p:spPr>
          <a:xfrm>
            <a:off x="1796415" y="922020"/>
            <a:ext cx="3673475" cy="6204585"/>
          </a:xfrm>
          <a:custGeom>
            <a:avLst/>
            <a:gdLst/>
            <a:ahLst/>
            <a:cxnLst/>
            <a:rect l="0" t="0" r="r" b="b"/>
            <a:pathLst>
              <a:path w="3673475" h="6204585">
                <a:moveTo>
                  <a:pt x="3673475" y="3769995"/>
                </a:moveTo>
                <a:lnTo>
                  <a:pt x="0" y="6204585"/>
                </a:lnTo>
                <a:lnTo>
                  <a:pt x="161925" y="0"/>
                </a:lnTo>
                <a:close/>
              </a:path>
            </a:pathLst>
          </a:custGeom>
          <a:solidFill>
            <a:srgbClr val="161616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" name="!!Tło 15"/>
          <p:cNvSpPr/>
          <p:nvPr/>
        </p:nvSpPr>
        <p:spPr>
          <a:xfrm>
            <a:off x="-975360" y="3815715"/>
            <a:ext cx="3752215" cy="3879850"/>
          </a:xfrm>
          <a:custGeom>
            <a:avLst/>
            <a:gdLst/>
            <a:ahLst/>
            <a:cxnLst/>
            <a:rect l="0" t="0" r="r" b="b"/>
            <a:pathLst>
              <a:path w="3752215" h="3879850">
                <a:moveTo>
                  <a:pt x="0" y="0"/>
                </a:moveTo>
                <a:lnTo>
                  <a:pt x="3752215" y="688975"/>
                </a:lnTo>
                <a:lnTo>
                  <a:pt x="2256790" y="3879850"/>
                </a:lnTo>
                <a:close/>
              </a:path>
            </a:pathLst>
          </a:custGeom>
          <a:solidFill>
            <a:srgbClr val="17171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" name="!!Tło 17"/>
          <p:cNvSpPr/>
          <p:nvPr/>
        </p:nvSpPr>
        <p:spPr>
          <a:xfrm>
            <a:off x="979170" y="4888230"/>
            <a:ext cx="1603375" cy="2202815"/>
          </a:xfrm>
          <a:custGeom>
            <a:avLst/>
            <a:gdLst/>
            <a:ahLst/>
            <a:cxnLst/>
            <a:rect l="0" t="0" r="r" b="b"/>
            <a:pathLst>
              <a:path w="1603375" h="2202815">
                <a:moveTo>
                  <a:pt x="0" y="2202815"/>
                </a:moveTo>
                <a:lnTo>
                  <a:pt x="358775" y="0"/>
                </a:lnTo>
                <a:lnTo>
                  <a:pt x="1603375" y="2158365"/>
                </a:lnTo>
                <a:close/>
              </a:path>
            </a:pathLst>
          </a:custGeom>
          <a:solidFill>
            <a:srgbClr val="131313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1" name="!!Tło 19"/>
          <p:cNvSpPr/>
          <p:nvPr/>
        </p:nvSpPr>
        <p:spPr>
          <a:xfrm>
            <a:off x="4709160" y="-875665"/>
            <a:ext cx="2571750" cy="3023870"/>
          </a:xfrm>
          <a:custGeom>
            <a:avLst/>
            <a:gdLst/>
            <a:ahLst/>
            <a:cxnLst/>
            <a:rect l="0" t="0" r="r" b="b"/>
            <a:pathLst>
              <a:path w="2571750" h="3023870">
                <a:moveTo>
                  <a:pt x="0" y="1351280"/>
                </a:moveTo>
                <a:lnTo>
                  <a:pt x="1868805" y="0"/>
                </a:lnTo>
                <a:lnTo>
                  <a:pt x="2571750" y="3023870"/>
                </a:lnTo>
                <a:close/>
              </a:path>
            </a:pathLst>
          </a:custGeom>
          <a:solidFill>
            <a:srgbClr val="14141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2" name="!!Tło 21"/>
          <p:cNvSpPr/>
          <p:nvPr/>
        </p:nvSpPr>
        <p:spPr>
          <a:xfrm>
            <a:off x="9114790" y="-36195"/>
            <a:ext cx="3592195" cy="3613150"/>
          </a:xfrm>
          <a:custGeom>
            <a:avLst/>
            <a:gdLst/>
            <a:ahLst/>
            <a:cxnLst/>
            <a:rect l="0" t="0" r="r" b="b"/>
            <a:pathLst>
              <a:path w="3592195" h="3613150">
                <a:moveTo>
                  <a:pt x="0" y="1466215"/>
                </a:moveTo>
                <a:lnTo>
                  <a:pt x="3592195" y="0"/>
                </a:lnTo>
                <a:lnTo>
                  <a:pt x="2491105" y="3613150"/>
                </a:lnTo>
                <a:close/>
              </a:path>
            </a:pathLst>
          </a:custGeom>
          <a:solidFill>
            <a:srgbClr val="161616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3" name="!!Tło 23"/>
          <p:cNvSpPr/>
          <p:nvPr/>
        </p:nvSpPr>
        <p:spPr>
          <a:xfrm>
            <a:off x="5821045" y="2726690"/>
            <a:ext cx="4717415" cy="4845050"/>
          </a:xfrm>
          <a:custGeom>
            <a:avLst/>
            <a:gdLst/>
            <a:ahLst/>
            <a:cxnLst/>
            <a:rect l="0" t="0" r="r" b="b"/>
            <a:pathLst>
              <a:path w="4717415" h="4845050">
                <a:moveTo>
                  <a:pt x="4717415" y="4845050"/>
                </a:moveTo>
                <a:lnTo>
                  <a:pt x="0" y="2976880"/>
                </a:lnTo>
                <a:lnTo>
                  <a:pt x="2771140" y="0"/>
                </a:lnTo>
                <a:close/>
              </a:path>
            </a:pathLst>
          </a:custGeom>
          <a:solidFill>
            <a:srgbClr val="17171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4" name="!!Tło 25"/>
          <p:cNvSpPr/>
          <p:nvPr/>
        </p:nvSpPr>
        <p:spPr>
          <a:xfrm>
            <a:off x="4133850" y="2793365"/>
            <a:ext cx="3596640" cy="3698875"/>
          </a:xfrm>
          <a:custGeom>
            <a:avLst/>
            <a:gdLst/>
            <a:ahLst/>
            <a:cxnLst/>
            <a:rect l="0" t="0" r="r" b="b"/>
            <a:pathLst>
              <a:path w="3596640" h="3698875">
                <a:moveTo>
                  <a:pt x="3345815" y="249555"/>
                </a:moveTo>
                <a:lnTo>
                  <a:pt x="3596640" y="3698875"/>
                </a:lnTo>
                <a:lnTo>
                  <a:pt x="0" y="0"/>
                </a:lnTo>
                <a:close/>
              </a:path>
            </a:pathLst>
          </a:custGeom>
          <a:solidFill>
            <a:srgbClr val="131313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5" name="Kształt"/>
          <p:cNvSpPr/>
          <p:nvPr/>
        </p:nvSpPr>
        <p:spPr>
          <a:xfrm>
            <a:off x="882650" y="1962150"/>
            <a:ext cx="3314700" cy="3314700"/>
          </a:xfrm>
          <a:prstGeom prst="ellipse">
            <a:avLst/>
          </a:prstGeom>
          <a:noFill/>
          <a:ln w="114300">
            <a:solidFill>
              <a:srgbClr val="EE312F"/>
            </a:solidFill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6" name="Tekst: 100 %"/>
          <p:cNvSpPr txBox="1"/>
          <p:nvPr/>
        </p:nvSpPr>
        <p:spPr>
          <a:xfrm>
            <a:off x="1314425" y="3086298"/>
            <a:ext cx="3094494" cy="1333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0500" kern="100" spc="-682" dirty="0">
                <a:solidFill>
                  <a:srgbClr val="FFFFFF"/>
                </a:solidFill>
                <a:latin typeface="Lato Black"/>
                <a:cs typeface="Lato Black"/>
              </a:rPr>
              <a:t>100</a:t>
            </a:r>
            <a:r>
              <a:rPr lang="pl-PL" sz="4250" kern="100" spc="-682" dirty="0">
                <a:solidFill>
                  <a:srgbClr val="FFFFFF"/>
                </a:solidFill>
                <a:latin typeface="Lato Black"/>
                <a:cs typeface="Lato Black"/>
              </a:rPr>
              <a:t>%</a:t>
            </a:r>
            <a:endParaRPr lang="pl-PL" sz="4250" kern="100" spc="-682" dirty="0">
              <a:solidFill>
                <a:srgbClr val="FFFFFF"/>
              </a:solidFill>
              <a:latin typeface="Lato Black"/>
              <a:cs typeface="Lato Black"/>
            </a:endParaRPr>
          </a:p>
        </p:txBody>
      </p:sp>
      <p:sp>
        <p:nvSpPr>
          <p:cNvPr id="17" name="Tekst: Mamy to!"/>
          <p:cNvSpPr txBox="1"/>
          <p:nvPr/>
        </p:nvSpPr>
        <p:spPr>
          <a:xfrm>
            <a:off x="5206999" y="3232912"/>
            <a:ext cx="6159500" cy="86410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6300" kern="100" spc="-220" dirty="0">
                <a:solidFill>
                  <a:srgbClr val="FFFFFF"/>
                </a:solidFill>
                <a:latin typeface="Lato Black"/>
                <a:cs typeface="Lato Black"/>
              </a:rPr>
              <a:t>Mamy to!</a:t>
            </a:r>
            <a:endParaRPr lang="pl-PL" sz="6300" kern="100" spc="-220" dirty="0">
              <a:solidFill>
                <a:srgbClr val="FFFFFF"/>
              </a:solidFill>
              <a:latin typeface="Lato Black"/>
              <a:cs typeface="Lato Black"/>
            </a:endParaRPr>
          </a:p>
        </p:txBody>
      </p:sp>
      <p:pic>
        <p:nvPicPr>
          <p:cNvPr id="18" name="!!Serce w rogu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6449" y="330349"/>
            <a:ext cx="431800" cy="355600"/>
          </a:xfrm>
          <a:prstGeom prst="rect">
            <a:avLst/>
          </a:prstGeom>
        </p:spPr>
      </p:pic>
      <p:sp>
        <p:nvSpPr>
          <p:cNvPr id="19" name="!!Numer slajdu"/>
          <p:cNvSpPr txBox="1"/>
          <p:nvPr/>
        </p:nvSpPr>
        <p:spPr>
          <a:xfrm>
            <a:off x="10850587" y="6428437"/>
            <a:ext cx="773370" cy="1885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100" kern="100" spc="66" dirty="0">
                <a:solidFill>
                  <a:srgbClr val="A9A9A9"/>
                </a:solidFill>
                <a:latin typeface="Lato"/>
                <a:cs typeface="Lato"/>
              </a:rPr>
              <a:t>23 / 24</a:t>
            </a:r>
            <a:endParaRPr lang="pl-PL" sz="1100" kern="100" spc="66" dirty="0">
              <a:solidFill>
                <a:srgbClr val="A9A9A9"/>
              </a:solidFill>
              <a:latin typeface="Lato"/>
              <a:cs typeface="Lato"/>
            </a:endParaRPr>
          </a:p>
        </p:txBody>
      </p:sp>
      <p:sp>
        <p:nvSpPr>
          <p:cNvPr id="20" name="!!Postęp"/>
          <p:cNvSpPr/>
          <p:nvPr/>
        </p:nvSpPr>
        <p:spPr>
          <a:xfrm>
            <a:off x="0" y="6826250"/>
            <a:ext cx="11684000" cy="31750"/>
          </a:xfrm>
          <a:prstGeom prst="rect">
            <a:avLst/>
          </a:prstGeom>
          <a:solidFill>
            <a:srgbClr val="EE3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1" name="!!Postać 1"/>
          <p:cNvSpPr/>
          <p:nvPr/>
        </p:nvSpPr>
        <p:spPr>
          <a:xfrm>
            <a:off x="9929864" y="3930842"/>
            <a:ext cx="683108" cy="709331"/>
          </a:xfrm>
          <a:custGeom>
            <a:avLst/>
            <a:gdLst/>
            <a:ahLst/>
            <a:cxnLst/>
            <a:rect l="0" t="0" r="r" b="b"/>
            <a:pathLst>
              <a:path w="683108" h="709331">
                <a:moveTo>
                  <a:pt x="0" y="67756"/>
                </a:moveTo>
                <a:lnTo>
                  <a:pt x="644654" y="0"/>
                </a:lnTo>
                <a:lnTo>
                  <a:pt x="683108" y="647734"/>
                </a:lnTo>
                <a:lnTo>
                  <a:pt x="97058" y="709331"/>
                </a:lnTo>
                <a:close/>
              </a:path>
            </a:pathLst>
          </a:custGeom>
          <a:solidFill>
            <a:srgbClr val="5D331C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2" name="!!Postać 2"/>
          <p:cNvSpPr/>
          <p:nvPr/>
        </p:nvSpPr>
        <p:spPr>
          <a:xfrm>
            <a:off x="9872887" y="3349368"/>
            <a:ext cx="314628" cy="207405"/>
          </a:xfrm>
          <a:custGeom>
            <a:avLst/>
            <a:gdLst/>
            <a:ahLst/>
            <a:cxnLst/>
            <a:rect l="0" t="0" r="r" b="b"/>
            <a:pathLst>
              <a:path w="314628" h="207405">
                <a:moveTo>
                  <a:pt x="314628" y="0"/>
                </a:moveTo>
                <a:lnTo>
                  <a:pt x="0" y="107134"/>
                </a:lnTo>
                <a:lnTo>
                  <a:pt x="173483" y="207405"/>
                </a:lnTo>
                <a:close/>
              </a:path>
            </a:pathLst>
          </a:custGeom>
          <a:solidFill>
            <a:srgbClr val="C07C4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3" name="!!Postać 3"/>
          <p:cNvSpPr/>
          <p:nvPr/>
        </p:nvSpPr>
        <p:spPr>
          <a:xfrm>
            <a:off x="9746767" y="3456502"/>
            <a:ext cx="299603" cy="279891"/>
          </a:xfrm>
          <a:custGeom>
            <a:avLst/>
            <a:gdLst/>
            <a:ahLst/>
            <a:cxnLst/>
            <a:rect l="0" t="0" r="r" b="b"/>
            <a:pathLst>
              <a:path w="299603" h="279891">
                <a:moveTo>
                  <a:pt x="126120" y="0"/>
                </a:moveTo>
                <a:lnTo>
                  <a:pt x="0" y="279891"/>
                </a:lnTo>
                <a:lnTo>
                  <a:pt x="299603" y="100271"/>
                </a:lnTo>
                <a:close/>
              </a:path>
            </a:pathLst>
          </a:custGeom>
          <a:solidFill>
            <a:srgbClr val="9C603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4" name="!!Postać 4"/>
          <p:cNvSpPr/>
          <p:nvPr/>
        </p:nvSpPr>
        <p:spPr>
          <a:xfrm>
            <a:off x="9746767" y="3556773"/>
            <a:ext cx="299603" cy="383990"/>
          </a:xfrm>
          <a:custGeom>
            <a:avLst/>
            <a:gdLst/>
            <a:ahLst/>
            <a:cxnLst/>
            <a:rect l="0" t="0" r="r" b="b"/>
            <a:pathLst>
              <a:path w="299603" h="383990">
                <a:moveTo>
                  <a:pt x="0" y="179620"/>
                </a:moveTo>
                <a:lnTo>
                  <a:pt x="169611" y="383990"/>
                </a:lnTo>
                <a:lnTo>
                  <a:pt x="299603" y="0"/>
                </a:lnTo>
                <a:close/>
              </a:path>
            </a:pathLst>
          </a:custGeom>
          <a:solidFill>
            <a:srgbClr val="C07C4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5" name="!!Postać 5"/>
          <p:cNvSpPr/>
          <p:nvPr/>
        </p:nvSpPr>
        <p:spPr>
          <a:xfrm>
            <a:off x="9741311" y="3736394"/>
            <a:ext cx="175067" cy="370901"/>
          </a:xfrm>
          <a:custGeom>
            <a:avLst/>
            <a:gdLst/>
            <a:ahLst/>
            <a:cxnLst/>
            <a:rect l="0" t="0" r="r" b="b"/>
            <a:pathLst>
              <a:path w="175067" h="370901">
                <a:moveTo>
                  <a:pt x="5456" y="0"/>
                </a:moveTo>
                <a:lnTo>
                  <a:pt x="0" y="370901"/>
                </a:lnTo>
                <a:lnTo>
                  <a:pt x="175067" y="204369"/>
                </a:lnTo>
                <a:close/>
              </a:path>
            </a:pathLst>
          </a:custGeom>
          <a:solidFill>
            <a:srgbClr val="9C603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6" name="!!Postać 6"/>
          <p:cNvSpPr/>
          <p:nvPr/>
        </p:nvSpPr>
        <p:spPr>
          <a:xfrm>
            <a:off x="9741311" y="3940763"/>
            <a:ext cx="223596" cy="320787"/>
          </a:xfrm>
          <a:custGeom>
            <a:avLst/>
            <a:gdLst/>
            <a:ahLst/>
            <a:cxnLst/>
            <a:rect l="0" t="0" r="r" b="b"/>
            <a:pathLst>
              <a:path w="223596" h="320787">
                <a:moveTo>
                  <a:pt x="0" y="166531"/>
                </a:moveTo>
                <a:lnTo>
                  <a:pt x="223596" y="320787"/>
                </a:lnTo>
                <a:lnTo>
                  <a:pt x="175067" y="0"/>
                </a:lnTo>
                <a:close/>
              </a:path>
            </a:pathLst>
          </a:custGeom>
          <a:solidFill>
            <a:srgbClr val="7A462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7" name="!!Postać 7"/>
          <p:cNvSpPr/>
          <p:nvPr/>
        </p:nvSpPr>
        <p:spPr>
          <a:xfrm>
            <a:off x="9741311" y="4107294"/>
            <a:ext cx="223596" cy="305366"/>
          </a:xfrm>
          <a:custGeom>
            <a:avLst/>
            <a:gdLst/>
            <a:ahLst/>
            <a:cxnLst/>
            <a:rect l="0" t="0" r="r" b="b"/>
            <a:pathLst>
              <a:path w="223596" h="305366">
                <a:moveTo>
                  <a:pt x="0" y="0"/>
                </a:moveTo>
                <a:lnTo>
                  <a:pt x="54315" y="305366"/>
                </a:lnTo>
                <a:lnTo>
                  <a:pt x="223596" y="154256"/>
                </a:lnTo>
                <a:close/>
              </a:path>
            </a:pathLst>
          </a:custGeom>
          <a:solidFill>
            <a:srgbClr val="9C603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8" name="!!Postać 8"/>
          <p:cNvSpPr/>
          <p:nvPr/>
        </p:nvSpPr>
        <p:spPr>
          <a:xfrm>
            <a:off x="9795626" y="4261551"/>
            <a:ext cx="275249" cy="374003"/>
          </a:xfrm>
          <a:custGeom>
            <a:avLst/>
            <a:gdLst/>
            <a:ahLst/>
            <a:cxnLst/>
            <a:rect l="0" t="0" r="r" b="b"/>
            <a:pathLst>
              <a:path w="275249" h="374003">
                <a:moveTo>
                  <a:pt x="0" y="151110"/>
                </a:moveTo>
                <a:lnTo>
                  <a:pt x="275249" y="374003"/>
                </a:lnTo>
                <a:lnTo>
                  <a:pt x="169281" y="0"/>
                </a:lnTo>
                <a:close/>
              </a:path>
            </a:pathLst>
          </a:custGeom>
          <a:solidFill>
            <a:srgbClr val="7A462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9" name="!!Postać 9"/>
          <p:cNvSpPr/>
          <p:nvPr/>
        </p:nvSpPr>
        <p:spPr>
          <a:xfrm>
            <a:off x="9795626" y="4412661"/>
            <a:ext cx="173065" cy="307698"/>
          </a:xfrm>
          <a:custGeom>
            <a:avLst/>
            <a:gdLst/>
            <a:ahLst/>
            <a:cxnLst/>
            <a:rect l="0" t="0" r="r" b="b"/>
            <a:pathLst>
              <a:path w="173065" h="307698">
                <a:moveTo>
                  <a:pt x="0" y="0"/>
                </a:moveTo>
                <a:lnTo>
                  <a:pt x="84783" y="242911"/>
                </a:lnTo>
                <a:lnTo>
                  <a:pt x="173065" y="307698"/>
                </a:lnTo>
                <a:close/>
              </a:path>
            </a:pathLst>
          </a:custGeom>
          <a:solidFill>
            <a:srgbClr val="9C603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0" name="!!Postać 10"/>
          <p:cNvSpPr/>
          <p:nvPr/>
        </p:nvSpPr>
        <p:spPr>
          <a:xfrm>
            <a:off x="9795626" y="4412661"/>
            <a:ext cx="275249" cy="307698"/>
          </a:xfrm>
          <a:custGeom>
            <a:avLst/>
            <a:gdLst/>
            <a:ahLst/>
            <a:cxnLst/>
            <a:rect l="0" t="0" r="r" b="b"/>
            <a:pathLst>
              <a:path w="275249" h="307698">
                <a:moveTo>
                  <a:pt x="0" y="0"/>
                </a:moveTo>
                <a:lnTo>
                  <a:pt x="173065" y="307698"/>
                </a:lnTo>
                <a:lnTo>
                  <a:pt x="275249" y="222893"/>
                </a:lnTo>
                <a:close/>
              </a:path>
            </a:pathLst>
          </a:custGeom>
          <a:solidFill>
            <a:srgbClr val="7A462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1" name="!!Postać 11"/>
          <p:cNvSpPr/>
          <p:nvPr/>
        </p:nvSpPr>
        <p:spPr>
          <a:xfrm>
            <a:off x="10187515" y="3349368"/>
            <a:ext cx="330027" cy="173527"/>
          </a:xfrm>
          <a:custGeom>
            <a:avLst/>
            <a:gdLst/>
            <a:ahLst/>
            <a:cxnLst/>
            <a:rect l="0" t="0" r="r" b="b"/>
            <a:pathLst>
              <a:path w="330027" h="173527">
                <a:moveTo>
                  <a:pt x="0" y="0"/>
                </a:moveTo>
                <a:lnTo>
                  <a:pt x="330027" y="39378"/>
                </a:lnTo>
                <a:lnTo>
                  <a:pt x="181182" y="173527"/>
                </a:lnTo>
                <a:close/>
              </a:path>
            </a:pathLst>
          </a:custGeom>
          <a:solidFill>
            <a:srgbClr val="9C603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2" name="!!Postać 12"/>
          <p:cNvSpPr/>
          <p:nvPr/>
        </p:nvSpPr>
        <p:spPr>
          <a:xfrm>
            <a:off x="10368697" y="3388746"/>
            <a:ext cx="330401" cy="247553"/>
          </a:xfrm>
          <a:custGeom>
            <a:avLst/>
            <a:gdLst/>
            <a:ahLst/>
            <a:cxnLst/>
            <a:rect l="0" t="0" r="r" b="b"/>
            <a:pathLst>
              <a:path w="330401" h="247553">
                <a:moveTo>
                  <a:pt x="148844" y="0"/>
                </a:moveTo>
                <a:lnTo>
                  <a:pt x="330401" y="247553"/>
                </a:lnTo>
                <a:lnTo>
                  <a:pt x="0" y="134149"/>
                </a:lnTo>
                <a:close/>
              </a:path>
            </a:pathLst>
          </a:custGeom>
          <a:solidFill>
            <a:srgbClr val="7A462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3" name="!!Postać 13"/>
          <p:cNvSpPr/>
          <p:nvPr/>
        </p:nvSpPr>
        <p:spPr>
          <a:xfrm>
            <a:off x="10368697" y="3522895"/>
            <a:ext cx="330401" cy="348572"/>
          </a:xfrm>
          <a:custGeom>
            <a:avLst/>
            <a:gdLst/>
            <a:ahLst/>
            <a:cxnLst/>
            <a:rect l="0" t="0" r="r" b="b"/>
            <a:pathLst>
              <a:path w="330401" h="348572">
                <a:moveTo>
                  <a:pt x="330401" y="113404"/>
                </a:moveTo>
                <a:lnTo>
                  <a:pt x="206987" y="348572"/>
                </a:lnTo>
                <a:lnTo>
                  <a:pt x="0" y="0"/>
                </a:lnTo>
                <a:close/>
              </a:path>
            </a:pathLst>
          </a:custGeom>
          <a:solidFill>
            <a:srgbClr val="9C603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4" name="!!Postać 14"/>
          <p:cNvSpPr/>
          <p:nvPr/>
        </p:nvSpPr>
        <p:spPr>
          <a:xfrm>
            <a:off x="10575684" y="3636300"/>
            <a:ext cx="205865" cy="361661"/>
          </a:xfrm>
          <a:custGeom>
            <a:avLst/>
            <a:gdLst/>
            <a:ahLst/>
            <a:cxnLst/>
            <a:rect l="0" t="0" r="r" b="b"/>
            <a:pathLst>
              <a:path w="205865" h="361661">
                <a:moveTo>
                  <a:pt x="123414" y="0"/>
                </a:moveTo>
                <a:lnTo>
                  <a:pt x="205865" y="361661"/>
                </a:lnTo>
                <a:lnTo>
                  <a:pt x="0" y="235168"/>
                </a:lnTo>
                <a:close/>
              </a:path>
            </a:pathLst>
          </a:custGeom>
          <a:solidFill>
            <a:srgbClr val="7A462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5" name="!!Postać 15"/>
          <p:cNvSpPr/>
          <p:nvPr/>
        </p:nvSpPr>
        <p:spPr>
          <a:xfrm>
            <a:off x="10575684" y="3871467"/>
            <a:ext cx="205865" cy="323867"/>
          </a:xfrm>
          <a:custGeom>
            <a:avLst/>
            <a:gdLst/>
            <a:ahLst/>
            <a:cxnLst/>
            <a:rect l="0" t="0" r="r" b="b"/>
            <a:pathLst>
              <a:path w="205865" h="323867">
                <a:moveTo>
                  <a:pt x="205865" y="126494"/>
                </a:moveTo>
                <a:lnTo>
                  <a:pt x="19227" y="323867"/>
                </a:lnTo>
                <a:lnTo>
                  <a:pt x="0" y="0"/>
                </a:lnTo>
                <a:close/>
              </a:path>
            </a:pathLst>
          </a:custGeom>
          <a:solidFill>
            <a:srgbClr val="5D331C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6" name="!!Postać 16"/>
          <p:cNvSpPr/>
          <p:nvPr/>
        </p:nvSpPr>
        <p:spPr>
          <a:xfrm>
            <a:off x="10594911" y="3997961"/>
            <a:ext cx="197000" cy="309986"/>
          </a:xfrm>
          <a:custGeom>
            <a:avLst/>
            <a:gdLst/>
            <a:ahLst/>
            <a:cxnLst/>
            <a:rect l="0" t="0" r="r" b="b"/>
            <a:pathLst>
              <a:path w="197000" h="309986">
                <a:moveTo>
                  <a:pt x="186638" y="0"/>
                </a:moveTo>
                <a:lnTo>
                  <a:pt x="197000" y="309986"/>
                </a:lnTo>
                <a:lnTo>
                  <a:pt x="0" y="197374"/>
                </a:lnTo>
                <a:close/>
              </a:path>
            </a:pathLst>
          </a:custGeom>
          <a:solidFill>
            <a:srgbClr val="7A462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7" name="!!Postać 17"/>
          <p:cNvSpPr/>
          <p:nvPr/>
        </p:nvSpPr>
        <p:spPr>
          <a:xfrm>
            <a:off x="10569018" y="4195335"/>
            <a:ext cx="222893" cy="387862"/>
          </a:xfrm>
          <a:custGeom>
            <a:avLst/>
            <a:gdLst/>
            <a:ahLst/>
            <a:cxnLst/>
            <a:rect l="0" t="0" r="r" b="b"/>
            <a:pathLst>
              <a:path w="222893" h="387862">
                <a:moveTo>
                  <a:pt x="222893" y="112612"/>
                </a:moveTo>
                <a:lnTo>
                  <a:pt x="0" y="387862"/>
                </a:lnTo>
                <a:lnTo>
                  <a:pt x="25893" y="0"/>
                </a:lnTo>
                <a:close/>
              </a:path>
            </a:pathLst>
          </a:custGeom>
          <a:solidFill>
            <a:srgbClr val="5D331C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8" name="!!Postać 18"/>
          <p:cNvSpPr/>
          <p:nvPr/>
        </p:nvSpPr>
        <p:spPr>
          <a:xfrm>
            <a:off x="10686602" y="4307947"/>
            <a:ext cx="105309" cy="336956"/>
          </a:xfrm>
          <a:custGeom>
            <a:avLst/>
            <a:gdLst/>
            <a:ahLst/>
            <a:cxnLst/>
            <a:rect l="0" t="0" r="r" b="b"/>
            <a:pathLst>
              <a:path w="105309" h="336956">
                <a:moveTo>
                  <a:pt x="105309" y="0"/>
                </a:moveTo>
                <a:lnTo>
                  <a:pt x="72882" y="255231"/>
                </a:lnTo>
                <a:lnTo>
                  <a:pt x="0" y="336956"/>
                </a:lnTo>
                <a:close/>
              </a:path>
            </a:pathLst>
          </a:custGeom>
          <a:solidFill>
            <a:srgbClr val="7A462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9" name="!!Postać 19"/>
          <p:cNvSpPr/>
          <p:nvPr/>
        </p:nvSpPr>
        <p:spPr>
          <a:xfrm>
            <a:off x="10569018" y="4307947"/>
            <a:ext cx="222893" cy="336956"/>
          </a:xfrm>
          <a:custGeom>
            <a:avLst/>
            <a:gdLst/>
            <a:ahLst/>
            <a:cxnLst/>
            <a:rect l="0" t="0" r="r" b="b"/>
            <a:pathLst>
              <a:path w="222893" h="336956">
                <a:moveTo>
                  <a:pt x="222893" y="0"/>
                </a:moveTo>
                <a:lnTo>
                  <a:pt x="117584" y="336956"/>
                </a:lnTo>
                <a:lnTo>
                  <a:pt x="0" y="275249"/>
                </a:lnTo>
                <a:close/>
              </a:path>
            </a:pathLst>
          </a:custGeom>
          <a:solidFill>
            <a:srgbClr val="5D331C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0" name="!!Postać 20"/>
          <p:cNvSpPr/>
          <p:nvPr/>
        </p:nvSpPr>
        <p:spPr>
          <a:xfrm>
            <a:off x="10046370" y="3349368"/>
            <a:ext cx="322327" cy="207405"/>
          </a:xfrm>
          <a:custGeom>
            <a:avLst/>
            <a:gdLst/>
            <a:ahLst/>
            <a:cxnLst/>
            <a:rect l="0" t="0" r="r" b="b"/>
            <a:pathLst>
              <a:path w="322327" h="207405">
                <a:moveTo>
                  <a:pt x="141145" y="0"/>
                </a:moveTo>
                <a:lnTo>
                  <a:pt x="0" y="207405"/>
                </a:lnTo>
                <a:lnTo>
                  <a:pt x="322327" y="173527"/>
                </a:lnTo>
                <a:close/>
              </a:path>
            </a:pathLst>
          </a:custGeom>
          <a:solidFill>
            <a:srgbClr val="9C603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1" name="!!Postać 21"/>
          <p:cNvSpPr/>
          <p:nvPr/>
        </p:nvSpPr>
        <p:spPr>
          <a:xfrm>
            <a:off x="10141713" y="5201629"/>
            <a:ext cx="110490" cy="412494"/>
          </a:xfrm>
          <a:custGeom>
            <a:avLst/>
            <a:gdLst/>
            <a:ahLst/>
            <a:cxnLst/>
            <a:rect l="0" t="0" r="r" b="b"/>
            <a:pathLst>
              <a:path w="110490" h="412494">
                <a:moveTo>
                  <a:pt x="0" y="0"/>
                </a:moveTo>
                <a:lnTo>
                  <a:pt x="110490" y="0"/>
                </a:lnTo>
                <a:lnTo>
                  <a:pt x="22098" y="412494"/>
                </a:lnTo>
                <a:close/>
              </a:path>
            </a:pathLst>
          </a:custGeom>
          <a:solidFill>
            <a:srgbClr val="E2E2E2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2" name="!!Postać 22"/>
          <p:cNvSpPr/>
          <p:nvPr/>
        </p:nvSpPr>
        <p:spPr>
          <a:xfrm>
            <a:off x="10163811" y="5201629"/>
            <a:ext cx="88392" cy="412494"/>
          </a:xfrm>
          <a:custGeom>
            <a:avLst/>
            <a:gdLst/>
            <a:ahLst/>
            <a:cxnLst/>
            <a:rect l="0" t="0" r="r" b="b"/>
            <a:pathLst>
              <a:path w="88392" h="412494">
                <a:moveTo>
                  <a:pt x="88392" y="0"/>
                </a:moveTo>
                <a:lnTo>
                  <a:pt x="73660" y="412494"/>
                </a:lnTo>
                <a:lnTo>
                  <a:pt x="0" y="412494"/>
                </a:lnTo>
                <a:close/>
              </a:path>
            </a:pathLst>
          </a:custGeom>
          <a:solidFill>
            <a:srgbClr val="CDCDCD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3" name="!!Postać 23"/>
          <p:cNvSpPr/>
          <p:nvPr/>
        </p:nvSpPr>
        <p:spPr>
          <a:xfrm>
            <a:off x="9994393" y="5599391"/>
            <a:ext cx="279907" cy="88392"/>
          </a:xfrm>
          <a:custGeom>
            <a:avLst/>
            <a:gdLst/>
            <a:ahLst/>
            <a:cxnLst/>
            <a:rect l="0" t="0" r="r" b="b"/>
            <a:pathLst>
              <a:path w="279907" h="88392">
                <a:moveTo>
                  <a:pt x="88392" y="0"/>
                </a:moveTo>
                <a:lnTo>
                  <a:pt x="265175" y="0"/>
                </a:lnTo>
                <a:lnTo>
                  <a:pt x="279907" y="88392"/>
                </a:lnTo>
                <a:lnTo>
                  <a:pt x="0" y="73660"/>
                </a:lnTo>
                <a:close/>
              </a:path>
            </a:pathLst>
          </a:custGeom>
          <a:solidFill>
            <a:srgbClr val="F2F2F2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4" name="!!Postać 24"/>
          <p:cNvSpPr/>
          <p:nvPr/>
        </p:nvSpPr>
        <p:spPr>
          <a:xfrm>
            <a:off x="9979661" y="5673051"/>
            <a:ext cx="294639" cy="73660"/>
          </a:xfrm>
          <a:custGeom>
            <a:avLst/>
            <a:gdLst/>
            <a:ahLst/>
            <a:cxnLst/>
            <a:rect l="0" t="0" r="r" b="b"/>
            <a:pathLst>
              <a:path w="294639" h="73660">
                <a:moveTo>
                  <a:pt x="14732" y="0"/>
                </a:moveTo>
                <a:lnTo>
                  <a:pt x="294639" y="14732"/>
                </a:lnTo>
                <a:lnTo>
                  <a:pt x="279907" y="73660"/>
                </a:lnTo>
                <a:lnTo>
                  <a:pt x="0" y="73660"/>
                </a:lnTo>
                <a:close/>
              </a:path>
            </a:pathLst>
          </a:custGeom>
          <a:solidFill>
            <a:srgbClr val="EE3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5" name="!!Postać 25"/>
          <p:cNvSpPr/>
          <p:nvPr/>
        </p:nvSpPr>
        <p:spPr>
          <a:xfrm>
            <a:off x="10296398" y="5201629"/>
            <a:ext cx="88392" cy="412494"/>
          </a:xfrm>
          <a:custGeom>
            <a:avLst/>
            <a:gdLst/>
            <a:ahLst/>
            <a:cxnLst/>
            <a:rect l="0" t="0" r="r" b="b"/>
            <a:pathLst>
              <a:path w="88392" h="412494">
                <a:moveTo>
                  <a:pt x="0" y="0"/>
                </a:moveTo>
                <a:lnTo>
                  <a:pt x="88392" y="412494"/>
                </a:lnTo>
                <a:lnTo>
                  <a:pt x="14732" y="412494"/>
                </a:lnTo>
                <a:close/>
              </a:path>
            </a:pathLst>
          </a:custGeom>
          <a:solidFill>
            <a:srgbClr val="D2D2D2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6" name="!!Postać 26"/>
          <p:cNvSpPr/>
          <p:nvPr/>
        </p:nvSpPr>
        <p:spPr>
          <a:xfrm>
            <a:off x="10296398" y="5201629"/>
            <a:ext cx="110490" cy="412494"/>
          </a:xfrm>
          <a:custGeom>
            <a:avLst/>
            <a:gdLst/>
            <a:ahLst/>
            <a:cxnLst/>
            <a:rect l="0" t="0" r="r" b="b"/>
            <a:pathLst>
              <a:path w="110490" h="412494">
                <a:moveTo>
                  <a:pt x="0" y="0"/>
                </a:moveTo>
                <a:lnTo>
                  <a:pt x="110490" y="0"/>
                </a:lnTo>
                <a:lnTo>
                  <a:pt x="88392" y="412494"/>
                </a:lnTo>
                <a:close/>
              </a:path>
            </a:pathLst>
          </a:custGeom>
          <a:solidFill>
            <a:srgbClr val="BABAB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7" name="!!Postać 27"/>
          <p:cNvSpPr/>
          <p:nvPr/>
        </p:nvSpPr>
        <p:spPr>
          <a:xfrm>
            <a:off x="10274300" y="5599391"/>
            <a:ext cx="279907" cy="88392"/>
          </a:xfrm>
          <a:custGeom>
            <a:avLst/>
            <a:gdLst/>
            <a:ahLst/>
            <a:cxnLst/>
            <a:rect l="0" t="0" r="r" b="b"/>
            <a:pathLst>
              <a:path w="279907" h="88392">
                <a:moveTo>
                  <a:pt x="14732" y="0"/>
                </a:moveTo>
                <a:lnTo>
                  <a:pt x="191515" y="0"/>
                </a:lnTo>
                <a:lnTo>
                  <a:pt x="279907" y="73660"/>
                </a:lnTo>
                <a:lnTo>
                  <a:pt x="0" y="88392"/>
                </a:lnTo>
                <a:close/>
              </a:path>
            </a:pathLst>
          </a:custGeom>
          <a:solidFill>
            <a:srgbClr val="DCDCDC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8" name="!!Postać 28"/>
          <p:cNvSpPr/>
          <p:nvPr/>
        </p:nvSpPr>
        <p:spPr>
          <a:xfrm>
            <a:off x="10274300" y="5673051"/>
            <a:ext cx="294639" cy="73660"/>
          </a:xfrm>
          <a:custGeom>
            <a:avLst/>
            <a:gdLst/>
            <a:ahLst/>
            <a:cxnLst/>
            <a:rect l="0" t="0" r="r" b="b"/>
            <a:pathLst>
              <a:path w="294639" h="73660">
                <a:moveTo>
                  <a:pt x="0" y="14732"/>
                </a:moveTo>
                <a:lnTo>
                  <a:pt x="279907" y="0"/>
                </a:lnTo>
                <a:lnTo>
                  <a:pt x="294639" y="73660"/>
                </a:lnTo>
                <a:lnTo>
                  <a:pt x="14732" y="73660"/>
                </a:lnTo>
                <a:close/>
              </a:path>
            </a:pathLst>
          </a:custGeom>
          <a:solidFill>
            <a:srgbClr val="CF1723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9" name="!!Postać 29"/>
          <p:cNvSpPr/>
          <p:nvPr/>
        </p:nvSpPr>
        <p:spPr>
          <a:xfrm>
            <a:off x="10215372" y="4258784"/>
            <a:ext cx="117856" cy="132587"/>
          </a:xfrm>
          <a:custGeom>
            <a:avLst/>
            <a:gdLst/>
            <a:ahLst/>
            <a:cxnLst/>
            <a:rect l="0" t="0" r="r" b="b"/>
            <a:pathLst>
              <a:path w="117856" h="132587">
                <a:moveTo>
                  <a:pt x="0" y="0"/>
                </a:moveTo>
                <a:lnTo>
                  <a:pt x="117856" y="0"/>
                </a:lnTo>
                <a:lnTo>
                  <a:pt x="117856" y="132587"/>
                </a:lnTo>
                <a:lnTo>
                  <a:pt x="0" y="132587"/>
                </a:lnTo>
                <a:close/>
              </a:path>
            </a:pathLst>
          </a:custGeom>
          <a:solidFill>
            <a:srgbClr val="C4C4C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0" name="!!Postać 30"/>
          <p:cNvSpPr/>
          <p:nvPr/>
        </p:nvSpPr>
        <p:spPr>
          <a:xfrm>
            <a:off x="9994393" y="4347176"/>
            <a:ext cx="279907" cy="338835"/>
          </a:xfrm>
          <a:custGeom>
            <a:avLst/>
            <a:gdLst/>
            <a:ahLst/>
            <a:cxnLst/>
            <a:rect l="0" t="0" r="r" b="b"/>
            <a:pathLst>
              <a:path w="279907" h="338835">
                <a:moveTo>
                  <a:pt x="0" y="73660"/>
                </a:moveTo>
                <a:lnTo>
                  <a:pt x="279907" y="0"/>
                </a:lnTo>
                <a:lnTo>
                  <a:pt x="279907" y="338835"/>
                </a:lnTo>
                <a:close/>
              </a:path>
            </a:pathLst>
          </a:custGeom>
          <a:solidFill>
            <a:srgbClr val="EE3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1" name="!!Postać 31"/>
          <p:cNvSpPr/>
          <p:nvPr/>
        </p:nvSpPr>
        <p:spPr>
          <a:xfrm>
            <a:off x="10274300" y="4347176"/>
            <a:ext cx="279907" cy="338835"/>
          </a:xfrm>
          <a:custGeom>
            <a:avLst/>
            <a:gdLst/>
            <a:ahLst/>
            <a:cxnLst/>
            <a:rect l="0" t="0" r="r" b="b"/>
            <a:pathLst>
              <a:path w="279907" h="338835">
                <a:moveTo>
                  <a:pt x="0" y="0"/>
                </a:moveTo>
                <a:lnTo>
                  <a:pt x="279907" y="73660"/>
                </a:lnTo>
                <a:lnTo>
                  <a:pt x="0" y="338835"/>
                </a:lnTo>
                <a:close/>
              </a:path>
            </a:pathLst>
          </a:custGeom>
          <a:solidFill>
            <a:srgbClr val="CF1723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2" name="!!Postać 32"/>
          <p:cNvSpPr/>
          <p:nvPr/>
        </p:nvSpPr>
        <p:spPr>
          <a:xfrm>
            <a:off x="9994393" y="4420836"/>
            <a:ext cx="279907" cy="353567"/>
          </a:xfrm>
          <a:custGeom>
            <a:avLst/>
            <a:gdLst/>
            <a:ahLst/>
            <a:cxnLst/>
            <a:rect l="0" t="0" r="r" b="b"/>
            <a:pathLst>
              <a:path w="279907" h="353567">
                <a:moveTo>
                  <a:pt x="0" y="0"/>
                </a:moveTo>
                <a:lnTo>
                  <a:pt x="279907" y="265175"/>
                </a:lnTo>
                <a:lnTo>
                  <a:pt x="279907" y="353567"/>
                </a:lnTo>
                <a:lnTo>
                  <a:pt x="73660" y="353567"/>
                </a:lnTo>
                <a:close/>
              </a:path>
            </a:pathLst>
          </a:custGeom>
          <a:solidFill>
            <a:srgbClr val="CF1723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3" name="!!Postać 33"/>
          <p:cNvSpPr/>
          <p:nvPr/>
        </p:nvSpPr>
        <p:spPr>
          <a:xfrm>
            <a:off x="10274300" y="4420836"/>
            <a:ext cx="279907" cy="353567"/>
          </a:xfrm>
          <a:custGeom>
            <a:avLst/>
            <a:gdLst/>
            <a:ahLst/>
            <a:cxnLst/>
            <a:rect l="0" t="0" r="r" b="b"/>
            <a:pathLst>
              <a:path w="279907" h="353567">
                <a:moveTo>
                  <a:pt x="279907" y="0"/>
                </a:moveTo>
                <a:lnTo>
                  <a:pt x="206247" y="353567"/>
                </a:lnTo>
                <a:lnTo>
                  <a:pt x="0" y="353567"/>
                </a:lnTo>
                <a:lnTo>
                  <a:pt x="0" y="265175"/>
                </a:lnTo>
                <a:close/>
              </a:path>
            </a:pathLst>
          </a:custGeom>
          <a:solidFill>
            <a:srgbClr val="95161D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4" name="!!Postać 34"/>
          <p:cNvSpPr/>
          <p:nvPr/>
        </p:nvSpPr>
        <p:spPr>
          <a:xfrm>
            <a:off x="10068053" y="4759670"/>
            <a:ext cx="206247" cy="486154"/>
          </a:xfrm>
          <a:custGeom>
            <a:avLst/>
            <a:gdLst/>
            <a:ahLst/>
            <a:cxnLst/>
            <a:rect l="0" t="0" r="r" b="b"/>
            <a:pathLst>
              <a:path w="206247" h="486154">
                <a:moveTo>
                  <a:pt x="0" y="0"/>
                </a:moveTo>
                <a:lnTo>
                  <a:pt x="206247" y="0"/>
                </a:lnTo>
                <a:lnTo>
                  <a:pt x="29464" y="486154"/>
                </a:lnTo>
                <a:close/>
              </a:path>
            </a:pathLst>
          </a:custGeom>
          <a:solidFill>
            <a:srgbClr val="EE3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5" name="!!Postać 35"/>
          <p:cNvSpPr/>
          <p:nvPr/>
        </p:nvSpPr>
        <p:spPr>
          <a:xfrm>
            <a:off x="9876538" y="4759670"/>
            <a:ext cx="220979" cy="486154"/>
          </a:xfrm>
          <a:custGeom>
            <a:avLst/>
            <a:gdLst/>
            <a:ahLst/>
            <a:cxnLst/>
            <a:rect l="0" t="0" r="r" b="b"/>
            <a:pathLst>
              <a:path w="220979" h="486154">
                <a:moveTo>
                  <a:pt x="191515" y="0"/>
                </a:moveTo>
                <a:lnTo>
                  <a:pt x="220979" y="486154"/>
                </a:lnTo>
                <a:lnTo>
                  <a:pt x="0" y="486154"/>
                </a:lnTo>
                <a:close/>
              </a:path>
            </a:pathLst>
          </a:custGeom>
          <a:solidFill>
            <a:srgbClr val="CF1723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6" name="!!Postać 36"/>
          <p:cNvSpPr/>
          <p:nvPr/>
        </p:nvSpPr>
        <p:spPr>
          <a:xfrm>
            <a:off x="10097517" y="4759670"/>
            <a:ext cx="176783" cy="486154"/>
          </a:xfrm>
          <a:custGeom>
            <a:avLst/>
            <a:gdLst/>
            <a:ahLst/>
            <a:cxnLst/>
            <a:rect l="0" t="0" r="r" b="b"/>
            <a:pathLst>
              <a:path w="176783" h="486154">
                <a:moveTo>
                  <a:pt x="176783" y="0"/>
                </a:moveTo>
                <a:lnTo>
                  <a:pt x="176783" y="486154"/>
                </a:lnTo>
                <a:lnTo>
                  <a:pt x="0" y="486154"/>
                </a:lnTo>
                <a:close/>
              </a:path>
            </a:pathLst>
          </a:custGeom>
          <a:solidFill>
            <a:srgbClr val="CF1723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7" name="!!Postać 37"/>
          <p:cNvSpPr/>
          <p:nvPr/>
        </p:nvSpPr>
        <p:spPr>
          <a:xfrm>
            <a:off x="10274300" y="4759670"/>
            <a:ext cx="176783" cy="486154"/>
          </a:xfrm>
          <a:custGeom>
            <a:avLst/>
            <a:gdLst/>
            <a:ahLst/>
            <a:cxnLst/>
            <a:rect l="0" t="0" r="r" b="b"/>
            <a:pathLst>
              <a:path w="176783" h="486154">
                <a:moveTo>
                  <a:pt x="0" y="0"/>
                </a:moveTo>
                <a:lnTo>
                  <a:pt x="176783" y="486154"/>
                </a:lnTo>
                <a:lnTo>
                  <a:pt x="0" y="486154"/>
                </a:lnTo>
                <a:close/>
              </a:path>
            </a:pathLst>
          </a:custGeom>
          <a:solidFill>
            <a:srgbClr val="95161D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8" name="!!Postać 38"/>
          <p:cNvSpPr/>
          <p:nvPr/>
        </p:nvSpPr>
        <p:spPr>
          <a:xfrm>
            <a:off x="10274300" y="4759670"/>
            <a:ext cx="206247" cy="486154"/>
          </a:xfrm>
          <a:custGeom>
            <a:avLst/>
            <a:gdLst/>
            <a:ahLst/>
            <a:cxnLst/>
            <a:rect l="0" t="0" r="r" b="b"/>
            <a:pathLst>
              <a:path w="206247" h="486154">
                <a:moveTo>
                  <a:pt x="0" y="0"/>
                </a:moveTo>
                <a:lnTo>
                  <a:pt x="206247" y="0"/>
                </a:lnTo>
                <a:lnTo>
                  <a:pt x="176783" y="486154"/>
                </a:lnTo>
                <a:close/>
              </a:path>
            </a:pathLst>
          </a:custGeom>
          <a:solidFill>
            <a:srgbClr val="CF1723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9" name="!!Postać 39"/>
          <p:cNvSpPr/>
          <p:nvPr/>
        </p:nvSpPr>
        <p:spPr>
          <a:xfrm>
            <a:off x="10451083" y="4759670"/>
            <a:ext cx="220979" cy="486154"/>
          </a:xfrm>
          <a:custGeom>
            <a:avLst/>
            <a:gdLst/>
            <a:ahLst/>
            <a:cxnLst/>
            <a:rect l="0" t="0" r="r" b="b"/>
            <a:pathLst>
              <a:path w="220979" h="486154">
                <a:moveTo>
                  <a:pt x="29464" y="0"/>
                </a:moveTo>
                <a:lnTo>
                  <a:pt x="220979" y="486154"/>
                </a:lnTo>
                <a:lnTo>
                  <a:pt x="0" y="486154"/>
                </a:lnTo>
                <a:close/>
              </a:path>
            </a:pathLst>
          </a:custGeom>
          <a:solidFill>
            <a:srgbClr val="95161D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0" name="!!Postać 40"/>
          <p:cNvSpPr/>
          <p:nvPr/>
        </p:nvSpPr>
        <p:spPr>
          <a:xfrm>
            <a:off x="10190469" y="3466455"/>
            <a:ext cx="391665" cy="385425"/>
          </a:xfrm>
          <a:custGeom>
            <a:avLst/>
            <a:gdLst/>
            <a:ahLst/>
            <a:cxnLst/>
            <a:rect l="0" t="0" r="r" b="b"/>
            <a:pathLst>
              <a:path w="391665" h="385425">
                <a:moveTo>
                  <a:pt x="10644" y="0"/>
                </a:moveTo>
                <a:lnTo>
                  <a:pt x="391665" y="129335"/>
                </a:lnTo>
                <a:lnTo>
                  <a:pt x="0" y="385425"/>
                </a:lnTo>
                <a:close/>
              </a:path>
            </a:pathLst>
          </a:custGeom>
          <a:solidFill>
            <a:srgbClr val="ECECEC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1" name="!!Postać 41"/>
          <p:cNvSpPr/>
          <p:nvPr/>
        </p:nvSpPr>
        <p:spPr>
          <a:xfrm>
            <a:off x="10190469" y="3595790"/>
            <a:ext cx="447428" cy="468344"/>
          </a:xfrm>
          <a:custGeom>
            <a:avLst/>
            <a:gdLst/>
            <a:ahLst/>
            <a:cxnLst/>
            <a:rect l="0" t="0" r="r" b="b"/>
            <a:pathLst>
              <a:path w="447428" h="468344">
                <a:moveTo>
                  <a:pt x="391665" y="0"/>
                </a:moveTo>
                <a:lnTo>
                  <a:pt x="447428" y="468344"/>
                </a:lnTo>
                <a:lnTo>
                  <a:pt x="0" y="256089"/>
                </a:lnTo>
                <a:close/>
              </a:path>
            </a:pathLst>
          </a:custGeom>
          <a:solidFill>
            <a:srgbClr val="DADAD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2" name="!!Postać 42"/>
          <p:cNvSpPr/>
          <p:nvPr/>
        </p:nvSpPr>
        <p:spPr>
          <a:xfrm>
            <a:off x="10190469" y="3851880"/>
            <a:ext cx="447428" cy="451100"/>
          </a:xfrm>
          <a:custGeom>
            <a:avLst/>
            <a:gdLst/>
            <a:ahLst/>
            <a:cxnLst/>
            <a:rect l="0" t="0" r="r" b="b"/>
            <a:pathLst>
              <a:path w="447428" h="451100">
                <a:moveTo>
                  <a:pt x="447428" y="212255"/>
                </a:moveTo>
                <a:lnTo>
                  <a:pt x="83831" y="451100"/>
                </a:lnTo>
                <a:lnTo>
                  <a:pt x="0" y="0"/>
                </a:lnTo>
                <a:close/>
              </a:path>
            </a:pathLst>
          </a:custGeom>
          <a:solidFill>
            <a:srgbClr val="CECEC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3" name="!!Postać 43"/>
          <p:cNvSpPr/>
          <p:nvPr/>
        </p:nvSpPr>
        <p:spPr>
          <a:xfrm>
            <a:off x="9874752" y="3851880"/>
            <a:ext cx="399549" cy="451100"/>
          </a:xfrm>
          <a:custGeom>
            <a:avLst/>
            <a:gdLst/>
            <a:ahLst/>
            <a:cxnLst/>
            <a:rect l="0" t="0" r="r" b="b"/>
            <a:pathLst>
              <a:path w="399549" h="451100">
                <a:moveTo>
                  <a:pt x="399549" y="451100"/>
                </a:moveTo>
                <a:lnTo>
                  <a:pt x="0" y="279021"/>
                </a:lnTo>
                <a:lnTo>
                  <a:pt x="315718" y="0"/>
                </a:lnTo>
                <a:close/>
              </a:path>
            </a:pathLst>
          </a:custGeom>
          <a:solidFill>
            <a:srgbClr val="E2E2E2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4" name="!!Postać 44"/>
          <p:cNvSpPr/>
          <p:nvPr/>
        </p:nvSpPr>
        <p:spPr>
          <a:xfrm>
            <a:off x="9848340" y="3659989"/>
            <a:ext cx="342129" cy="470912"/>
          </a:xfrm>
          <a:custGeom>
            <a:avLst/>
            <a:gdLst/>
            <a:ahLst/>
            <a:cxnLst/>
            <a:rect l="0" t="0" r="r" b="b"/>
            <a:pathLst>
              <a:path w="342129" h="470912">
                <a:moveTo>
                  <a:pt x="26411" y="470912"/>
                </a:moveTo>
                <a:lnTo>
                  <a:pt x="0" y="0"/>
                </a:lnTo>
                <a:lnTo>
                  <a:pt x="342129" y="191891"/>
                </a:lnTo>
                <a:close/>
              </a:path>
            </a:pathLst>
          </a:custGeom>
          <a:solidFill>
            <a:srgbClr val="F3F3F3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5" name="!!Postać 45"/>
          <p:cNvSpPr/>
          <p:nvPr/>
        </p:nvSpPr>
        <p:spPr>
          <a:xfrm>
            <a:off x="9848340" y="3466455"/>
            <a:ext cx="352773" cy="385425"/>
          </a:xfrm>
          <a:custGeom>
            <a:avLst/>
            <a:gdLst/>
            <a:ahLst/>
            <a:cxnLst/>
            <a:rect l="0" t="0" r="r" b="b"/>
            <a:pathLst>
              <a:path w="352773" h="385425">
                <a:moveTo>
                  <a:pt x="0" y="193534"/>
                </a:moveTo>
                <a:lnTo>
                  <a:pt x="352773" y="0"/>
                </a:lnTo>
                <a:lnTo>
                  <a:pt x="342129" y="385425"/>
                </a:lnTo>
                <a:close/>
              </a:path>
            </a:pathLst>
          </a:custGeom>
          <a:solidFill>
            <a:srgbClr val="FBFBFB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6" name="!!Postać 47"/>
          <p:cNvSpPr/>
          <p:nvPr/>
        </p:nvSpPr>
        <p:spPr>
          <a:xfrm>
            <a:off x="9822841" y="3407751"/>
            <a:ext cx="373137" cy="328737"/>
          </a:xfrm>
          <a:custGeom>
            <a:avLst/>
            <a:gdLst/>
            <a:ahLst/>
            <a:cxnLst/>
            <a:rect l="0" t="0" r="r" b="b"/>
            <a:pathLst>
              <a:path w="373137" h="328737">
                <a:moveTo>
                  <a:pt x="0" y="298833"/>
                </a:moveTo>
                <a:lnTo>
                  <a:pt x="373137" y="0"/>
                </a:lnTo>
                <a:lnTo>
                  <a:pt x="165287" y="328737"/>
                </a:lnTo>
                <a:close/>
              </a:path>
            </a:pathLst>
          </a:custGeom>
          <a:solidFill>
            <a:srgbClr val="9C603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7" name="!!Postać 48"/>
          <p:cNvSpPr/>
          <p:nvPr/>
        </p:nvSpPr>
        <p:spPr>
          <a:xfrm>
            <a:off x="9988127" y="3407751"/>
            <a:ext cx="244354" cy="328737"/>
          </a:xfrm>
          <a:custGeom>
            <a:avLst/>
            <a:gdLst/>
            <a:ahLst/>
            <a:cxnLst/>
            <a:rect l="0" t="0" r="r" b="b"/>
            <a:pathLst>
              <a:path w="244354" h="328737">
                <a:moveTo>
                  <a:pt x="0" y="328737"/>
                </a:moveTo>
                <a:lnTo>
                  <a:pt x="207851" y="0"/>
                </a:lnTo>
                <a:lnTo>
                  <a:pt x="244354" y="248206"/>
                </a:lnTo>
                <a:close/>
              </a:path>
            </a:pathLst>
          </a:custGeom>
          <a:solidFill>
            <a:srgbClr val="C07C4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8" name="!!Postać 49"/>
          <p:cNvSpPr/>
          <p:nvPr/>
        </p:nvSpPr>
        <p:spPr>
          <a:xfrm>
            <a:off x="10195978" y="3407751"/>
            <a:ext cx="276453" cy="286366"/>
          </a:xfrm>
          <a:custGeom>
            <a:avLst/>
            <a:gdLst/>
            <a:ahLst/>
            <a:cxnLst/>
            <a:rect l="0" t="0" r="r" b="b"/>
            <a:pathLst>
              <a:path w="276453" h="286366">
                <a:moveTo>
                  <a:pt x="36503" y="248206"/>
                </a:moveTo>
                <a:lnTo>
                  <a:pt x="0" y="0"/>
                </a:lnTo>
                <a:lnTo>
                  <a:pt x="276453" y="286366"/>
                </a:lnTo>
                <a:close/>
              </a:path>
            </a:pathLst>
          </a:custGeom>
          <a:solidFill>
            <a:srgbClr val="9C603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9" name="!!Postać 50"/>
          <p:cNvSpPr/>
          <p:nvPr/>
        </p:nvSpPr>
        <p:spPr>
          <a:xfrm>
            <a:off x="10195978" y="3407751"/>
            <a:ext cx="432752" cy="286366"/>
          </a:xfrm>
          <a:custGeom>
            <a:avLst/>
            <a:gdLst/>
            <a:ahLst/>
            <a:cxnLst/>
            <a:rect l="0" t="0" r="r" b="b"/>
            <a:pathLst>
              <a:path w="432752" h="286366">
                <a:moveTo>
                  <a:pt x="276453" y="286366"/>
                </a:moveTo>
                <a:lnTo>
                  <a:pt x="0" y="0"/>
                </a:lnTo>
                <a:lnTo>
                  <a:pt x="432752" y="213539"/>
                </a:lnTo>
                <a:close/>
              </a:path>
            </a:pathLst>
          </a:custGeom>
          <a:solidFill>
            <a:srgbClr val="7A462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0" name="!!Postać 51"/>
          <p:cNvSpPr/>
          <p:nvPr/>
        </p:nvSpPr>
        <p:spPr>
          <a:xfrm>
            <a:off x="9798259" y="3679159"/>
            <a:ext cx="131165" cy="618313"/>
          </a:xfrm>
          <a:custGeom>
            <a:avLst/>
            <a:gdLst/>
            <a:ahLst/>
            <a:cxnLst/>
            <a:rect l="0" t="0" r="r" b="b"/>
            <a:pathLst>
              <a:path w="131165" h="618313">
                <a:moveTo>
                  <a:pt x="0" y="0"/>
                </a:moveTo>
                <a:lnTo>
                  <a:pt x="131165" y="62466"/>
                </a:lnTo>
                <a:lnTo>
                  <a:pt x="125656" y="506594"/>
                </a:lnTo>
                <a:lnTo>
                  <a:pt x="31913" y="618313"/>
                </a:lnTo>
                <a:close/>
              </a:path>
            </a:pathLst>
          </a:custGeom>
          <a:solidFill>
            <a:srgbClr val="C07C4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1" name="!!Postać 52"/>
          <p:cNvSpPr/>
          <p:nvPr/>
        </p:nvSpPr>
        <p:spPr>
          <a:xfrm>
            <a:off x="10516459" y="3605972"/>
            <a:ext cx="194266" cy="614461"/>
          </a:xfrm>
          <a:custGeom>
            <a:avLst/>
            <a:gdLst/>
            <a:ahLst/>
            <a:cxnLst/>
            <a:rect l="0" t="0" r="r" b="b"/>
            <a:pathLst>
              <a:path w="194266" h="614461">
                <a:moveTo>
                  <a:pt x="118325" y="0"/>
                </a:moveTo>
                <a:lnTo>
                  <a:pt x="0" y="84293"/>
                </a:lnTo>
                <a:lnTo>
                  <a:pt x="82547" y="520718"/>
                </a:lnTo>
                <a:lnTo>
                  <a:pt x="194266" y="614461"/>
                </a:lnTo>
                <a:close/>
              </a:path>
            </a:pathLst>
          </a:custGeom>
          <a:solidFill>
            <a:srgbClr val="7A4627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2" name="!!Postać oko L"/>
          <p:cNvSpPr/>
          <p:nvPr/>
        </p:nvSpPr>
        <p:spPr>
          <a:xfrm>
            <a:off x="10002893" y="3860868"/>
            <a:ext cx="141347" cy="83285"/>
          </a:xfrm>
          <a:custGeom>
            <a:avLst/>
            <a:gdLst/>
            <a:ahLst/>
            <a:cxnLst/>
            <a:rect l="0" t="0" r="r" b="b"/>
            <a:pathLst>
              <a:path w="141347" h="83285">
                <a:moveTo>
                  <a:pt x="38616" y="63197"/>
                </a:moveTo>
                <a:lnTo>
                  <a:pt x="84845" y="0"/>
                </a:lnTo>
                <a:lnTo>
                  <a:pt x="141347" y="54210"/>
                </a:lnTo>
                <a:lnTo>
                  <a:pt x="121259" y="78149"/>
                </a:lnTo>
                <a:lnTo>
                  <a:pt x="88697" y="44028"/>
                </a:lnTo>
                <a:lnTo>
                  <a:pt x="62555" y="83285"/>
                </a:lnTo>
                <a:lnTo>
                  <a:pt x="54576" y="76589"/>
                </a:lnTo>
                <a:lnTo>
                  <a:pt x="0" y="44394"/>
                </a:lnTo>
                <a:close/>
              </a:path>
            </a:pathLst>
          </a:custGeom>
          <a:solidFill>
            <a:srgbClr val="15151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3" name="!!Postać oko P"/>
          <p:cNvSpPr/>
          <p:nvPr/>
        </p:nvSpPr>
        <p:spPr>
          <a:xfrm>
            <a:off x="10335026" y="3835188"/>
            <a:ext cx="137495" cy="83285"/>
          </a:xfrm>
          <a:custGeom>
            <a:avLst/>
            <a:gdLst/>
            <a:ahLst/>
            <a:cxnLst/>
            <a:rect l="0" t="0" r="r" b="b"/>
            <a:pathLst>
              <a:path w="137495" h="83285">
                <a:moveTo>
                  <a:pt x="102731" y="54210"/>
                </a:moveTo>
                <a:lnTo>
                  <a:pt x="46230" y="0"/>
                </a:lnTo>
                <a:lnTo>
                  <a:pt x="0" y="63197"/>
                </a:lnTo>
                <a:lnTo>
                  <a:pt x="23940" y="83285"/>
                </a:lnTo>
                <a:lnTo>
                  <a:pt x="50082" y="44028"/>
                </a:lnTo>
                <a:lnTo>
                  <a:pt x="82643" y="78149"/>
                </a:lnTo>
                <a:lnTo>
                  <a:pt x="89339" y="70169"/>
                </a:lnTo>
                <a:lnTo>
                  <a:pt x="137495" y="28986"/>
                </a:lnTo>
                <a:close/>
              </a:path>
            </a:pathLst>
          </a:custGeom>
          <a:solidFill>
            <a:srgbClr val="15151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4" name="!!Postać brew L"/>
          <p:cNvSpPr/>
          <p:nvPr/>
        </p:nvSpPr>
        <p:spPr>
          <a:xfrm>
            <a:off x="10000235" y="3677695"/>
            <a:ext cx="155381" cy="57509"/>
          </a:xfrm>
          <a:custGeom>
            <a:avLst/>
            <a:gdLst/>
            <a:ahLst/>
            <a:cxnLst/>
            <a:rect l="0" t="0" r="r" b="b"/>
            <a:pathLst>
              <a:path w="155381" h="57509">
                <a:moveTo>
                  <a:pt x="0" y="28158"/>
                </a:moveTo>
                <a:lnTo>
                  <a:pt x="152813" y="0"/>
                </a:lnTo>
                <a:lnTo>
                  <a:pt x="155381" y="29352"/>
                </a:lnTo>
                <a:lnTo>
                  <a:pt x="2568" y="57509"/>
                </a:lnTo>
                <a:close/>
              </a:path>
            </a:pathLst>
          </a:custGeom>
          <a:solidFill>
            <a:srgbClr val="15151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5" name="!!Postać brew P"/>
          <p:cNvSpPr/>
          <p:nvPr/>
        </p:nvSpPr>
        <p:spPr>
          <a:xfrm>
            <a:off x="10285131" y="3666139"/>
            <a:ext cx="157949" cy="30546"/>
          </a:xfrm>
          <a:custGeom>
            <a:avLst/>
            <a:gdLst/>
            <a:ahLst/>
            <a:cxnLst/>
            <a:rect l="0" t="0" r="r" b="b"/>
            <a:pathLst>
              <a:path w="157949" h="30546">
                <a:moveTo>
                  <a:pt x="155381" y="1194"/>
                </a:moveTo>
                <a:lnTo>
                  <a:pt x="0" y="0"/>
                </a:lnTo>
                <a:lnTo>
                  <a:pt x="2568" y="29352"/>
                </a:lnTo>
                <a:lnTo>
                  <a:pt x="157949" y="30546"/>
                </a:lnTo>
                <a:close/>
              </a:path>
            </a:pathLst>
          </a:custGeom>
          <a:solidFill>
            <a:srgbClr val="15151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6" name="!!Postać usta"/>
          <p:cNvSpPr/>
          <p:nvPr/>
        </p:nvSpPr>
        <p:spPr>
          <a:xfrm>
            <a:off x="10144329" y="4065874"/>
            <a:ext cx="220138" cy="134375"/>
          </a:xfrm>
          <a:custGeom>
            <a:avLst/>
            <a:gdLst/>
            <a:ahLst/>
            <a:cxnLst/>
            <a:rect l="0" t="0" r="r" b="b"/>
            <a:pathLst>
              <a:path w="220138" h="134375">
                <a:moveTo>
                  <a:pt x="0" y="19260"/>
                </a:moveTo>
                <a:lnTo>
                  <a:pt x="111353" y="24306"/>
                </a:lnTo>
                <a:lnTo>
                  <a:pt x="220138" y="0"/>
                </a:lnTo>
                <a:lnTo>
                  <a:pt x="197206" y="75947"/>
                </a:lnTo>
                <a:lnTo>
                  <a:pt x="120983" y="134375"/>
                </a:lnTo>
                <a:lnTo>
                  <a:pt x="35772" y="90071"/>
                </a:lnTo>
                <a:close/>
              </a:path>
            </a:pathLst>
          </a:custGeom>
          <a:solidFill>
            <a:srgbClr val="8E1219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7" name="!!Postać 58"/>
          <p:cNvSpPr/>
          <p:nvPr/>
        </p:nvSpPr>
        <p:spPr>
          <a:xfrm>
            <a:off x="9925142" y="4396139"/>
            <a:ext cx="161026" cy="231012"/>
          </a:xfrm>
          <a:custGeom>
            <a:avLst/>
            <a:gdLst/>
            <a:ahLst/>
            <a:cxnLst/>
            <a:rect l="0" t="0" r="r" b="b"/>
            <a:pathLst>
              <a:path w="161026" h="231012">
                <a:moveTo>
                  <a:pt x="15141" y="0"/>
                </a:moveTo>
                <a:lnTo>
                  <a:pt x="161026" y="20503"/>
                </a:lnTo>
                <a:lnTo>
                  <a:pt x="124003" y="231012"/>
                </a:lnTo>
                <a:lnTo>
                  <a:pt x="0" y="213585"/>
                </a:lnTo>
                <a:close/>
              </a:path>
            </a:pathLst>
          </a:custGeom>
          <a:solidFill>
            <a:srgbClr val="EE312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8" name="!!Postać 59"/>
          <p:cNvSpPr/>
          <p:nvPr/>
        </p:nvSpPr>
        <p:spPr>
          <a:xfrm>
            <a:off x="9916153" y="4603455"/>
            <a:ext cx="126723" cy="189415"/>
          </a:xfrm>
          <a:custGeom>
            <a:avLst/>
            <a:gdLst/>
            <a:ahLst/>
            <a:cxnLst/>
            <a:rect l="0" t="0" r="r" b="b"/>
            <a:pathLst>
              <a:path w="126723" h="189415">
                <a:moveTo>
                  <a:pt x="17309" y="0"/>
                </a:moveTo>
                <a:lnTo>
                  <a:pt x="126723" y="15377"/>
                </a:lnTo>
                <a:lnTo>
                  <a:pt x="94826" y="189415"/>
                </a:lnTo>
                <a:lnTo>
                  <a:pt x="0" y="176088"/>
                </a:lnTo>
                <a:close/>
              </a:path>
            </a:pathLst>
          </a:custGeom>
          <a:solidFill>
            <a:srgbClr val="E8E8E8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9" name="!!Postać 60"/>
          <p:cNvSpPr/>
          <p:nvPr/>
        </p:nvSpPr>
        <p:spPr>
          <a:xfrm>
            <a:off x="9914367" y="4769495"/>
            <a:ext cx="98363" cy="290183"/>
          </a:xfrm>
          <a:custGeom>
            <a:avLst/>
            <a:gdLst/>
            <a:ahLst/>
            <a:cxnLst/>
            <a:rect l="0" t="0" r="r" b="b"/>
            <a:pathLst>
              <a:path w="98363" h="290183">
                <a:moveTo>
                  <a:pt x="2664" y="0"/>
                </a:moveTo>
                <a:lnTo>
                  <a:pt x="98363" y="3342"/>
                </a:lnTo>
                <a:lnTo>
                  <a:pt x="80976" y="290183"/>
                </a:lnTo>
                <a:lnTo>
                  <a:pt x="0" y="287355"/>
                </a:lnTo>
                <a:close/>
              </a:path>
            </a:pathLst>
          </a:custGeom>
          <a:solidFill>
            <a:srgbClr val="F4F4F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0" name="!!Postać 61"/>
          <p:cNvSpPr/>
          <p:nvPr/>
        </p:nvSpPr>
        <p:spPr>
          <a:xfrm>
            <a:off x="9900673" y="4953275"/>
            <a:ext cx="112993" cy="77471"/>
          </a:xfrm>
          <a:custGeom>
            <a:avLst/>
            <a:gdLst/>
            <a:ahLst/>
            <a:cxnLst/>
            <a:rect l="0" t="0" r="r" b="b"/>
            <a:pathLst>
              <a:path w="112993" h="77471">
                <a:moveTo>
                  <a:pt x="2571" y="0"/>
                </a:moveTo>
                <a:lnTo>
                  <a:pt x="112993" y="3856"/>
                </a:lnTo>
                <a:lnTo>
                  <a:pt x="110422" y="77471"/>
                </a:lnTo>
                <a:lnTo>
                  <a:pt x="0" y="73615"/>
                </a:lnTo>
                <a:close/>
              </a:path>
            </a:pathLst>
          </a:custGeom>
          <a:solidFill>
            <a:srgbClr val="151515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1" name="!!Postać 62"/>
          <p:cNvSpPr/>
          <p:nvPr/>
        </p:nvSpPr>
        <p:spPr>
          <a:xfrm>
            <a:off x="9930633" y="4969026"/>
            <a:ext cx="53073" cy="45968"/>
          </a:xfrm>
          <a:custGeom>
            <a:avLst/>
            <a:gdLst/>
            <a:ahLst/>
            <a:cxnLst/>
            <a:rect l="0" t="0" r="r" b="b"/>
            <a:pathLst>
              <a:path w="53073" h="45968">
                <a:moveTo>
                  <a:pt x="1542" y="0"/>
                </a:moveTo>
                <a:lnTo>
                  <a:pt x="53073" y="1799"/>
                </a:lnTo>
                <a:lnTo>
                  <a:pt x="51530" y="45968"/>
                </a:lnTo>
                <a:lnTo>
                  <a:pt x="0" y="44169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2" name="!!Postać 63"/>
          <p:cNvSpPr/>
          <p:nvPr/>
        </p:nvSpPr>
        <p:spPr>
          <a:xfrm>
            <a:off x="9882351" y="5041356"/>
            <a:ext cx="139868" cy="157933"/>
          </a:xfrm>
          <a:custGeom>
            <a:avLst/>
            <a:gdLst/>
            <a:ahLst/>
            <a:cxnLst/>
            <a:rect l="0" t="0" r="r" b="b"/>
            <a:pathLst>
              <a:path w="139868" h="157933">
                <a:moveTo>
                  <a:pt x="10446" y="0"/>
                </a:moveTo>
                <a:lnTo>
                  <a:pt x="135592" y="4370"/>
                </a:lnTo>
                <a:lnTo>
                  <a:pt x="139868" y="92965"/>
                </a:lnTo>
                <a:lnTo>
                  <a:pt x="100747" y="157933"/>
                </a:lnTo>
                <a:lnTo>
                  <a:pt x="34494" y="155619"/>
                </a:lnTo>
                <a:lnTo>
                  <a:pt x="0" y="88081"/>
                </a:lnTo>
                <a:close/>
              </a:path>
            </a:pathLst>
          </a:custGeom>
          <a:solidFill>
            <a:srgbClr val="FAFAFA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3" name="!!Postać 64"/>
          <p:cNvSpPr/>
          <p:nvPr/>
        </p:nvSpPr>
        <p:spPr>
          <a:xfrm>
            <a:off x="10460200" y="4378691"/>
            <a:ext cx="208009" cy="252070"/>
          </a:xfrm>
          <a:custGeom>
            <a:avLst/>
            <a:gdLst/>
            <a:ahLst/>
            <a:cxnLst/>
            <a:rect l="0" t="0" r="r" b="b"/>
            <a:pathLst>
              <a:path w="208009" h="252070">
                <a:moveTo>
                  <a:pt x="134583" y="0"/>
                </a:moveTo>
                <a:lnTo>
                  <a:pt x="0" y="59920"/>
                </a:lnTo>
                <a:lnTo>
                  <a:pt x="93613" y="252070"/>
                </a:lnTo>
                <a:lnTo>
                  <a:pt x="208009" y="201137"/>
                </a:lnTo>
                <a:close/>
              </a:path>
            </a:pathLst>
          </a:custGeom>
          <a:solidFill>
            <a:srgbClr val="CF1723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4" name="!!Postać 65"/>
          <p:cNvSpPr/>
          <p:nvPr/>
        </p:nvSpPr>
        <p:spPr>
          <a:xfrm>
            <a:off x="10557546" y="4576095"/>
            <a:ext cx="166112" cy="203444"/>
          </a:xfrm>
          <a:custGeom>
            <a:avLst/>
            <a:gdLst/>
            <a:ahLst/>
            <a:cxnLst/>
            <a:rect l="0" t="0" r="r" b="b"/>
            <a:pathLst>
              <a:path w="166112" h="203444">
                <a:moveTo>
                  <a:pt x="100937" y="0"/>
                </a:moveTo>
                <a:lnTo>
                  <a:pt x="0" y="44940"/>
                </a:lnTo>
                <a:lnTo>
                  <a:pt x="78633" y="203444"/>
                </a:lnTo>
                <a:lnTo>
                  <a:pt x="166112" y="164496"/>
                </a:lnTo>
                <a:close/>
              </a:path>
            </a:pathLst>
          </a:custGeom>
          <a:solidFill>
            <a:srgbClr val="D2D2D2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5" name="!!Postać 66"/>
          <p:cNvSpPr/>
          <p:nvPr/>
        </p:nvSpPr>
        <p:spPr>
          <a:xfrm>
            <a:off x="10400381" y="4700276"/>
            <a:ext cx="287273" cy="95758"/>
          </a:xfrm>
          <a:custGeom>
            <a:avLst/>
            <a:gdLst/>
            <a:ahLst/>
            <a:cxnLst/>
            <a:rect l="0" t="0" r="r" b="b"/>
            <a:pathLst>
              <a:path w="287273" h="95758">
                <a:moveTo>
                  <a:pt x="287273" y="95758"/>
                </a:moveTo>
                <a:lnTo>
                  <a:pt x="287273" y="0"/>
                </a:lnTo>
                <a:lnTo>
                  <a:pt x="0" y="7366"/>
                </a:lnTo>
                <a:lnTo>
                  <a:pt x="0" y="88392"/>
                </a:lnTo>
                <a:close/>
              </a:path>
            </a:pathLst>
          </a:custGeom>
          <a:solidFill>
            <a:srgbClr val="DEDEDE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6" name="!!Postać 67"/>
          <p:cNvSpPr/>
          <p:nvPr/>
        </p:nvSpPr>
        <p:spPr>
          <a:xfrm>
            <a:off x="10260427" y="4678178"/>
            <a:ext cx="154685" cy="139953"/>
          </a:xfrm>
          <a:custGeom>
            <a:avLst/>
            <a:gdLst/>
            <a:ahLst/>
            <a:cxnLst/>
            <a:rect l="0" t="0" r="r" b="b"/>
            <a:pathLst>
              <a:path w="154685" h="139953">
                <a:moveTo>
                  <a:pt x="154685" y="132587"/>
                </a:moveTo>
                <a:lnTo>
                  <a:pt x="154685" y="7366"/>
                </a:lnTo>
                <a:lnTo>
                  <a:pt x="66294" y="0"/>
                </a:lnTo>
                <a:lnTo>
                  <a:pt x="0" y="36830"/>
                </a:lnTo>
                <a:lnTo>
                  <a:pt x="0" y="103124"/>
                </a:lnTo>
                <a:lnTo>
                  <a:pt x="66294" y="139953"/>
                </a:lnTo>
                <a:close/>
              </a:path>
            </a:pathLst>
          </a:custGeom>
          <a:solidFill>
            <a:srgbClr val="E4E4E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7" name="!!Postać 68"/>
          <p:cNvSpPr/>
          <p:nvPr/>
        </p:nvSpPr>
        <p:spPr>
          <a:xfrm>
            <a:off x="10326721" y="4567688"/>
            <a:ext cx="66294" cy="125222"/>
          </a:xfrm>
          <a:custGeom>
            <a:avLst/>
            <a:gdLst/>
            <a:ahLst/>
            <a:cxnLst/>
            <a:rect l="0" t="0" r="r" b="b"/>
            <a:pathLst>
              <a:path w="66294" h="125222">
                <a:moveTo>
                  <a:pt x="58928" y="0"/>
                </a:moveTo>
                <a:lnTo>
                  <a:pt x="66294" y="125222"/>
                </a:lnTo>
                <a:lnTo>
                  <a:pt x="0" y="125222"/>
                </a:lnTo>
                <a:lnTo>
                  <a:pt x="0" y="0"/>
                </a:lnTo>
                <a:close/>
              </a:path>
            </a:pathLst>
          </a:custGeom>
          <a:solidFill>
            <a:srgbClr val="E4E4E4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 name="Dziękujemy!">
    <p:bg>
      <p:bgPr>
        <a:solidFill>
          <a:srgbClr val="8924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ształt"/>
          <p:cNvSpPr/>
          <p:nvPr/>
        </p:nvSpPr>
        <p:spPr>
          <a:xfrm>
            <a:off x="4189095" y="0"/>
            <a:ext cx="6799580" cy="4034790"/>
          </a:xfrm>
          <a:custGeom>
            <a:avLst/>
            <a:gdLst/>
            <a:ahLst/>
            <a:cxnLst/>
            <a:rect l="0" t="0" r="r" b="b"/>
            <a:pathLst>
              <a:path w="6799580" h="4034790">
                <a:moveTo>
                  <a:pt x="4668520" y="0"/>
                </a:moveTo>
                <a:lnTo>
                  <a:pt x="6799580" y="4034790"/>
                </a:lnTo>
                <a:lnTo>
                  <a:pt x="0" y="0"/>
                </a:lnTo>
                <a:close/>
              </a:path>
            </a:pathLst>
          </a:custGeom>
          <a:solidFill>
            <a:srgbClr val="BC2F2D"/>
          </a:solidFill>
          <a:ln w="10160">
            <a:solidFill>
              <a:srgbClr val="BC2F2D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" name="Kształt 2"/>
          <p:cNvSpPr/>
          <p:nvPr/>
        </p:nvSpPr>
        <p:spPr>
          <a:xfrm>
            <a:off x="8857615" y="0"/>
            <a:ext cx="2131060" cy="4034790"/>
          </a:xfrm>
          <a:custGeom>
            <a:avLst/>
            <a:gdLst/>
            <a:ahLst/>
            <a:cxnLst/>
            <a:rect l="0" t="0" r="r" b="b"/>
            <a:pathLst>
              <a:path w="2131060" h="4034790">
                <a:moveTo>
                  <a:pt x="2131060" y="0"/>
                </a:moveTo>
                <a:lnTo>
                  <a:pt x="2131060" y="4034790"/>
                </a:lnTo>
                <a:lnTo>
                  <a:pt x="0" y="0"/>
                </a:lnTo>
                <a:close/>
              </a:path>
            </a:pathLst>
          </a:custGeom>
          <a:solidFill>
            <a:srgbClr val="DA443B"/>
          </a:solidFill>
          <a:ln w="10160">
            <a:solidFill>
              <a:srgbClr val="DA443B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" name="Kształt 3"/>
          <p:cNvSpPr/>
          <p:nvPr/>
        </p:nvSpPr>
        <p:spPr>
          <a:xfrm>
            <a:off x="10988675" y="0"/>
            <a:ext cx="1203325" cy="4034790"/>
          </a:xfrm>
          <a:custGeom>
            <a:avLst/>
            <a:gdLst/>
            <a:ahLst/>
            <a:cxnLst/>
            <a:rect l="0" t="0" r="r" b="b"/>
            <a:pathLst>
              <a:path w="1203325" h="4034790">
                <a:moveTo>
                  <a:pt x="1203325" y="0"/>
                </a:moveTo>
                <a:lnTo>
                  <a:pt x="1203325" y="1756410"/>
                </a:lnTo>
                <a:lnTo>
                  <a:pt x="0" y="4034790"/>
                </a:lnTo>
                <a:lnTo>
                  <a:pt x="0" y="0"/>
                </a:lnTo>
                <a:close/>
              </a:path>
            </a:pathLst>
          </a:custGeom>
          <a:solidFill>
            <a:srgbClr val="BC2F2D"/>
          </a:solidFill>
          <a:ln w="10160">
            <a:solidFill>
              <a:srgbClr val="BC2F2D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5" name="Kształt 4"/>
          <p:cNvSpPr/>
          <p:nvPr/>
        </p:nvSpPr>
        <p:spPr>
          <a:xfrm>
            <a:off x="10988675" y="1756410"/>
            <a:ext cx="1203325" cy="2278380"/>
          </a:xfrm>
          <a:custGeom>
            <a:avLst/>
            <a:gdLst/>
            <a:ahLst/>
            <a:cxnLst/>
            <a:rect l="0" t="0" r="r" b="b"/>
            <a:pathLst>
              <a:path w="1203325" h="2278380">
                <a:moveTo>
                  <a:pt x="1203325" y="1565275"/>
                </a:moveTo>
                <a:lnTo>
                  <a:pt x="0" y="2278380"/>
                </a:lnTo>
                <a:lnTo>
                  <a:pt x="1203325" y="0"/>
                </a:lnTo>
                <a:close/>
              </a:path>
            </a:pathLst>
          </a:custGeom>
          <a:solidFill>
            <a:srgbClr val="DA443B"/>
          </a:solidFill>
          <a:ln w="10160">
            <a:solidFill>
              <a:srgbClr val="DA443B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" name="Kształt 5"/>
          <p:cNvSpPr/>
          <p:nvPr/>
        </p:nvSpPr>
        <p:spPr>
          <a:xfrm>
            <a:off x="10988675" y="3321685"/>
            <a:ext cx="1203325" cy="910590"/>
          </a:xfrm>
          <a:custGeom>
            <a:avLst/>
            <a:gdLst/>
            <a:ahLst/>
            <a:cxnLst/>
            <a:rect l="0" t="0" r="r" b="b"/>
            <a:pathLst>
              <a:path w="1203325" h="910590">
                <a:moveTo>
                  <a:pt x="1203325" y="910590"/>
                </a:moveTo>
                <a:lnTo>
                  <a:pt x="0" y="713105"/>
                </a:lnTo>
                <a:lnTo>
                  <a:pt x="1203325" y="0"/>
                </a:lnTo>
                <a:close/>
              </a:path>
            </a:pathLst>
          </a:custGeom>
          <a:solidFill>
            <a:srgbClr val="BC2F2D"/>
          </a:solidFill>
          <a:ln w="10160">
            <a:solidFill>
              <a:srgbClr val="BC2F2D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7" name="Kształt 6"/>
          <p:cNvSpPr/>
          <p:nvPr/>
        </p:nvSpPr>
        <p:spPr>
          <a:xfrm>
            <a:off x="0" y="0"/>
            <a:ext cx="10988675" cy="5840095"/>
          </a:xfrm>
          <a:custGeom>
            <a:avLst/>
            <a:gdLst/>
            <a:ahLst/>
            <a:cxnLst/>
            <a:rect l="0" t="0" r="r" b="b"/>
            <a:pathLst>
              <a:path w="10988675" h="5840095">
                <a:moveTo>
                  <a:pt x="0" y="5840095"/>
                </a:moveTo>
                <a:lnTo>
                  <a:pt x="10988675" y="4034790"/>
                </a:lnTo>
                <a:lnTo>
                  <a:pt x="4189095" y="0"/>
                </a:lnTo>
                <a:lnTo>
                  <a:pt x="0" y="0"/>
                </a:lnTo>
                <a:close/>
              </a:path>
            </a:pathLst>
          </a:custGeom>
          <a:solidFill>
            <a:srgbClr val="892424"/>
          </a:solidFill>
          <a:ln w="10160">
            <a:solidFill>
              <a:srgbClr val="892424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8" name="Kształt 7"/>
          <p:cNvSpPr/>
          <p:nvPr/>
        </p:nvSpPr>
        <p:spPr>
          <a:xfrm>
            <a:off x="0" y="4034790"/>
            <a:ext cx="10988675" cy="2823210"/>
          </a:xfrm>
          <a:custGeom>
            <a:avLst/>
            <a:gdLst/>
            <a:ahLst/>
            <a:cxnLst/>
            <a:rect l="0" t="0" r="r" b="b"/>
            <a:pathLst>
              <a:path w="10988675" h="2823210">
                <a:moveTo>
                  <a:pt x="0" y="1805305"/>
                </a:moveTo>
                <a:lnTo>
                  <a:pt x="10988675" y="0"/>
                </a:lnTo>
                <a:lnTo>
                  <a:pt x="10988675" y="2823210"/>
                </a:lnTo>
                <a:lnTo>
                  <a:pt x="0" y="2823210"/>
                </a:lnTo>
                <a:close/>
              </a:path>
            </a:pathLst>
          </a:custGeom>
          <a:solidFill>
            <a:srgbClr val="BC2F2D"/>
          </a:solidFill>
          <a:ln w="10160">
            <a:solidFill>
              <a:srgbClr val="BC2F2D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9" name="Kształt 8"/>
          <p:cNvSpPr/>
          <p:nvPr/>
        </p:nvSpPr>
        <p:spPr>
          <a:xfrm>
            <a:off x="10988675" y="4034790"/>
            <a:ext cx="1203325" cy="2823210"/>
          </a:xfrm>
          <a:custGeom>
            <a:avLst/>
            <a:gdLst/>
            <a:ahLst/>
            <a:cxnLst/>
            <a:rect l="0" t="0" r="r" b="b"/>
            <a:pathLst>
              <a:path w="1203325" h="2823210">
                <a:moveTo>
                  <a:pt x="0" y="0"/>
                </a:moveTo>
                <a:lnTo>
                  <a:pt x="1203325" y="197485"/>
                </a:lnTo>
                <a:lnTo>
                  <a:pt x="1203325" y="2823210"/>
                </a:lnTo>
                <a:lnTo>
                  <a:pt x="0" y="2823210"/>
                </a:lnTo>
                <a:close/>
              </a:path>
            </a:pathLst>
          </a:custGeom>
          <a:solidFill>
            <a:srgbClr val="892424"/>
          </a:solidFill>
          <a:ln w="10160">
            <a:solidFill>
              <a:srgbClr val="892424"/>
            </a:solidFill>
            <a:round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0" name="Kształt 9"/>
          <p:cNvSpPr/>
          <p:nvPr/>
        </p:nvSpPr>
        <p:spPr>
          <a:xfrm>
            <a:off x="6092190" y="0"/>
            <a:ext cx="6099810" cy="6858000"/>
          </a:xfrm>
          <a:custGeom>
            <a:avLst/>
            <a:gdLst/>
            <a:ahLst/>
            <a:cxnLst/>
            <a:rect l="0" t="0" r="r" b="b"/>
            <a:pathLst>
              <a:path w="6099810" h="6858000">
                <a:moveTo>
                  <a:pt x="877570" y="0"/>
                </a:moveTo>
                <a:lnTo>
                  <a:pt x="0" y="1899285"/>
                </a:lnTo>
                <a:lnTo>
                  <a:pt x="1111885" y="4029710"/>
                </a:lnTo>
                <a:lnTo>
                  <a:pt x="4179570" y="6858000"/>
                </a:lnTo>
                <a:lnTo>
                  <a:pt x="6099810" y="6858000"/>
                </a:lnTo>
                <a:lnTo>
                  <a:pt x="609981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pl-PL" dirty="0"/>
          </a:p>
        </p:txBody>
      </p:sp>
      <p:pic>
        <p:nvPicPr>
          <p:cNvPr id="11" name="Obraz" descr="I love marketing &amp; technolog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3960" y="2725613"/>
            <a:ext cx="3606800" cy="1257300"/>
          </a:xfrm>
          <a:prstGeom prst="rect">
            <a:avLst/>
          </a:prstGeom>
        </p:spPr>
      </p:pic>
      <p:sp>
        <p:nvSpPr>
          <p:cNvPr id="12" name="Tekst: Dziękujemy !"/>
          <p:cNvSpPr txBox="1"/>
          <p:nvPr/>
        </p:nvSpPr>
        <p:spPr>
          <a:xfrm>
            <a:off x="519757" y="2618105"/>
            <a:ext cx="5225058" cy="723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5700" kern="100" spc="120" dirty="0">
                <a:solidFill>
                  <a:srgbClr val="FFFFFF"/>
                </a:solidFill>
                <a:latin typeface="Lato Black"/>
                <a:cs typeface="Lato Black"/>
              </a:rPr>
              <a:t>Dziękujemy!</a:t>
            </a:r>
            <a:endParaRPr lang="pl-PL" sz="5700" kern="100" spc="120" dirty="0">
              <a:solidFill>
                <a:srgbClr val="FFFFFF"/>
              </a:solidFill>
              <a:latin typeface="Lato Black"/>
              <a:cs typeface="Lato Black"/>
            </a:endParaRPr>
          </a:p>
        </p:txBody>
      </p:sp>
      <p:sp>
        <p:nvSpPr>
          <p:cNvPr id="13" name="Tekst: Uliana Jelonek &amp; Joanna Wysocka"/>
          <p:cNvSpPr txBox="1"/>
          <p:nvPr/>
        </p:nvSpPr>
        <p:spPr>
          <a:xfrm>
            <a:off x="563637" y="3620755"/>
            <a:ext cx="4056400" cy="2806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1700" b="1" kern="100" dirty="0">
                <a:solidFill>
                  <a:srgbClr val="FFFFFF"/>
                </a:solidFill>
                <a:latin typeface="Lato"/>
                <a:cs typeface="Lato"/>
              </a:rPr>
              <a:t>Uliana Jelonek &amp; Joanna Wysocka</a:t>
            </a:r>
            <a:endParaRPr lang="pl-PL" sz="1700" b="1" kern="100" dirty="0">
              <a:solidFill>
                <a:srgbClr val="FFFFFF"/>
              </a:solidFill>
              <a:latin typeface="Lato"/>
              <a:cs typeface="Lato"/>
            </a:endParaRPr>
          </a:p>
        </p:txBody>
      </p:sp>
      <p:pic>
        <p:nvPicPr>
          <p:cNvPr id="14" name="Obraz 2" descr="Glov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0805" y="4077717"/>
            <a:ext cx="1079500" cy="36195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Homo Urgens: Tryb TERAZ — Uliana Jelonek i Joanna Wysocka">
  <a:themeElements>
    <a:clrScheme name="Homo Urgens: Tryb TERAZ — Uliana Jelonek i Joanna Wysocka">
      <a:dk1>
        <a:srgbClr val="151515"/>
      </a:dk1>
      <a:lt1>
        <a:srgbClr val="FFFFFF"/>
      </a:lt1>
      <a:dk2>
        <a:srgbClr val="111111"/>
      </a:dk2>
      <a:lt2>
        <a:srgbClr val="FAF8F5"/>
      </a:lt2>
      <a:accent1>
        <a:srgbClr val="EE312F"/>
      </a:accent1>
      <a:accent2>
        <a:srgbClr val="CF1723"/>
      </a:accent2>
      <a:accent3>
        <a:srgbClr val="95161D"/>
      </a:accent3>
      <a:accent4>
        <a:srgbClr val="00856B"/>
      </a:accent4>
      <a:accent5>
        <a:srgbClr val="FFC244"/>
      </a:accent5>
      <a:accent6>
        <a:srgbClr val="666666"/>
      </a:accent6>
      <a:hlink>
        <a:srgbClr val="EE312F"/>
      </a:hlink>
      <a:folHlink>
        <a:srgbClr val="95161D"/>
      </a:folHlink>
    </a:clrScheme>
    <a:fontScheme name="Homo Urgens: Tryb TERAZ — Uliana Jelonek i Joanna Wysocka">
      <a:majorFont>
        <a:latin typeface="Lato Black"/>
        <a:ea typeface=""/>
        <a:cs typeface=""/>
      </a:majorFont>
      <a:minorFont>
        <a:latin typeface="Lato"/>
        <a:ea typeface=""/>
        <a:cs typeface=""/>
      </a:minorFont>
    </a:fontScheme>
    <a:fmtScheme name="Homo Urgens: Tryb TERAZ — Uliana Jelonek i Joanna Wysocka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Homo Urgens: Tryb TERAZ — Uliana Jelonek i Joanna Wysocka">
  <a:themeElements>
    <a:clrScheme name="Homo Urgens: Tryb TERAZ — Uliana Jelonek i Joanna Wysocka">
      <a:dk1>
        <a:srgbClr val="151515"/>
      </a:dk1>
      <a:lt1>
        <a:srgbClr val="FFFFFF"/>
      </a:lt1>
      <a:dk2>
        <a:srgbClr val="111111"/>
      </a:dk2>
      <a:lt2>
        <a:srgbClr val="FAF8F5"/>
      </a:lt2>
      <a:accent1>
        <a:srgbClr val="EE312F"/>
      </a:accent1>
      <a:accent2>
        <a:srgbClr val="CF1723"/>
      </a:accent2>
      <a:accent3>
        <a:srgbClr val="95161D"/>
      </a:accent3>
      <a:accent4>
        <a:srgbClr val="00856B"/>
      </a:accent4>
      <a:accent5>
        <a:srgbClr val="FFC244"/>
      </a:accent5>
      <a:accent6>
        <a:srgbClr val="666666"/>
      </a:accent6>
      <a:hlink>
        <a:srgbClr val="EE312F"/>
      </a:hlink>
      <a:folHlink>
        <a:srgbClr val="95161D"/>
      </a:folHlink>
    </a:clrScheme>
    <a:fontScheme name="Homo Urgens: Tryb TERAZ — Uliana Jelonek i Joanna Wysocka">
      <a:majorFont>
        <a:latin typeface="Lato Black"/>
        <a:ea typeface=""/>
        <a:cs typeface=""/>
      </a:majorFont>
      <a:minorFont>
        <a:latin typeface="Lato"/>
        <a:ea typeface=""/>
        <a:cs typeface=""/>
      </a:minorFont>
    </a:fontScheme>
    <a:fmtScheme name="Homo Urgens: Tryb TERAZ — Uliana Jelonek i Joanna Wysocka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Panoramiczny</PresentationFormat>
  <Slides>24</Slides>
  <Notes>24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Homo Urgens: Tryb TERAZ — Uliana Jelonek i Joanna Wysocka</dc:title>
  <dc:creator>Uliana Jelonek i Joanna Wysocka</dc:creator>
  <cp:lastModifiedBy>Uliana Jelonek i Joanna Wysocka</cp:lastModifiedBy>
  <dcterms:created xsi:type="dcterms:W3CDTF">2026-10-28T10:34:42Z</dcterms:created>
  <dcterms:modified xsi:type="dcterms:W3CDTF">2026-10-28T10:34:42Z</dcterms:modified>
</cp:coreProperties>
</file>