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Default Extension="fntdata" ContentType="application/x-fontdata"/>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embeddedFontLst>
    <p:embeddedFont>
      <p:font typeface="Lato" pitchFamily="34" charset="0"/>
      <p:regular r:id="rId30"/>
      <p:bold r:id="rId31"/>
    </p:embeddedFont>
    <p:embeddedFont>
      <p:font typeface="Lato Black" pitchFamily="34" charset="0"/>
      <p:regular r:id="rId32"/>
    </p:embeddedFont>
  </p:embeddedFontLst>
  <p:defaultTextStyle>
    <a:defPPr>
      <a:defRPr lang="pl-PL"/>
    </a:defPPr>
    <a:lvl1pPr marL="0" algn="l" defTabSz="914400" rtl="0" eaLnBrk="1" latinLnBrk="0" hangingPunct="1">
      <a:defRPr sz="1800" kern="1200">
        <a:solidFill>
          <a:schemeClr val="tx1"/>
        </a:solidFill>
        <a:latin typeface="+mn-lt"/>
        <a:ea typeface="+mn-ea"/>
        <a:cs typeface="+mn-lt"/>
      </a:defRPr>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theme" Target="theme/theme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ableStyles" Target="tableStyles.xml"/><Relationship Id="rId30" Type="http://schemas.openxmlformats.org/officeDocument/2006/relationships/font" Target="fonts/font1.fntdata"/><Relationship Id="rId31" Type="http://schemas.openxmlformats.org/officeDocument/2006/relationships/font" Target="fonts/font2.fntdata"/><Relationship Id="rId32"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Obraz slajdu"/>
          <p:cNvSpPr>
            <a:spLocks noGrp="1" noRot="1" noChangeAspect="1"/>
          </p:cNvSpPr>
          <p:nvPr>
            <p:ph type="sldImg" idx="2"/>
          </p:nvPr>
        </p:nvSpPr>
        <p:spPr>
          <a:xfrm>
            <a:off x="685800" y="1143000"/>
            <a:ext cx="5486400" cy="3086100"/>
          </a:xfrm>
          <a:prstGeom prst="rect">
            <a:avLst/>
          </a:prstGeom>
          <a:noFill/>
          <a:ln w="12700">
            <a:solidFill>
              <a:srgbClr val="000000"/>
            </a:solidFill>
          </a:ln>
        </p:spPr>
      </p:sp>
      <p:sp>
        <p:nvSpPr>
          <p:cNvPr id="3" name="Notatki"/>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Notatki</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lt"/>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1 · Obie · 30 s (0:00–0:30)</a:t>
            </a:r>
          </a:p>
          <a:p>
            <a:r>
              <a:rPr lang="pl-PL" dirty="0"/>
              <a:t/>
            </a:r>
          </a:p>
          <a:p>
            <a:r>
              <a:rPr lang="pl-PL" dirty="0"/>
              <a:t>To pierwszy slajd. Ustaw go przed wejściem na scenę; po wejściu naciśnij R, aby serce złożyło się jeszcze raz. Przedstawcie się krótko. Powiedzcie, że opowiecie jedną historię zakupową i pokażecie na niej, co z badania Inquiry wynika dla Retail Media onsite.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2 · Uliana · 45 s (0:30–1:15)</a:t>
            </a:r>
          </a:p>
          <a:p>
            <a:r>
              <a:rPr lang="pl-PL" dirty="0"/>
              <a:t/>
            </a:r>
          </a:p>
          <a:p>
            <a:r>
              <a:rPr lang="pl-PL" dirty="0"/>
              <a:t>Trzy zdania z raportu Inquiry (s. 22). To sformułowania raportu, które oddają głos konsumenta na kolejnych etapach decyzji, nie wypowiedzi konkretnych osób z badania. Odsłaniaj je po kolei: pokaż, pomóż zdecydować, pomóż skończyć. Te trzy prośby wrócą w historii o gościach.</a:t>
            </a:r>
          </a:p>
          <a:p>
            <a:r>
              <a:rPr lang="pl-PL" dirty="0"/>
              <a:t/>
            </a:r>
          </a:p>
          <a:p>
            <a:r>
              <a:rPr lang="pl-PL" dirty="0"/>
              <a:t>Źródło: Inquiry / Glovo, IX 2026 · Głos konsumenta w syntezie raportu, nie wypowiedzi konkretnych osób · s. 22</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3 · Uliana · 4 s (1:15–1:19)</a:t>
            </a:r>
          </a:p>
          <a:p>
            <a:r>
              <a:rPr lang="pl-PL" dirty="0"/>
              <a:t/>
            </a:r>
          </a:p>
          <a:p>
            <a:r>
              <a:rPr lang="pl-PL" dirty="0"/>
              <a:t>Kliknij i nic nie mów. Loader rośnie przez około cztery sekundy. Nie komentuj go jeszcze.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4 · Uliana · 6 s (1:19–1:25)</a:t>
            </a:r>
          </a:p>
          <a:p>
            <a:r>
              <a:rPr lang="pl-PL" dirty="0"/>
              <a:t/>
            </a:r>
          </a:p>
          <a:p>
            <a:r>
              <a:rPr lang="pl-PL" dirty="0"/>
              <a:t>Odczekaj około sześciu sekund. Loader dochodzi do 99% i zostaje w tym miejscu. Kolejne naciśnięcie klikera odsłania sens tej przerwy. Nie ma automatycznej zmiany slajdu.</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5 · Uliana · 20 s (1:25–1:45)</a:t>
            </a:r>
          </a:p>
          <a:p>
            <a:r>
              <a:rPr lang="pl-PL" dirty="0"/>
              <a:t/>
            </a:r>
          </a:p>
          <a:p>
            <a:r>
              <a:rPr lang="pl-PL" dirty="0"/>
              <a:t>Zapytaj retorycznie: „Już mieliście dość?”. Powiedz: „Właśnie weszliście w tryb Homo Urgens”. To demonstracja niecierpliwości, nie pomiar reakcji widowni. Odsłoń słowo TERAZ.</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6 · Uliana · 55 s (1:45–2:40)</a:t>
            </a:r>
          </a:p>
          <a:p>
            <a:r>
              <a:rPr lang="pl-PL" dirty="0"/>
              <a:t/>
            </a:r>
          </a:p>
          <a:p>
            <a:r>
              <a:rPr lang="pl-PL" dirty="0"/>
              <a:t>Kiedyś zakupy oznaczały jeden sklep w promieniu kilku kilometrów, jego godziny otwarcia i to, co akurat było na półce. Odsłoń TERAZ: aplikacja szybkich dostaw mieści wiele sklepów w jednym telefonie i pozwala kupić wtedy, kiedy pojawia się potrzeba. Drugie kliknięcie: w tym samym miejscu marka może pojawić się w chwili wyboru. To jest Retail Media onsite. Mapa i sklepy są schematem, nie danymi.</a:t>
            </a:r>
          </a:p>
          <a:p>
            <a:r>
              <a:rPr lang="pl-PL" dirty="0"/>
              <a:t/>
            </a:r>
          </a:p>
          <a:p>
            <a:r>
              <a:rPr lang="pl-PL" dirty="0"/>
              <a:t>Źródło: Schemat ilustracyjny. Mapa i lista sklepów nie przedstawiają danych.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7 · Uliana · 50 s (2:40–3:30)</a:t>
            </a:r>
          </a:p>
          <a:p>
            <a:r>
              <a:rPr lang="pl-PL" dirty="0"/>
              <a:t/>
            </a:r>
          </a:p>
          <a:p>
            <a:r>
              <a:rPr lang="pl-PL" dirty="0"/>
              <a:t>78% chce mieć produkt lub usługę wtedy, kiedy ich potrzebuje. To kontekst dla Retail Media: marka ma szansę pojawić się, gdy konsument szuka rozwiązania swojej aktywnej potrzeby. Odsłoń rolę komunikacji onsite. Ta liczba opisuje oczekiwanie wobec dostępności, nie wpływ reklamy.</a:t>
            </a:r>
          </a:p>
          <a:p>
            <a:r>
              <a:rPr lang="pl-PL" dirty="0"/>
              <a:t/>
            </a:r>
          </a:p>
          <a:p>
            <a:r>
              <a:rPr lang="pl-PL" dirty="0"/>
              <a:t>Źródło: Inquiry / Glovo, IX 2026 · CAWI, N=1002 mieszkańców miast, 18+ · s. 6</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8 · Uliana · 40 s (3:30–4:10)</a:t>
            </a:r>
          </a:p>
          <a:p>
            <a:r>
              <a:rPr lang="pl-PL" dirty="0"/>
              <a:t/>
            </a:r>
          </a:p>
          <a:p>
            <a:r>
              <a:rPr lang="pl-PL" dirty="0"/>
              <a:t>Tytuł mówi o pokoleniu, ale badanie nie wyodrębnia generacji. Homo Urgens jest sytuacyjnym trybem działania. Ta sama osoba może działać inaczej zależnie od zadania. Aktywna potrzeba i ograniczenie zasobów uruchamiają ten tryb. Przejście: „Pokażemy to na jednej historii”.</a:t>
            </a:r>
          </a:p>
          <a:p>
            <a:r>
              <a:rPr lang="pl-PL" dirty="0"/>
              <a:t/>
            </a:r>
          </a:p>
          <a:p>
            <a:r>
              <a:rPr lang="pl-PL" dirty="0"/>
              <a:t>Źródło: Inquiry / Glovo, IX 2026 · Synteza badania jakościowego i Decision Lab · s. 5</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9 · Uliana · 25 s (4:10–4:35)</a:t>
            </a:r>
          </a:p>
          <a:p>
            <a:r>
              <a:rPr lang="pl-PL" dirty="0"/>
              <a:t/>
            </a:r>
          </a:p>
          <a:p>
            <a:r>
              <a:rPr lang="pl-PL" dirty="0"/>
              <a:t>Zaczyna się historia. Bohaterka dostaje wiadomość: znajomi będą za 20 minut. Zegar w rogu będzie nam towarzyszył do końca zakupów. To element opowieści, nie czas dostawy. Odsłoń pytanie: „A w lodówce?”.</a:t>
            </a:r>
          </a:p>
          <a:p>
            <a:r>
              <a:rPr lang="pl-PL" dirty="0"/>
              <a:t/>
            </a:r>
          </a:p>
          <a:p>
            <a:r>
              <a:rPr lang="pl-PL" dirty="0"/>
              <a:t>Źródło: Scena ilustracyjna. Marki, ekrany i ceny są umowne. Zegar jest elementem opowieści, nie czasem dostawy.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10 · Uliana · 30 s (4:35–5:05)</a:t>
            </a:r>
          </a:p>
          <a:p>
            <a:r>
              <a:rPr lang="pl-PL" dirty="0"/>
              <a:t/>
            </a:r>
          </a:p>
          <a:p>
            <a:r>
              <a:rPr lang="pl-PL" dirty="0"/>
              <a:t>Otwarta lodówka, prawie pusta. To nie jest moment na długą historię marki. Bohaterka potrzebuje napojów, przekąsek i czegoś słodkiego. Odsłoń jej listę. Potrzeba plus brak czasu: tryb TERAZ.</a:t>
            </a:r>
          </a:p>
          <a:p>
            <a:r>
              <a:rPr lang="pl-PL" dirty="0"/>
              <a:t/>
            </a:r>
          </a:p>
          <a:p>
            <a:r>
              <a:rPr lang="pl-PL" dirty="0"/>
              <a:t>Źródło: Scena ilustracyjna. Marki, ekrany i ceny są umowne. Zegar jest elementem opowieści, nie czasem dostawy.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11 · Uliana · 50 s (5:05–5:55)</a:t>
            </a:r>
          </a:p>
          <a:p>
            <a:r>
              <a:rPr lang="pl-PL" dirty="0"/>
              <a:t/>
            </a:r>
          </a:p>
          <a:p>
            <a:r>
              <a:rPr lang="pl-PL" dirty="0"/>
              <a:t>Marka ma swój plan: launch, awareness, zaangażowanie i główny produkt. Konsumentka też ma plan: goście za 20 minut i coś słodkiego na stół. Odsłoń jej potrzebę, a następnie rolę Retail Media jako miejsca spotkania tych dwóch planów. Nie przeciwstawiamy celów marki klientce: szukamy momentu, w którym produkt marki pomaga wykonać jej zadanie.</a:t>
            </a:r>
          </a:p>
          <a:p>
            <a:r>
              <a:rPr lang="pl-PL" dirty="0"/>
              <a:t/>
            </a:r>
          </a:p>
          <a:p>
            <a:r>
              <a:rPr lang="pl-PL" dirty="0"/>
              <a:t>Źródło: Schemat ilustracyjny: cele marki i zadanie konsumentki.</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12 · Uliana · 40 s (5:55–6:35)</a:t>
            </a:r>
          </a:p>
          <a:p>
            <a:r>
              <a:rPr lang="pl-PL" dirty="0"/>
              <a:t/>
            </a:r>
          </a:p>
          <a:p>
            <a:r>
              <a:rPr lang="pl-PL" dirty="0"/>
              <a:t>Coś słodkiego dla gości: czekolada. Bohaterka zna produkt, ale nie wybrała marki. Nie przypisujemy tej historii konkretnej osobie z badania. Odsłoń różnicę między znaną potrzebą a otwartym wyborem marki.</a:t>
            </a:r>
          </a:p>
          <a:p>
            <a:r>
              <a:rPr lang="pl-PL" dirty="0"/>
              <a:t/>
            </a:r>
          </a:p>
          <a:p>
            <a:r>
              <a:rPr lang="pl-PL" dirty="0"/>
              <a:t>Źródło: Scena ilustracyjna. Marki, ekrany i ceny są umowne. Zegar jest elementem opowieści, nie czasem dostawy.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13 · Uliana · 60 s (6:35–7:35)</a:t>
            </a:r>
          </a:p>
          <a:p>
            <a:r>
              <a:rPr lang="pl-PL" dirty="0"/>
              <a:t/>
            </a:r>
          </a:p>
          <a:p>
            <a:r>
              <a:rPr lang="pl-PL" dirty="0"/>
              <a:t>55% zawsze lub często mniej więcej wie, czego potrzebuje, ale konkretny produkt wybiera podczas przeglądania aplikacji. 41% wybiera markę dopiero podczas przeglądania oferty. To różne pytania, więc wyniki nie sumują się do 100%. Nie oznacza to, że marka jest nieważna dla wszystkich. W naszej historii: czekolada tak, marka jeszcze otwarta. Tu jest miejsce dla Retail Media. Przekaż narrację Joannie: „Zobaczmy, co dzieje się w aplikacji”.</a:t>
            </a:r>
          </a:p>
          <a:p>
            <a:r>
              <a:rPr lang="pl-PL" dirty="0"/>
              <a:t/>
            </a:r>
          </a:p>
          <a:p>
            <a:r>
              <a:rPr lang="pl-PL" dirty="0"/>
              <a:t>Źródło: Inquiry / Glovo, IX 2026 · Użytkownicy q-commerce; liczebność podgrupy niewskazana w raporcie · s. 11</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14 · Joanna · 50 s (7:35–8:25)</a:t>
            </a:r>
          </a:p>
          <a:p>
            <a:r>
              <a:rPr lang="pl-PL" dirty="0"/>
              <a:t/>
            </a:r>
          </a:p>
          <a:p>
            <a:r>
              <a:rPr lang="pl-PL" dirty="0"/>
              <a:t>Bohaterka otwiera aplikację i pyta: od czego zacząć? Na ekranie startowym sponsorowany banner odpowiada na jej okazję: spotkanie ze znajomymi, napoje i przekąski w jednym miejscu. Nie nazywaj jeszcze formatu: publiczność ma zobaczyć, co robi. Kliknięcie: kursor wybiera banner. Kontekst z raportu: 19% wskazuje gości lub przygotowanie spotkania jako sytuację, w której sięga po szybką dostawę (s. 9). Ekran jest schematem, nie zrzutem prawdziwej aplikacji.</a:t>
            </a:r>
          </a:p>
          <a:p>
            <a:r>
              <a:rPr lang="pl-PL" dirty="0"/>
              <a:t/>
            </a:r>
          </a:p>
          <a:p>
            <a:r>
              <a:rPr lang="pl-PL" dirty="0"/>
              <a:t>Źródło: Scena ilustracyjna. Marki, ekrany i ceny są umowne. Zegar jest elementem opowieści, nie czasem dostawy.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15 · Joanna · 50 s (8:25–9:15)</a:t>
            </a:r>
          </a:p>
          <a:p>
            <a:r>
              <a:rPr lang="pl-PL" dirty="0"/>
              <a:t/>
            </a:r>
          </a:p>
          <a:p>
            <a:r>
              <a:rPr lang="pl-PL" dirty="0"/>
              <a:t>Drugie pytanie: gdzie są przekąski? Bohaterka wpisuje kategorię, nie markę. Po kliknięciu pojawiają się wyniki: na górze sponsorowane nachosy marki A, które pasują do zapytania. Marka wchodzi do wyboru, bo odpowiada na pytanie, a nie przerywa zadania. Kontekst: 31% zaczyna zakupy od wyszukania konkretnego produktu (s. 11).</a:t>
            </a:r>
          </a:p>
          <a:p>
            <a:r>
              <a:rPr lang="pl-PL" dirty="0"/>
              <a:t/>
            </a:r>
          </a:p>
          <a:p>
            <a:r>
              <a:rPr lang="pl-PL" dirty="0"/>
              <a:t>Źródło: Scena ilustracyjna. Marki, ekrany i ceny są umowne. Zegar jest elementem opowieści, nie czasem dostawy.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16 · Joanna · 50 s (9:15–10:05)</a:t>
            </a:r>
          </a:p>
          <a:p>
            <a:r>
              <a:rPr lang="pl-PL" dirty="0"/>
              <a:t/>
            </a:r>
          </a:p>
          <a:p>
            <a:r>
              <a:rPr lang="pl-PL" dirty="0"/>
              <a:t>Trzecie pytanie: którą czekoladę kupić? Wątek czekolady się domyka. Cztery opcje, każda z czytelnym packshotem, wariantem, gramaturą i ceną. Kliknięcie: bohaterka dodaje sponsorowaną czekoladę marki B. Wybiera tę, przy której nie musi zgadywać. W raporcie o wyborze decydują m.in. cena (55%), wariant, rodzaj lub wielkość (20%) i zdjęcie produktu (15%) (s. 21).</a:t>
            </a:r>
          </a:p>
          <a:p>
            <a:r>
              <a:rPr lang="pl-PL" dirty="0"/>
              <a:t/>
            </a:r>
          </a:p>
          <a:p>
            <a:r>
              <a:rPr lang="pl-PL" dirty="0"/>
              <a:t>Źródło: Scena ilustracyjna. Marki, ekrany i ceny są umowne. Zegar jest elementem opowieści, nie czasem dostawy.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17 · Joanna · 50 s (10:05–10:55)</a:t>
            </a:r>
          </a:p>
          <a:p>
            <a:r>
              <a:rPr lang="pl-PL" dirty="0"/>
              <a:t/>
            </a:r>
          </a:p>
          <a:p>
            <a:r>
              <a:rPr lang="pl-PL" dirty="0"/>
              <a:t>Czwarte pytanie: o czym zapomniałam? W koszyku są lemoniada, nachosy i czekolada. Podpowiedź przy koszyku proponuje dip do nachosów, który pasuje do tego, co już jest w koszyku. Kliknięcie: dip trafia do koszyka. Bliżej finalizacji podpowiedź powinna uzupełniać wybór, a nie otwierać go od nowa (s. 14, 22).</a:t>
            </a:r>
          </a:p>
          <a:p>
            <a:r>
              <a:rPr lang="pl-PL" dirty="0"/>
              <a:t/>
            </a:r>
          </a:p>
          <a:p>
            <a:r>
              <a:rPr lang="pl-PL" dirty="0"/>
              <a:t>Źródło: Scena ilustracyjna. Marki, ekrany i ceny są umowne. Zegar jest elementem opowieści, nie czasem dostawy.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18 · Joanna · 50 s (10:55–11:45)</a:t>
            </a:r>
          </a:p>
          <a:p>
            <a:r>
              <a:rPr lang="pl-PL" dirty="0"/>
              <a:t/>
            </a:r>
          </a:p>
          <a:p>
            <a:r>
              <a:rPr lang="pl-PL" dirty="0"/>
              <a:t>27% badanych z grupy, która zmieniała plany lub zainteresowała się innym produktem, wskazuje dopasowanie do pozostałych zakupów jako powód zwrócenia uwagi na nieplanowany produkt (N=619, s. 41 pełnego raportu; w publikacji s. 15). W tym samym zestawieniu atrakcyjną cenę lub promocję wskazuje 50%. Odsłoń wniosek z historii: dip nie był w planie, ale pasował do koszyka. To deklarowany powód uwagi, nie zmierzony wzrost sprzedaży.</a:t>
            </a:r>
          </a:p>
          <a:p>
            <a:r>
              <a:rPr lang="pl-PL" dirty="0"/>
              <a:t/>
            </a:r>
          </a:p>
          <a:p>
            <a:r>
              <a:rPr lang="pl-PL" dirty="0"/>
              <a:t>Źródło: Inquiry / Glovo, IX 2026 · Osoby, które zmieniały plany lub zainteresowały się innym produktem, N=619 · s. 41 raportu (publikacja: s. 15)</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19 · Joanna · 60 s (11:45–12:45)</a:t>
            </a:r>
          </a:p>
          <a:p>
            <a:r>
              <a:rPr lang="pl-PL" dirty="0"/>
              <a:t/>
            </a:r>
          </a:p>
          <a:p>
            <a:r>
              <a:rPr lang="pl-PL" dirty="0"/>
              <a:t>Teraz nazywamy to, co publiczność już zobaczyła. Banner pokazał możliwość na starcie. Produkt sponsorowany i czytelna karta produktu pomogły wybrać. Rekomendacja przy koszyku pomogła domknąć zakup. Retail Media towarzyszy decyzji na każdym etapie, ale jego rola się zmienia. Nie zakładamy, że reklama zawsze zmienia już domkniętą decyzję.</a:t>
            </a:r>
          </a:p>
          <a:p>
            <a:r>
              <a:rPr lang="pl-PL" dirty="0"/>
              <a:t/>
            </a:r>
          </a:p>
          <a:p>
            <a:r>
              <a:rPr lang="pl-PL" dirty="0"/>
              <a:t>Źródło: Inquiry / Glovo, IX 2026 · Model jakościowy procesu decyzji · s. 17, 22</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20 · Joanna · 50 s (12:45–13:35)</a:t>
            </a:r>
          </a:p>
          <a:p>
            <a:r>
              <a:rPr lang="pl-PL" dirty="0"/>
              <a:t/>
            </a:r>
          </a:p>
          <a:p>
            <a:r>
              <a:rPr lang="pl-PL" dirty="0"/>
              <a:t>48% użytkowników uważa, że dobrze dopasowane rekomendacje pomagają szybciej znaleźć odpowiedni produkt. To deklarowana pomoc, nie zmierzony wzrost sprzedaży. Odsłoń wniosek: podpowiedź powinna pasować do tego, co klient właśnie robi. W naszej historii: nachosy po wpisaniu „przekąski” i dip przy koszyku z nachosami.</a:t>
            </a:r>
          </a:p>
          <a:p>
            <a:r>
              <a:rPr lang="pl-PL" dirty="0"/>
              <a:t/>
            </a:r>
          </a:p>
          <a:p>
            <a:r>
              <a:rPr lang="pl-PL" dirty="0"/>
              <a:t>Źródło: Inquiry / Glovo, IX 2026 · Użytkownicy q-commerce; liczebność podgrupy niewskazana w raporcie · s. 14</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21 · Obie · 55 s (13:35–14:30)</a:t>
            </a:r>
          </a:p>
          <a:p>
            <a:r>
              <a:rPr lang="pl-PL" dirty="0"/>
              <a:t/>
            </a:r>
          </a:p>
          <a:p>
            <a:r>
              <a:rPr lang="pl-PL" dirty="0"/>
              <a:t>Uliana: zacznijmy od tego, co konsument chce załatwić, a nie tylko od planu kampanii. Joanna: Retail Media daje marce miejsce w realnym wyborze, jeżeli produkt pasuje do aktualnej potrzeby: banner na spotkanie, nachosy po wpisaniu „przekąski”, dip przy koszyku. Wspólnie: śledźmy widoczność, uwagę, rozważanie i wybór. Sam zakup po ekspozycji nie dowodzi przyczynowego wpływu reklamy.</a:t>
            </a:r>
          </a:p>
          <a:p>
            <a:r>
              <a:rPr lang="pl-PL" dirty="0"/>
              <a:t/>
            </a:r>
          </a:p>
          <a:p>
            <a:r>
              <a:rPr lang="pl-PL" dirty="0"/>
              <a:t>Źródło: Inquiry / Glovo, IX 2026 · Synteza badania · s. 19, 24, 25</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22 · Obie · 30 s (14:30–15:00)</a:t>
            </a:r>
          </a:p>
          <a:p>
            <a:r>
              <a:rPr lang="pl-PL" dirty="0"/>
              <a:t/>
            </a:r>
          </a:p>
          <a:p>
            <a:r>
              <a:rPr lang="pl-PL" dirty="0"/>
              <a:t>Dzwonek do drzwi. Goście są, stół jest nakryty: lemoniada, nachosy z dipem i czekolada. Odsłoń hasło i przeczytaj je powoli: „Marka dostała miejsce przy stole, bo pomogła go przygotować”. To puenta całej historii.</a:t>
            </a:r>
          </a:p>
          <a:p>
            <a:r>
              <a:rPr lang="pl-PL" dirty="0"/>
              <a:t/>
            </a:r>
          </a:p>
          <a:p>
            <a:r>
              <a:rPr lang="pl-PL" dirty="0"/>
              <a:t>Źródło: Scena ilustracyjna. Produkty i marki są umowne.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p:cNvSpPr>
            <a:spLocks noGrp="1" noRot="1" noChangeAspect="1"/>
          </p:cNvSpPr>
          <p:nvPr>
            <p:ph type="sldImg"/>
          </p:nvPr>
        </p:nvSpPr>
        <p:spPr/>
      </p:sp>
      <p:sp>
        <p:nvSpPr>
          <p:cNvPr id="3" name="Notatki"/>
          <p:cNvSpPr>
            <a:spLocks noGrp="1"/>
          </p:cNvSpPr>
          <p:nvPr>
            <p:ph type="body" idx="1"/>
          </p:nvPr>
        </p:nvSpPr>
        <p:spPr/>
        <p:txBody>
          <a:bodyPr/>
          <a:lstStyle/>
          <a:p>
            <a:r>
              <a:rPr lang="pl-PL" dirty="0"/>
              <a:t>Slajd 23 · Obie · 15 s (15:00–15:15)</a:t>
            </a:r>
          </a:p>
          <a:p>
            <a:r>
              <a:rPr lang="pl-PL" dirty="0"/>
              <a:t/>
            </a:r>
          </a:p>
          <a:p>
            <a:r>
              <a:rPr lang="pl-PL" dirty="0"/>
              <a:t>Wróćcie do loadera ze slajdu 3. Teraz jest pełny. Powiedzcie: „To jest doświadczenie, którego potrzebuje Homo Urgens: potrzeba załatwiona”. Po kliknięciu pojawiają się podpisy. Podziękujcie. Scenariusz trwa 15:15, z zapasem 2:45 do limitu 18 minut.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marL="0" algn="l" defTabSz="914400" rtl="0" eaLnBrk="1" latinLnBrk="0" hangingPunct="1">
        <a:lnSpc>
          <a:spcPct val="100000"/>
        </a:lnSpc>
        <a:spcBef>
          <a:spcPts val="0"/>
        </a:spcBef>
        <a:buNone/>
        <a:defRPr sz="4400" kern="1200">
          <a:solidFill>
            <a:schemeClr val="tx1"/>
          </a:solidFill>
          <a:latin typeface="+mj-lt"/>
          <a:ea typeface="+mn-ea"/>
          <a:cs typeface="+mj-lt"/>
        </a:defRPr>
      </a:lvl1pPr>
    </p:titleStyle>
    <p:bodyStyle>
      <a:lvl1pPr marL="0" algn="l" defTabSz="914400" rtl="0" eaLnBrk="1" latinLnBrk="0" hangingPunct="1">
        <a:lnSpc>
          <a:spcPct val="100000"/>
        </a:lnSpc>
        <a:spcBef>
          <a:spcPts val="0"/>
        </a:spcBef>
        <a:buNone/>
        <a:defRPr sz="2800" kern="1200">
          <a:solidFill>
            <a:schemeClr val="tx1"/>
          </a:solidFill>
          <a:latin typeface="+mn-lt"/>
          <a:ea typeface="+mn-ea"/>
          <a:cs typeface="+mn-lt"/>
        </a:defRPr>
      </a:lvl1pPr>
    </p:bodyStyle>
    <p:otherStyle>
      <a:lvl1pPr marL="0" algn="l" defTabSz="914400" rtl="0" eaLnBrk="1" latinLnBrk="0" hangingPunct="1">
        <a:lnSpc>
          <a:spcPct val="100000"/>
        </a:lnSpc>
        <a:spcBef>
          <a:spcPts val="0"/>
        </a:spcBef>
        <a:buNone/>
        <a:defRPr sz="1800" kern="1200">
          <a:solidFill>
            <a:schemeClr val="tx1"/>
          </a:solidFill>
          <a:latin typeface="+mn-lt"/>
          <a:ea typeface="+mn-ea"/>
          <a:cs typeface="+mn-lt"/>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xmlns:p14="http://schemas.microsoft.com/office/powerpoint/2010/main">
  <p:cSld name="Homo Urgens: Wychowaliśmy pokolenie natychmiastowości. Co na to Retail Media onsite?">
    <p:bg>
      <p:bgPr>
        <a:solidFill>
          <a:srgbClr val="FFFFFF"/>
        </a:solidFill>
        <a:effectLst/>
      </p:bgPr>
    </p:bg>
    <p:spTree>
      <p:nvGrpSpPr>
        <p:cNvPr id="1" name=""/>
        <p:cNvGrpSpPr/>
        <p:nvPr/>
      </p:nvGrpSpPr>
      <p:grpSpPr>
        <a:xfrm>
          <a:off x="0" y="0"/>
          <a:ext cx="0" cy="0"/>
          <a:chOff x="0" y="0"/>
          <a:chExt cx="0" cy="0"/>
        </a:xfrm>
      </p:grpSpPr>
      <p:sp>
        <p:nvSpPr>
          <p:cNvPr id="2" name="Serce – fasetka"/>
          <p:cNvSpPr/>
          <p:nvPr/>
        </p:nvSpPr>
        <p:spPr>
          <a:xfrm>
            <a:off x="8369300" y="2063750"/>
            <a:ext cx="1343025" cy="1154113"/>
          </a:xfrm>
          <a:custGeom>
            <a:avLst/>
            <a:gdLst/>
            <a:ahLst/>
            <a:cxnLst/>
            <a:rect l="0" t="0" r="r" b="b"/>
            <a:pathLst>
              <a:path w="1343025" h="1154113">
                <a:moveTo>
                  <a:pt x="0" y="357188"/>
                </a:moveTo>
                <a:lnTo>
                  <a:pt x="733425" y="0"/>
                </a:lnTo>
                <a:lnTo>
                  <a:pt x="1343025" y="1154113"/>
                </a:lnTo>
                <a:close/>
              </a:path>
            </a:pathLst>
          </a:custGeom>
          <a:solidFill>
            <a:srgbClr val="CF1723"/>
          </a:solidFill>
          <a:ln w="4763">
            <a:solidFill>
              <a:srgbClr val="CF1723"/>
            </a:solidFill>
            <a:round/>
          </a:ln>
        </p:spPr>
        <p:txBody>
          <a:bodyPr rtlCol="0" anchor="ctr"/>
          <a:lstStyle/>
          <a:p>
            <a:pPr algn="ctr"/>
            <a:endParaRPr lang="pl-PL" dirty="0"/>
          </a:p>
        </p:txBody>
      </p:sp>
      <p:sp>
        <p:nvSpPr>
          <p:cNvPr id="3" name="Serce – fasetka 2"/>
          <p:cNvSpPr/>
          <p:nvPr/>
        </p:nvSpPr>
        <p:spPr>
          <a:xfrm>
            <a:off x="9102725" y="2063750"/>
            <a:ext cx="609600" cy="1154113"/>
          </a:xfrm>
          <a:custGeom>
            <a:avLst/>
            <a:gdLst/>
            <a:ahLst/>
            <a:cxnLst/>
            <a:rect l="0" t="0" r="r" b="b"/>
            <a:pathLst>
              <a:path w="609600" h="1154113">
                <a:moveTo>
                  <a:pt x="0" y="0"/>
                </a:moveTo>
                <a:lnTo>
                  <a:pt x="609600" y="439738"/>
                </a:lnTo>
                <a:lnTo>
                  <a:pt x="609600" y="1154113"/>
                </a:lnTo>
                <a:close/>
              </a:path>
            </a:pathLst>
          </a:custGeom>
          <a:solidFill>
            <a:srgbClr val="EE312F"/>
          </a:solidFill>
          <a:ln w="4763">
            <a:solidFill>
              <a:srgbClr val="EE312F"/>
            </a:solidFill>
            <a:round/>
          </a:ln>
        </p:spPr>
        <p:txBody>
          <a:bodyPr rtlCol="0" anchor="ctr"/>
          <a:lstStyle/>
          <a:p>
            <a:pPr algn="ctr"/>
            <a:endParaRPr lang="pl-PL" dirty="0"/>
          </a:p>
        </p:txBody>
      </p:sp>
      <p:sp>
        <p:nvSpPr>
          <p:cNvPr id="4" name="Serce – fasetka 3"/>
          <p:cNvSpPr/>
          <p:nvPr/>
        </p:nvSpPr>
        <p:spPr>
          <a:xfrm>
            <a:off x="9712325" y="2063750"/>
            <a:ext cx="609600" cy="1154113"/>
          </a:xfrm>
          <a:custGeom>
            <a:avLst/>
            <a:gdLst/>
            <a:ahLst/>
            <a:cxnLst/>
            <a:rect l="0" t="0" r="r" b="b"/>
            <a:pathLst>
              <a:path w="609600" h="1154113">
                <a:moveTo>
                  <a:pt x="0" y="439738"/>
                </a:moveTo>
                <a:lnTo>
                  <a:pt x="609600" y="0"/>
                </a:lnTo>
                <a:lnTo>
                  <a:pt x="0" y="1154113"/>
                </a:lnTo>
                <a:close/>
              </a:path>
            </a:pathLst>
          </a:custGeom>
          <a:solidFill>
            <a:srgbClr val="CF1723"/>
          </a:solidFill>
          <a:ln w="4763">
            <a:solidFill>
              <a:srgbClr val="CF1723"/>
            </a:solidFill>
            <a:round/>
          </a:ln>
        </p:spPr>
        <p:txBody>
          <a:bodyPr rtlCol="0" anchor="ctr"/>
          <a:lstStyle/>
          <a:p>
            <a:pPr algn="ctr"/>
            <a:endParaRPr lang="pl-PL" dirty="0"/>
          </a:p>
        </p:txBody>
      </p:sp>
      <p:sp>
        <p:nvSpPr>
          <p:cNvPr id="5" name="Serce – fasetka 4"/>
          <p:cNvSpPr/>
          <p:nvPr/>
        </p:nvSpPr>
        <p:spPr>
          <a:xfrm>
            <a:off x="9712325" y="2063750"/>
            <a:ext cx="1344613" cy="1154113"/>
          </a:xfrm>
          <a:custGeom>
            <a:avLst/>
            <a:gdLst/>
            <a:ahLst/>
            <a:cxnLst/>
            <a:rect l="0" t="0" r="r" b="b"/>
            <a:pathLst>
              <a:path w="1344613" h="1154113">
                <a:moveTo>
                  <a:pt x="609600" y="0"/>
                </a:moveTo>
                <a:lnTo>
                  <a:pt x="1344613" y="357188"/>
                </a:lnTo>
                <a:lnTo>
                  <a:pt x="0" y="1154113"/>
                </a:lnTo>
                <a:close/>
              </a:path>
            </a:pathLst>
          </a:custGeom>
          <a:solidFill>
            <a:srgbClr val="EE312F"/>
          </a:solidFill>
          <a:ln w="4763">
            <a:solidFill>
              <a:srgbClr val="EE312F"/>
            </a:solidFill>
            <a:round/>
          </a:ln>
        </p:spPr>
        <p:txBody>
          <a:bodyPr rtlCol="0" anchor="ctr"/>
          <a:lstStyle/>
          <a:p>
            <a:pPr algn="ctr"/>
            <a:endParaRPr lang="pl-PL" dirty="0"/>
          </a:p>
        </p:txBody>
      </p:sp>
      <p:sp>
        <p:nvSpPr>
          <p:cNvPr id="6" name="Serce – fasetka 5"/>
          <p:cNvSpPr/>
          <p:nvPr/>
        </p:nvSpPr>
        <p:spPr>
          <a:xfrm>
            <a:off x="9712325" y="2420938"/>
            <a:ext cx="1585913" cy="1017588"/>
          </a:xfrm>
          <a:custGeom>
            <a:avLst/>
            <a:gdLst/>
            <a:ahLst/>
            <a:cxnLst/>
            <a:rect l="0" t="0" r="r" b="b"/>
            <a:pathLst>
              <a:path w="1585913" h="1017588">
                <a:moveTo>
                  <a:pt x="1344613" y="0"/>
                </a:moveTo>
                <a:lnTo>
                  <a:pt x="1585913" y="536575"/>
                </a:lnTo>
                <a:lnTo>
                  <a:pt x="1344613" y="1017588"/>
                </a:lnTo>
                <a:lnTo>
                  <a:pt x="0" y="796925"/>
                </a:lnTo>
                <a:close/>
              </a:path>
            </a:pathLst>
          </a:custGeom>
          <a:solidFill>
            <a:srgbClr val="CF1723"/>
          </a:solidFill>
          <a:ln w="4763">
            <a:solidFill>
              <a:srgbClr val="CF1723"/>
            </a:solidFill>
            <a:round/>
          </a:ln>
        </p:spPr>
        <p:txBody>
          <a:bodyPr rtlCol="0" anchor="ctr"/>
          <a:lstStyle/>
          <a:p>
            <a:pPr algn="ctr"/>
            <a:endParaRPr lang="pl-PL" dirty="0"/>
          </a:p>
        </p:txBody>
      </p:sp>
      <p:sp>
        <p:nvSpPr>
          <p:cNvPr id="7" name="Serce – fasetka 6"/>
          <p:cNvSpPr/>
          <p:nvPr/>
        </p:nvSpPr>
        <p:spPr>
          <a:xfrm>
            <a:off x="8128000" y="2420938"/>
            <a:ext cx="1584325" cy="1017588"/>
          </a:xfrm>
          <a:custGeom>
            <a:avLst/>
            <a:gdLst/>
            <a:ahLst/>
            <a:cxnLst/>
            <a:rect l="0" t="0" r="r" b="b"/>
            <a:pathLst>
              <a:path w="1584325" h="1017588">
                <a:moveTo>
                  <a:pt x="241300" y="0"/>
                </a:moveTo>
                <a:lnTo>
                  <a:pt x="0" y="536575"/>
                </a:lnTo>
                <a:lnTo>
                  <a:pt x="241300" y="1017588"/>
                </a:lnTo>
                <a:lnTo>
                  <a:pt x="1584325" y="796925"/>
                </a:lnTo>
                <a:close/>
              </a:path>
            </a:pathLst>
          </a:custGeom>
          <a:solidFill>
            <a:srgbClr val="95161D"/>
          </a:solidFill>
          <a:ln w="4763">
            <a:solidFill>
              <a:srgbClr val="95161D"/>
            </a:solidFill>
            <a:round/>
          </a:ln>
        </p:spPr>
        <p:txBody>
          <a:bodyPr rtlCol="0" anchor="ctr"/>
          <a:lstStyle/>
          <a:p>
            <a:pPr algn="ctr"/>
            <a:endParaRPr lang="pl-PL" dirty="0"/>
          </a:p>
        </p:txBody>
      </p:sp>
      <p:sp>
        <p:nvSpPr>
          <p:cNvPr id="8" name="Serce – fasetka 7"/>
          <p:cNvSpPr/>
          <p:nvPr/>
        </p:nvSpPr>
        <p:spPr>
          <a:xfrm>
            <a:off x="8369300" y="3217863"/>
            <a:ext cx="1343025" cy="1458913"/>
          </a:xfrm>
          <a:custGeom>
            <a:avLst/>
            <a:gdLst/>
            <a:ahLst/>
            <a:cxnLst/>
            <a:rect l="0" t="0" r="r" b="b"/>
            <a:pathLst>
              <a:path w="1343025" h="1458913">
                <a:moveTo>
                  <a:pt x="0" y="220663"/>
                </a:moveTo>
                <a:lnTo>
                  <a:pt x="1343025" y="0"/>
                </a:lnTo>
                <a:lnTo>
                  <a:pt x="1343025" y="1458913"/>
                </a:lnTo>
                <a:close/>
              </a:path>
            </a:pathLst>
          </a:custGeom>
          <a:solidFill>
            <a:srgbClr val="CF1723"/>
          </a:solidFill>
          <a:ln w="4763">
            <a:solidFill>
              <a:srgbClr val="CF1723"/>
            </a:solidFill>
            <a:round/>
          </a:ln>
        </p:spPr>
        <p:txBody>
          <a:bodyPr rtlCol="0" anchor="ctr"/>
          <a:lstStyle/>
          <a:p>
            <a:pPr algn="ctr"/>
            <a:endParaRPr lang="pl-PL" dirty="0"/>
          </a:p>
        </p:txBody>
      </p:sp>
      <p:sp>
        <p:nvSpPr>
          <p:cNvPr id="9" name="Serce – fasetka 8"/>
          <p:cNvSpPr/>
          <p:nvPr/>
        </p:nvSpPr>
        <p:spPr>
          <a:xfrm>
            <a:off x="9712325" y="3217863"/>
            <a:ext cx="1344613" cy="1458913"/>
          </a:xfrm>
          <a:custGeom>
            <a:avLst/>
            <a:gdLst/>
            <a:ahLst/>
            <a:cxnLst/>
            <a:rect l="0" t="0" r="r" b="b"/>
            <a:pathLst>
              <a:path w="1344613" h="1458913">
                <a:moveTo>
                  <a:pt x="0" y="0"/>
                </a:moveTo>
                <a:lnTo>
                  <a:pt x="1344613" y="220663"/>
                </a:lnTo>
                <a:lnTo>
                  <a:pt x="0" y="1458913"/>
                </a:lnTo>
                <a:close/>
              </a:path>
            </a:pathLst>
          </a:custGeom>
          <a:solidFill>
            <a:srgbClr val="95161D"/>
          </a:solidFill>
          <a:ln w="4763">
            <a:solidFill>
              <a:srgbClr val="95161D"/>
            </a:solidFill>
            <a:round/>
          </a:ln>
        </p:spPr>
        <p:txBody>
          <a:bodyPr rtlCol="0" anchor="ctr"/>
          <a:lstStyle/>
          <a:p>
            <a:pPr algn="ctr"/>
            <a:endParaRPr lang="pl-PL" dirty="0"/>
          </a:p>
        </p:txBody>
      </p:sp>
      <p:sp>
        <p:nvSpPr>
          <p:cNvPr id="10" name="Tekst: Tryb: TERAZ"/>
          <p:cNvSpPr txBox="1"/>
          <p:nvPr/>
        </p:nvSpPr>
        <p:spPr>
          <a:xfrm>
            <a:off x="824359" y="1238250"/>
            <a:ext cx="5162550" cy="205740"/>
          </a:xfrm>
          <a:prstGeom prst="rect">
            <a:avLst/>
          </a:prstGeom>
          <a:noFill/>
          <a:ln>
            <a:noFill/>
          </a:ln>
        </p:spPr>
        <p:txBody>
          <a:bodyPr wrap="none" lIns="0" tIns="0" rIns="0" bIns="0" rtlCol="0" anchor="t">
            <a:noAutofit/>
          </a:bodyPr>
          <a:lstStyle/>
          <a:p>
            <a:pPr algn="l">
              <a:spcBef>
                <a:spcPts val="0"/>
              </a:spcBef>
              <a:spcAft>
                <a:spcPts val="0"/>
              </a:spcAft>
              <a:buNone/>
            </a:pPr>
            <a:r>
              <a:rPr lang="pl-PL" sz="1350" b="1" kern="100" cap="all" spc="189" dirty="0">
                <a:solidFill>
                  <a:srgbClr val="EE312F"/>
                </a:solidFill>
                <a:latin typeface="Lato"/>
                <a:cs typeface="Lato"/>
              </a:rPr>
              <a:t>Tryb: TERAZ</a:t>
            </a:r>
            <a:endParaRPr lang="pl-PL" sz="1350" b="1" kern="100" cap="all" spc="189" dirty="0">
              <a:solidFill>
                <a:srgbClr val="EE312F"/>
              </a:solidFill>
              <a:latin typeface="Lato"/>
              <a:cs typeface="Lato"/>
            </a:endParaRPr>
          </a:p>
        </p:txBody>
      </p:sp>
      <p:sp>
        <p:nvSpPr>
          <p:cNvPr id="11" name="Tekst: Homo Urgens · 1"/>
          <p:cNvSpPr txBox="1"/>
          <p:nvPr/>
        </p:nvSpPr>
        <p:spPr>
          <a:xfrm>
            <a:off x="824359" y="1730335"/>
            <a:ext cx="5162550" cy="1057910"/>
          </a:xfrm>
          <a:prstGeom prst="rect">
            <a:avLst/>
          </a:prstGeom>
          <a:noFill/>
          <a:ln>
            <a:noFill/>
          </a:ln>
        </p:spPr>
        <p:txBody>
          <a:bodyPr wrap="none" lIns="0" tIns="0" rIns="0" bIns="0" rtlCol="0" anchor="ctr">
            <a:noAutofit/>
          </a:bodyPr>
          <a:lstStyle/>
          <a:p>
            <a:pPr algn="l">
              <a:spcBef>
                <a:spcPts val="0"/>
              </a:spcBef>
              <a:spcAft>
                <a:spcPts val="0"/>
              </a:spcAft>
              <a:buNone/>
            </a:pPr>
            <a:r>
              <a:rPr lang="pl-PL" sz="8500" kern="100" spc="-297" dirty="0">
                <a:solidFill>
                  <a:srgbClr val="151515"/>
                </a:solidFill>
                <a:latin typeface="Lato Black"/>
                <a:cs typeface="Lato Black"/>
              </a:rPr>
              <a:t>Homo</a:t>
            </a:r>
            <a:endParaRPr lang="pl-PL" sz="8500" kern="100" spc="-297" dirty="0">
              <a:solidFill>
                <a:srgbClr val="151515"/>
              </a:solidFill>
              <a:latin typeface="Lato Black"/>
              <a:cs typeface="Lato Black"/>
            </a:endParaRPr>
          </a:p>
        </p:txBody>
      </p:sp>
      <p:sp>
        <p:nvSpPr>
          <p:cNvPr id="12" name="Tekst: Homo Urgens · 2"/>
          <p:cNvSpPr txBox="1"/>
          <p:nvPr/>
        </p:nvSpPr>
        <p:spPr>
          <a:xfrm>
            <a:off x="824359" y="2788245"/>
            <a:ext cx="5162550" cy="1057910"/>
          </a:xfrm>
          <a:prstGeom prst="rect">
            <a:avLst/>
          </a:prstGeom>
          <a:noFill/>
          <a:ln>
            <a:noFill/>
          </a:ln>
        </p:spPr>
        <p:txBody>
          <a:bodyPr wrap="none" lIns="0" tIns="0" rIns="0" bIns="0" rtlCol="0" anchor="ctr">
            <a:noAutofit/>
          </a:bodyPr>
          <a:lstStyle/>
          <a:p>
            <a:pPr algn="l">
              <a:spcBef>
                <a:spcPts val="0"/>
              </a:spcBef>
              <a:spcAft>
                <a:spcPts val="0"/>
              </a:spcAft>
              <a:buNone/>
            </a:pPr>
            <a:r>
              <a:rPr lang="pl-PL" sz="8500" kern="100" spc="-297" dirty="0">
                <a:solidFill>
                  <a:srgbClr val="151515"/>
                </a:solidFill>
                <a:latin typeface="Lato Black"/>
                <a:cs typeface="Lato Black"/>
              </a:rPr>
              <a:t>Urgens</a:t>
            </a:r>
            <a:endParaRPr lang="pl-PL" sz="8500" kern="100" spc="-297" dirty="0">
              <a:solidFill>
                <a:srgbClr val="151515"/>
              </a:solidFill>
              <a:latin typeface="Lato Black"/>
              <a:cs typeface="Lato Black"/>
            </a:endParaRPr>
          </a:p>
        </p:txBody>
      </p:sp>
      <p:sp>
        <p:nvSpPr>
          <p:cNvPr id="13" name="Tekst: Wychowaliśmy pokolenie natychmiastowości · 1"/>
          <p:cNvSpPr txBox="1"/>
          <p:nvPr/>
        </p:nvSpPr>
        <p:spPr>
          <a:xfrm>
            <a:off x="824359" y="3902567"/>
            <a:ext cx="6344722" cy="341376"/>
          </a:xfrm>
          <a:prstGeom prst="rect">
            <a:avLst/>
          </a:prstGeom>
          <a:noFill/>
          <a:ln>
            <a:noFill/>
          </a:ln>
        </p:spPr>
        <p:txBody>
          <a:bodyPr wrap="none" lIns="0" tIns="0" rIns="0" bIns="0" rtlCol="0" anchor="ctr">
            <a:noAutofit/>
          </a:bodyPr>
          <a:lstStyle/>
          <a:p>
            <a:pPr algn="l">
              <a:spcBef>
                <a:spcPts val="0"/>
              </a:spcBef>
              <a:spcAft>
                <a:spcPts val="0"/>
              </a:spcAft>
              <a:buNone/>
            </a:pPr>
            <a:r>
              <a:rPr lang="pl-PL" sz="2100" kern="100" spc="-31" dirty="0">
                <a:solidFill>
                  <a:srgbClr val="151515"/>
                </a:solidFill>
                <a:latin typeface="Lato"/>
                <a:cs typeface="Lato"/>
              </a:rPr>
              <a:t>Wychowaliśmy pokolenie natychmiastowości.</a:t>
            </a:r>
            <a:endParaRPr lang="pl-PL" sz="2100" kern="100" spc="-31" dirty="0">
              <a:solidFill>
                <a:srgbClr val="151515"/>
              </a:solidFill>
              <a:latin typeface="Lato"/>
              <a:cs typeface="Lato"/>
            </a:endParaRPr>
          </a:p>
        </p:txBody>
      </p:sp>
      <p:sp>
        <p:nvSpPr>
          <p:cNvPr id="14" name="Tekst: Wychowaliśmy pokolenie natychmiastowości · 2"/>
          <p:cNvSpPr txBox="1"/>
          <p:nvPr/>
        </p:nvSpPr>
        <p:spPr>
          <a:xfrm>
            <a:off x="824359" y="4243943"/>
            <a:ext cx="6344722" cy="341376"/>
          </a:xfrm>
          <a:prstGeom prst="rect">
            <a:avLst/>
          </a:prstGeom>
          <a:noFill/>
          <a:ln>
            <a:noFill/>
          </a:ln>
        </p:spPr>
        <p:txBody>
          <a:bodyPr wrap="none" lIns="0" tIns="0" rIns="0" bIns="0" rtlCol="0" anchor="ctr">
            <a:noAutofit/>
          </a:bodyPr>
          <a:lstStyle/>
          <a:p>
            <a:pPr algn="l">
              <a:spcBef>
                <a:spcPts val="0"/>
              </a:spcBef>
              <a:spcAft>
                <a:spcPts val="0"/>
              </a:spcAft>
              <a:buNone/>
            </a:pPr>
            <a:r>
              <a:rPr lang="pl-PL" sz="2100" kern="100" spc="-31" dirty="0">
                <a:solidFill>
                  <a:srgbClr val="151515"/>
                </a:solidFill>
                <a:latin typeface="Lato"/>
                <a:cs typeface="Lato"/>
              </a:rPr>
              <a:t>Co na to Retail Media onsite?</a:t>
            </a:r>
            <a:endParaRPr lang="pl-PL" sz="2100" kern="100" spc="-31" dirty="0">
              <a:solidFill>
                <a:srgbClr val="151515"/>
              </a:solidFill>
              <a:latin typeface="Lato"/>
              <a:cs typeface="Lato"/>
            </a:endParaRPr>
          </a:p>
        </p:txBody>
      </p:sp>
      <p:sp>
        <p:nvSpPr>
          <p:cNvPr id="15" name="Tekst: Uliana Jelonek Joanna Wysocka · 1"/>
          <p:cNvSpPr txBox="1"/>
          <p:nvPr/>
        </p:nvSpPr>
        <p:spPr>
          <a:xfrm>
            <a:off x="824359" y="4869071"/>
            <a:ext cx="5162550" cy="255905"/>
          </a:xfrm>
          <a:prstGeom prst="rect">
            <a:avLst/>
          </a:prstGeom>
          <a:noFill/>
          <a:ln>
            <a:noFill/>
          </a:ln>
        </p:spPr>
        <p:txBody>
          <a:bodyPr wrap="none" lIns="0" tIns="0" rIns="0" bIns="0" rtlCol="0" anchor="ctr">
            <a:noAutofit/>
          </a:bodyPr>
          <a:lstStyle/>
          <a:p>
            <a:pPr algn="l">
              <a:spcBef>
                <a:spcPts val="0"/>
              </a:spcBef>
              <a:spcAft>
                <a:spcPts val="0"/>
              </a:spcAft>
              <a:buNone/>
            </a:pPr>
            <a:r>
              <a:rPr lang="pl-PL" sz="1550" b="1" kern="100" dirty="0">
                <a:solidFill>
                  <a:srgbClr val="151515"/>
                </a:solidFill>
                <a:latin typeface="Lato"/>
                <a:cs typeface="Lato"/>
              </a:rPr>
              <a:t>Uliana Jelonek</a:t>
            </a:r>
            <a:endParaRPr lang="pl-PL" sz="1550" b="1" kern="100" dirty="0">
              <a:solidFill>
                <a:srgbClr val="151515"/>
              </a:solidFill>
              <a:latin typeface="Lato"/>
              <a:cs typeface="Lato"/>
            </a:endParaRPr>
          </a:p>
        </p:txBody>
      </p:sp>
      <p:sp>
        <p:nvSpPr>
          <p:cNvPr id="16" name="Tekst: Uliana Jelonek Joanna Wysocka · 2"/>
          <p:cNvSpPr txBox="1"/>
          <p:nvPr/>
        </p:nvSpPr>
        <p:spPr>
          <a:xfrm>
            <a:off x="824359" y="5124976"/>
            <a:ext cx="5162550" cy="255905"/>
          </a:xfrm>
          <a:prstGeom prst="rect">
            <a:avLst/>
          </a:prstGeom>
          <a:noFill/>
          <a:ln>
            <a:noFill/>
          </a:ln>
        </p:spPr>
        <p:txBody>
          <a:bodyPr wrap="none" lIns="0" tIns="0" rIns="0" bIns="0" rtlCol="0" anchor="ctr">
            <a:noAutofit/>
          </a:bodyPr>
          <a:lstStyle/>
          <a:p>
            <a:pPr algn="l">
              <a:spcBef>
                <a:spcPts val="0"/>
              </a:spcBef>
              <a:spcAft>
                <a:spcPts val="0"/>
              </a:spcAft>
              <a:buNone/>
            </a:pPr>
            <a:r>
              <a:rPr lang="pl-PL" sz="1550" b="1" kern="100" dirty="0">
                <a:solidFill>
                  <a:srgbClr val="151515"/>
                </a:solidFill>
                <a:latin typeface="Lato"/>
                <a:cs typeface="Lato"/>
              </a:rPr>
              <a:t>Joanna Wysocka</a:t>
            </a:r>
            <a:endParaRPr lang="pl-PL" sz="1550" b="1" kern="100" dirty="0">
              <a:solidFill>
                <a:srgbClr val="151515"/>
              </a:solidFill>
              <a:latin typeface="Lato"/>
              <a:cs typeface="Lato"/>
            </a:endParaRPr>
          </a:p>
        </p:txBody>
      </p:sp>
      <p:sp>
        <p:nvSpPr>
          <p:cNvPr id="17" name="Tekst: Glovo"/>
          <p:cNvSpPr txBox="1"/>
          <p:nvPr/>
        </p:nvSpPr>
        <p:spPr>
          <a:xfrm>
            <a:off x="824359" y="5445631"/>
            <a:ext cx="5162550" cy="214630"/>
          </a:xfrm>
          <a:prstGeom prst="rect">
            <a:avLst/>
          </a:prstGeom>
          <a:noFill/>
          <a:ln>
            <a:noFill/>
          </a:ln>
        </p:spPr>
        <p:txBody>
          <a:bodyPr wrap="none" lIns="0" tIns="0" rIns="0" bIns="0" rtlCol="0" anchor="t">
            <a:noAutofit/>
          </a:bodyPr>
          <a:lstStyle/>
          <a:p>
            <a:pPr algn="l">
              <a:spcBef>
                <a:spcPts val="0"/>
              </a:spcBef>
              <a:spcAft>
                <a:spcPts val="0"/>
              </a:spcAft>
              <a:buNone/>
            </a:pPr>
            <a:r>
              <a:rPr lang="pl-PL" sz="1300" kern="100" dirty="0">
                <a:solidFill>
                  <a:srgbClr val="777777"/>
                </a:solidFill>
                <a:latin typeface="Lato"/>
                <a:cs typeface="Lato"/>
              </a:rPr>
              <a:t>Glovo</a:t>
            </a:r>
            <a:endParaRPr lang="pl-PL" sz="1300" kern="100" dirty="0">
              <a:solidFill>
                <a:srgbClr val="777777"/>
              </a:solidFill>
              <a:latin typeface="Lato"/>
              <a:cs typeface="Lato"/>
            </a:endParaRPr>
          </a:p>
        </p:txBody>
      </p:sp>
      <p:pic>
        <p:nvPicPr>
          <p:cNvPr id="18" name="!!Logo" descr="I love marketing &amp; technology"/>
          <p:cNvPicPr>
            <a:picLocks noChangeAspect="1"/>
          </p:cNvPicPr>
          <p:nvPr/>
        </p:nvPicPr>
        <p:blipFill>
          <a:blip r:embed="rId3"/>
          <a:stretch>
            <a:fillRect/>
          </a:stretch>
        </p:blipFill>
        <p:spPr>
          <a:xfrm>
            <a:off x="825500" y="363240"/>
            <a:ext cx="3048000" cy="273050"/>
          </a:xfrm>
          <a:prstGeom prst="rect">
            <a:avLst/>
          </a:prstGeom>
        </p:spPr>
      </p:pic>
      <p:sp>
        <p:nvSpPr>
          <p:cNvPr id="19"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666666"/>
                </a:solidFill>
                <a:latin typeface="Lato"/>
                <a:cs typeface="Lato"/>
              </a:rPr>
              <a:t>01 / 23</a:t>
            </a:r>
            <a:endParaRPr lang="pl-PL" sz="1100" kern="100" spc="66" dirty="0">
              <a:solidFill>
                <a:srgbClr val="666666"/>
              </a:solidFill>
              <a:latin typeface="Lato"/>
              <a:cs typeface="Lato"/>
            </a:endParaRPr>
          </a:p>
        </p:txBody>
      </p:sp>
      <p:sp>
        <p:nvSpPr>
          <p:cNvPr id="20" name="!!Postęp"/>
          <p:cNvSpPr/>
          <p:nvPr/>
        </p:nvSpPr>
        <p:spPr>
          <a:xfrm>
            <a:off x="1488" y="6826250"/>
            <a:ext cx="527050" cy="31750"/>
          </a:xfrm>
          <a:prstGeom prst="rect">
            <a:avLst/>
          </a:prstGeom>
          <a:solidFill>
            <a:srgbClr val="EE312F"/>
          </a:solidFill>
          <a:ln>
            <a:noFill/>
          </a:ln>
        </p:spPr>
        <p:txBody>
          <a:bodyPr rtlCol="0" anchor="ctr"/>
          <a:lstStyle/>
          <a:p>
            <a:pPr algn="ctr"/>
            <a:endParaRPr lang="pl-PL"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p14="http://schemas.microsoft.com/office/powerpoint/2010/main">
  <p:cSld name="Co mówi konsument w trybie pilnej potrzeby">
    <p:bg>
      <p:bgPr>
        <a:solidFill>
          <a:srgbClr val="FFFFFF"/>
        </a:solidFill>
        <a:effectLst/>
      </p:bgPr>
    </p:bg>
    <p:spTree>
      <p:nvGrpSpPr>
        <p:cNvPr id="1" name=""/>
        <p:cNvGrpSpPr/>
        <p:nvPr/>
      </p:nvGrpSpPr>
      <p:grpSpPr>
        <a:xfrm>
          <a:off x="0" y="0"/>
          <a:ext cx="0" cy="0"/>
          <a:chOff x="0" y="0"/>
          <a:chExt cx="0" cy="0"/>
        </a:xfrm>
      </p:grpSpPr>
      <p:sp>
        <p:nvSpPr>
          <p:cNvPr id="2" name="Linia"/>
          <p:cNvSpPr/>
          <p:nvPr/>
        </p:nvSpPr>
        <p:spPr>
          <a:xfrm>
            <a:off x="825500" y="3174901"/>
            <a:ext cx="3238500" cy="19050"/>
          </a:xfrm>
          <a:prstGeom prst="rect">
            <a:avLst/>
          </a:prstGeom>
          <a:solidFill>
            <a:srgbClr val="151515"/>
          </a:solidFill>
          <a:ln>
            <a:noFill/>
          </a:ln>
        </p:spPr>
        <p:txBody>
          <a:bodyPr rtlCol="0" anchor="ctr"/>
          <a:lstStyle/>
          <a:p>
            <a:pPr algn="ctr"/>
            <a:endParaRPr lang="pl-PL" dirty="0"/>
          </a:p>
        </p:txBody>
      </p:sp>
      <p:sp>
        <p:nvSpPr>
          <p:cNvPr id="3" name="Kształt"/>
          <p:cNvSpPr/>
          <p:nvPr/>
        </p:nvSpPr>
        <p:spPr>
          <a:xfrm>
            <a:off x="825500" y="3333750"/>
            <a:ext cx="190500" cy="330200"/>
          </a:xfrm>
          <a:custGeom>
            <a:avLst/>
            <a:gdLst/>
            <a:ahLst/>
            <a:cxnLst/>
            <a:rect l="0" t="0" r="r" b="b"/>
            <a:pathLst>
              <a:path w="190500" h="330200">
                <a:moveTo>
                  <a:pt x="0" y="0"/>
                </a:moveTo>
                <a:lnTo>
                  <a:pt x="190500" y="0"/>
                </a:lnTo>
                <a:lnTo>
                  <a:pt x="190500" y="190500"/>
                </a:lnTo>
                <a:lnTo>
                  <a:pt x="107950" y="330200"/>
                </a:lnTo>
                <a:lnTo>
                  <a:pt x="31750" y="330200"/>
                </a:lnTo>
                <a:lnTo>
                  <a:pt x="82550" y="190500"/>
                </a:lnTo>
                <a:lnTo>
                  <a:pt x="0" y="190500"/>
                </a:lnTo>
                <a:close/>
              </a:path>
            </a:pathLst>
          </a:custGeom>
          <a:solidFill>
            <a:srgbClr val="EE312F"/>
          </a:solidFill>
          <a:ln>
            <a:noFill/>
          </a:ln>
        </p:spPr>
        <p:txBody>
          <a:bodyPr rtlCol="0" anchor="ctr"/>
          <a:lstStyle/>
          <a:p>
            <a:pPr algn="ctr"/>
            <a:endParaRPr lang="pl-PL" dirty="0"/>
          </a:p>
        </p:txBody>
      </p:sp>
      <p:sp>
        <p:nvSpPr>
          <p:cNvPr id="4" name="Kształt 2"/>
          <p:cNvSpPr/>
          <p:nvPr/>
        </p:nvSpPr>
        <p:spPr>
          <a:xfrm>
            <a:off x="1092200" y="3333750"/>
            <a:ext cx="190500" cy="330200"/>
          </a:xfrm>
          <a:custGeom>
            <a:avLst/>
            <a:gdLst/>
            <a:ahLst/>
            <a:cxnLst/>
            <a:rect l="0" t="0" r="r" b="b"/>
            <a:pathLst>
              <a:path w="190500" h="330200">
                <a:moveTo>
                  <a:pt x="0" y="0"/>
                </a:moveTo>
                <a:lnTo>
                  <a:pt x="190500" y="0"/>
                </a:lnTo>
                <a:lnTo>
                  <a:pt x="190500" y="190500"/>
                </a:lnTo>
                <a:lnTo>
                  <a:pt x="107950" y="330200"/>
                </a:lnTo>
                <a:lnTo>
                  <a:pt x="31750" y="330200"/>
                </a:lnTo>
                <a:lnTo>
                  <a:pt x="82550" y="190500"/>
                </a:lnTo>
                <a:lnTo>
                  <a:pt x="0" y="190500"/>
                </a:lnTo>
                <a:close/>
              </a:path>
            </a:pathLst>
          </a:custGeom>
          <a:solidFill>
            <a:srgbClr val="EE312F"/>
          </a:solidFill>
          <a:ln>
            <a:noFill/>
          </a:ln>
        </p:spPr>
        <p:txBody>
          <a:bodyPr rtlCol="0" anchor="ctr"/>
          <a:lstStyle/>
          <a:p>
            <a:pPr algn="ctr"/>
            <a:endParaRPr lang="pl-PL" dirty="0"/>
          </a:p>
        </p:txBody>
      </p:sp>
      <p:sp>
        <p:nvSpPr>
          <p:cNvPr id="5" name="Tekst: Pokaż mi coś, co rzeczywiście może mi si · 1"/>
          <p:cNvSpPr txBox="1"/>
          <p:nvPr/>
        </p:nvSpPr>
        <p:spPr>
          <a:xfrm>
            <a:off x="825500" y="3840952"/>
            <a:ext cx="3670935" cy="318516"/>
          </a:xfrm>
          <a:prstGeom prst="rect">
            <a:avLst/>
          </a:prstGeom>
          <a:noFill/>
          <a:ln>
            <a:noFill/>
          </a:ln>
        </p:spPr>
        <p:txBody>
          <a:bodyPr wrap="none" lIns="0" tIns="0" rIns="0" bIns="0" rtlCol="0" anchor="ctr">
            <a:noAutofit/>
          </a:bodyPr>
          <a:lstStyle/>
          <a:p>
            <a:pPr algn="l">
              <a:spcBef>
                <a:spcPts val="0"/>
              </a:spcBef>
              <a:spcAft>
                <a:spcPts val="0"/>
              </a:spcAft>
              <a:buNone/>
            </a:pPr>
            <a:r>
              <a:rPr lang="pl-PL" sz="2200" kern="100" spc="-55" dirty="0">
                <a:solidFill>
                  <a:srgbClr val="151515"/>
                </a:solidFill>
                <a:latin typeface="Lato Black"/>
                <a:cs typeface="Lato Black"/>
              </a:rPr>
              <a:t>Pokaż mi coś, co</a:t>
            </a:r>
            <a:endParaRPr lang="pl-PL" sz="2200" kern="100" spc="-55" dirty="0">
              <a:solidFill>
                <a:srgbClr val="151515"/>
              </a:solidFill>
              <a:latin typeface="Lato Black"/>
              <a:cs typeface="Lato Black"/>
            </a:endParaRPr>
          </a:p>
        </p:txBody>
      </p:sp>
      <p:sp>
        <p:nvSpPr>
          <p:cNvPr id="6" name="Tekst: Pokaż mi coś, co rzeczywiście może mi si · 2"/>
          <p:cNvSpPr txBox="1"/>
          <p:nvPr/>
        </p:nvSpPr>
        <p:spPr>
          <a:xfrm>
            <a:off x="825500" y="4159468"/>
            <a:ext cx="3670935" cy="318516"/>
          </a:xfrm>
          <a:prstGeom prst="rect">
            <a:avLst/>
          </a:prstGeom>
          <a:noFill/>
          <a:ln>
            <a:noFill/>
          </a:ln>
        </p:spPr>
        <p:txBody>
          <a:bodyPr wrap="none" lIns="0" tIns="0" rIns="0" bIns="0" rtlCol="0" anchor="ctr">
            <a:noAutofit/>
          </a:bodyPr>
          <a:lstStyle/>
          <a:p>
            <a:pPr algn="l">
              <a:spcBef>
                <a:spcPts val="0"/>
              </a:spcBef>
              <a:spcAft>
                <a:spcPts val="0"/>
              </a:spcAft>
              <a:buNone/>
            </a:pPr>
            <a:r>
              <a:rPr lang="pl-PL" sz="2200" kern="100" spc="-55" dirty="0">
                <a:solidFill>
                  <a:srgbClr val="151515"/>
                </a:solidFill>
                <a:latin typeface="Lato Black"/>
                <a:cs typeface="Lato Black"/>
              </a:rPr>
              <a:t>rzeczywiście może mi się</a:t>
            </a:r>
            <a:endParaRPr lang="pl-PL" sz="2200" kern="100" spc="-55" dirty="0">
              <a:solidFill>
                <a:srgbClr val="151515"/>
              </a:solidFill>
              <a:latin typeface="Lato Black"/>
              <a:cs typeface="Lato Black"/>
            </a:endParaRPr>
          </a:p>
        </p:txBody>
      </p:sp>
      <p:sp>
        <p:nvSpPr>
          <p:cNvPr id="7" name="Tekst: Pokaż mi coś, co rzeczywiście może mi si · 3"/>
          <p:cNvSpPr txBox="1"/>
          <p:nvPr/>
        </p:nvSpPr>
        <p:spPr>
          <a:xfrm>
            <a:off x="825500" y="4477984"/>
            <a:ext cx="3670935" cy="318516"/>
          </a:xfrm>
          <a:prstGeom prst="rect">
            <a:avLst/>
          </a:prstGeom>
          <a:noFill/>
          <a:ln>
            <a:noFill/>
          </a:ln>
        </p:spPr>
        <p:txBody>
          <a:bodyPr wrap="none" lIns="0" tIns="0" rIns="0" bIns="0" rtlCol="0" anchor="ctr">
            <a:noAutofit/>
          </a:bodyPr>
          <a:lstStyle/>
          <a:p>
            <a:pPr algn="l">
              <a:spcBef>
                <a:spcPts val="0"/>
              </a:spcBef>
              <a:spcAft>
                <a:spcPts val="0"/>
              </a:spcAft>
              <a:buNone/>
            </a:pPr>
            <a:r>
              <a:rPr lang="pl-PL" sz="2200" kern="100" spc="-55" dirty="0">
                <a:solidFill>
                  <a:srgbClr val="151515"/>
                </a:solidFill>
                <a:latin typeface="Lato Black"/>
                <a:cs typeface="Lato Black"/>
              </a:rPr>
              <a:t>przydać.</a:t>
            </a:r>
            <a:endParaRPr lang="pl-PL" sz="2200" kern="100" spc="-55" dirty="0">
              <a:solidFill>
                <a:srgbClr val="151515"/>
              </a:solidFill>
              <a:latin typeface="Lato Black"/>
              <a:cs typeface="Lato Black"/>
            </a:endParaRPr>
          </a:p>
        </p:txBody>
      </p:sp>
      <p:sp>
        <p:nvSpPr>
          <p:cNvPr id="8" name="Tekst: Gdy decyzja jest jeszcze otwarta"/>
          <p:cNvSpPr txBox="1"/>
          <p:nvPr/>
        </p:nvSpPr>
        <p:spPr>
          <a:xfrm>
            <a:off x="825500" y="4938514"/>
            <a:ext cx="3238500" cy="206375"/>
          </a:xfrm>
          <a:prstGeom prst="rect">
            <a:avLst/>
          </a:prstGeom>
          <a:noFill/>
          <a:ln>
            <a:noFill/>
          </a:ln>
        </p:spPr>
        <p:txBody>
          <a:bodyPr wrap="none" lIns="0" tIns="0" rIns="0" bIns="0" rtlCol="0" anchor="t">
            <a:noAutofit/>
          </a:bodyPr>
          <a:lstStyle/>
          <a:p>
            <a:pPr algn="l">
              <a:spcBef>
                <a:spcPts val="0"/>
              </a:spcBef>
              <a:spcAft>
                <a:spcPts val="0"/>
              </a:spcAft>
              <a:buNone/>
            </a:pPr>
            <a:r>
              <a:rPr lang="pl-PL" sz="1250" kern="100" dirty="0">
                <a:solidFill>
                  <a:srgbClr val="666666"/>
                </a:solidFill>
                <a:latin typeface="Lato"/>
                <a:cs typeface="Lato"/>
              </a:rPr>
              <a:t>Gdy decyzja jest jeszcze otwarta</a:t>
            </a:r>
            <a:endParaRPr lang="pl-PL" sz="1250" kern="100" dirty="0">
              <a:solidFill>
                <a:srgbClr val="666666"/>
              </a:solidFill>
              <a:latin typeface="Lato"/>
              <a:cs typeface="Lato"/>
            </a:endParaRPr>
          </a:p>
        </p:txBody>
      </p:sp>
      <p:sp>
        <p:nvSpPr>
          <p:cNvPr id="9" name="Linia 2"/>
          <p:cNvSpPr/>
          <p:nvPr/>
        </p:nvSpPr>
        <p:spPr>
          <a:xfrm>
            <a:off x="4476750" y="3173909"/>
            <a:ext cx="3238500" cy="19050"/>
          </a:xfrm>
          <a:prstGeom prst="rect">
            <a:avLst/>
          </a:prstGeom>
          <a:solidFill>
            <a:srgbClr val="151515"/>
          </a:solidFill>
          <a:ln>
            <a:noFill/>
          </a:ln>
        </p:spPr>
        <p:txBody>
          <a:bodyPr rtlCol="0" anchor="ctr"/>
          <a:lstStyle/>
          <a:p>
            <a:pPr algn="ctr"/>
            <a:endParaRPr lang="pl-PL" dirty="0"/>
          </a:p>
        </p:txBody>
      </p:sp>
      <p:sp>
        <p:nvSpPr>
          <p:cNvPr id="10" name="Kształt 3"/>
          <p:cNvSpPr/>
          <p:nvPr/>
        </p:nvSpPr>
        <p:spPr>
          <a:xfrm>
            <a:off x="4476750" y="3333750"/>
            <a:ext cx="190500" cy="330200"/>
          </a:xfrm>
          <a:custGeom>
            <a:avLst/>
            <a:gdLst/>
            <a:ahLst/>
            <a:cxnLst/>
            <a:rect l="0" t="0" r="r" b="b"/>
            <a:pathLst>
              <a:path w="190500" h="330200">
                <a:moveTo>
                  <a:pt x="0" y="0"/>
                </a:moveTo>
                <a:lnTo>
                  <a:pt x="190500" y="0"/>
                </a:lnTo>
                <a:lnTo>
                  <a:pt x="190500" y="190500"/>
                </a:lnTo>
                <a:lnTo>
                  <a:pt x="107950" y="330200"/>
                </a:lnTo>
                <a:lnTo>
                  <a:pt x="31750" y="330200"/>
                </a:lnTo>
                <a:lnTo>
                  <a:pt x="82550" y="190500"/>
                </a:lnTo>
                <a:lnTo>
                  <a:pt x="0" y="190500"/>
                </a:lnTo>
                <a:close/>
              </a:path>
            </a:pathLst>
          </a:custGeom>
          <a:solidFill>
            <a:srgbClr val="EE312F"/>
          </a:solidFill>
          <a:ln>
            <a:noFill/>
          </a:ln>
        </p:spPr>
        <p:txBody>
          <a:bodyPr rtlCol="0" anchor="ctr"/>
          <a:lstStyle/>
          <a:p>
            <a:pPr algn="ctr"/>
            <a:endParaRPr lang="pl-PL" dirty="0"/>
          </a:p>
        </p:txBody>
      </p:sp>
      <p:sp>
        <p:nvSpPr>
          <p:cNvPr id="11" name="Kształt 4"/>
          <p:cNvSpPr/>
          <p:nvPr/>
        </p:nvSpPr>
        <p:spPr>
          <a:xfrm>
            <a:off x="4743450" y="3333750"/>
            <a:ext cx="190500" cy="330200"/>
          </a:xfrm>
          <a:custGeom>
            <a:avLst/>
            <a:gdLst/>
            <a:ahLst/>
            <a:cxnLst/>
            <a:rect l="0" t="0" r="r" b="b"/>
            <a:pathLst>
              <a:path w="190500" h="330200">
                <a:moveTo>
                  <a:pt x="0" y="0"/>
                </a:moveTo>
                <a:lnTo>
                  <a:pt x="190500" y="0"/>
                </a:lnTo>
                <a:lnTo>
                  <a:pt x="190500" y="190500"/>
                </a:lnTo>
                <a:lnTo>
                  <a:pt x="107950" y="330200"/>
                </a:lnTo>
                <a:lnTo>
                  <a:pt x="31750" y="330200"/>
                </a:lnTo>
                <a:lnTo>
                  <a:pt x="82550" y="190500"/>
                </a:lnTo>
                <a:lnTo>
                  <a:pt x="0" y="190500"/>
                </a:lnTo>
                <a:close/>
              </a:path>
            </a:pathLst>
          </a:custGeom>
          <a:solidFill>
            <a:srgbClr val="EE312F"/>
          </a:solidFill>
          <a:ln>
            <a:noFill/>
          </a:ln>
        </p:spPr>
        <p:txBody>
          <a:bodyPr rtlCol="0" anchor="ctr"/>
          <a:lstStyle/>
          <a:p>
            <a:pPr algn="ctr"/>
            <a:endParaRPr lang="pl-PL" dirty="0"/>
          </a:p>
        </p:txBody>
      </p:sp>
      <p:sp>
        <p:nvSpPr>
          <p:cNvPr id="12" name="Tekst: Pomóż mi zdecydować."/>
          <p:cNvSpPr txBox="1"/>
          <p:nvPr/>
        </p:nvSpPr>
        <p:spPr>
          <a:xfrm>
            <a:off x="4476750" y="3839960"/>
            <a:ext cx="3463052" cy="318516"/>
          </a:xfrm>
          <a:prstGeom prst="rect">
            <a:avLst/>
          </a:prstGeom>
          <a:noFill/>
          <a:ln>
            <a:noFill/>
          </a:ln>
        </p:spPr>
        <p:txBody>
          <a:bodyPr wrap="none" lIns="0" tIns="0" rIns="0" bIns="0" rtlCol="0" anchor="t">
            <a:noAutofit/>
          </a:bodyPr>
          <a:lstStyle/>
          <a:p>
            <a:pPr algn="l">
              <a:spcBef>
                <a:spcPts val="0"/>
              </a:spcBef>
              <a:spcAft>
                <a:spcPts val="0"/>
              </a:spcAft>
              <a:buNone/>
            </a:pPr>
            <a:r>
              <a:rPr lang="pl-PL" sz="2200" kern="100" spc="-55" dirty="0">
                <a:solidFill>
                  <a:srgbClr val="151515"/>
                </a:solidFill>
                <a:latin typeface="Lato Black"/>
                <a:cs typeface="Lato Black"/>
              </a:rPr>
              <a:t>Pomóż mi zdecydować.</a:t>
            </a:r>
            <a:endParaRPr lang="pl-PL" sz="2200" kern="100" spc="-55" dirty="0">
              <a:solidFill>
                <a:srgbClr val="151515"/>
              </a:solidFill>
              <a:latin typeface="Lato Black"/>
              <a:cs typeface="Lato Black"/>
            </a:endParaRPr>
          </a:p>
        </p:txBody>
      </p:sp>
      <p:sp>
        <p:nvSpPr>
          <p:cNvPr id="13" name="Tekst: Gdy porównuję kilka opcji"/>
          <p:cNvSpPr txBox="1"/>
          <p:nvPr/>
        </p:nvSpPr>
        <p:spPr>
          <a:xfrm>
            <a:off x="4476750" y="4301530"/>
            <a:ext cx="3238500" cy="206375"/>
          </a:xfrm>
          <a:prstGeom prst="rect">
            <a:avLst/>
          </a:prstGeom>
          <a:noFill/>
          <a:ln>
            <a:noFill/>
          </a:ln>
        </p:spPr>
        <p:txBody>
          <a:bodyPr wrap="none" lIns="0" tIns="0" rIns="0" bIns="0" rtlCol="0" anchor="t">
            <a:noAutofit/>
          </a:bodyPr>
          <a:lstStyle/>
          <a:p>
            <a:pPr algn="l">
              <a:spcBef>
                <a:spcPts val="0"/>
              </a:spcBef>
              <a:spcAft>
                <a:spcPts val="0"/>
              </a:spcAft>
              <a:buNone/>
            </a:pPr>
            <a:r>
              <a:rPr lang="pl-PL" sz="1250" kern="100" dirty="0">
                <a:solidFill>
                  <a:srgbClr val="666666"/>
                </a:solidFill>
                <a:latin typeface="Lato"/>
                <a:cs typeface="Lato"/>
              </a:rPr>
              <a:t>Gdy porównuję kilka opcji</a:t>
            </a:r>
            <a:endParaRPr lang="pl-PL" sz="1250" kern="100" dirty="0">
              <a:solidFill>
                <a:srgbClr val="666666"/>
              </a:solidFill>
              <a:latin typeface="Lato"/>
              <a:cs typeface="Lato"/>
            </a:endParaRPr>
          </a:p>
        </p:txBody>
      </p:sp>
      <p:sp>
        <p:nvSpPr>
          <p:cNvPr id="14" name="Linia 3"/>
          <p:cNvSpPr/>
          <p:nvPr/>
        </p:nvSpPr>
        <p:spPr>
          <a:xfrm>
            <a:off x="8128000" y="3174405"/>
            <a:ext cx="3238500" cy="19050"/>
          </a:xfrm>
          <a:prstGeom prst="rect">
            <a:avLst/>
          </a:prstGeom>
          <a:solidFill>
            <a:srgbClr val="151515"/>
          </a:solidFill>
          <a:ln>
            <a:noFill/>
          </a:ln>
        </p:spPr>
        <p:txBody>
          <a:bodyPr rtlCol="0" anchor="ctr"/>
          <a:lstStyle/>
          <a:p>
            <a:pPr algn="ctr"/>
            <a:endParaRPr lang="pl-PL" dirty="0"/>
          </a:p>
        </p:txBody>
      </p:sp>
      <p:sp>
        <p:nvSpPr>
          <p:cNvPr id="15" name="Kształt 5"/>
          <p:cNvSpPr/>
          <p:nvPr/>
        </p:nvSpPr>
        <p:spPr>
          <a:xfrm>
            <a:off x="8128000" y="3333750"/>
            <a:ext cx="190500" cy="330200"/>
          </a:xfrm>
          <a:custGeom>
            <a:avLst/>
            <a:gdLst/>
            <a:ahLst/>
            <a:cxnLst/>
            <a:rect l="0" t="0" r="r" b="b"/>
            <a:pathLst>
              <a:path w="190500" h="330200">
                <a:moveTo>
                  <a:pt x="0" y="0"/>
                </a:moveTo>
                <a:lnTo>
                  <a:pt x="190500" y="0"/>
                </a:lnTo>
                <a:lnTo>
                  <a:pt x="190500" y="190500"/>
                </a:lnTo>
                <a:lnTo>
                  <a:pt x="107950" y="330200"/>
                </a:lnTo>
                <a:lnTo>
                  <a:pt x="31750" y="330200"/>
                </a:lnTo>
                <a:lnTo>
                  <a:pt x="82550" y="190500"/>
                </a:lnTo>
                <a:lnTo>
                  <a:pt x="0" y="190500"/>
                </a:lnTo>
                <a:close/>
              </a:path>
            </a:pathLst>
          </a:custGeom>
          <a:solidFill>
            <a:srgbClr val="EE312F"/>
          </a:solidFill>
          <a:ln>
            <a:noFill/>
          </a:ln>
        </p:spPr>
        <p:txBody>
          <a:bodyPr rtlCol="0" anchor="ctr"/>
          <a:lstStyle/>
          <a:p>
            <a:pPr algn="ctr"/>
            <a:endParaRPr lang="pl-PL" dirty="0"/>
          </a:p>
        </p:txBody>
      </p:sp>
      <p:sp>
        <p:nvSpPr>
          <p:cNvPr id="16" name="Kształt 6"/>
          <p:cNvSpPr/>
          <p:nvPr/>
        </p:nvSpPr>
        <p:spPr>
          <a:xfrm>
            <a:off x="8394700" y="3333750"/>
            <a:ext cx="190500" cy="330200"/>
          </a:xfrm>
          <a:custGeom>
            <a:avLst/>
            <a:gdLst/>
            <a:ahLst/>
            <a:cxnLst/>
            <a:rect l="0" t="0" r="r" b="b"/>
            <a:pathLst>
              <a:path w="190500" h="330200">
                <a:moveTo>
                  <a:pt x="0" y="0"/>
                </a:moveTo>
                <a:lnTo>
                  <a:pt x="190500" y="0"/>
                </a:lnTo>
                <a:lnTo>
                  <a:pt x="190500" y="190500"/>
                </a:lnTo>
                <a:lnTo>
                  <a:pt x="107950" y="330200"/>
                </a:lnTo>
                <a:lnTo>
                  <a:pt x="31750" y="330200"/>
                </a:lnTo>
                <a:lnTo>
                  <a:pt x="82550" y="190500"/>
                </a:lnTo>
                <a:lnTo>
                  <a:pt x="0" y="190500"/>
                </a:lnTo>
                <a:close/>
              </a:path>
            </a:pathLst>
          </a:custGeom>
          <a:solidFill>
            <a:srgbClr val="EE312F"/>
          </a:solidFill>
          <a:ln>
            <a:noFill/>
          </a:ln>
        </p:spPr>
        <p:txBody>
          <a:bodyPr rtlCol="0" anchor="ctr"/>
          <a:lstStyle/>
          <a:p>
            <a:pPr algn="ctr"/>
            <a:endParaRPr lang="pl-PL" dirty="0"/>
          </a:p>
        </p:txBody>
      </p:sp>
      <p:sp>
        <p:nvSpPr>
          <p:cNvPr id="17" name="Tekst: Pomóż mi upewnić się i zakończyć zakup. · 1"/>
          <p:cNvSpPr txBox="1"/>
          <p:nvPr/>
        </p:nvSpPr>
        <p:spPr>
          <a:xfrm>
            <a:off x="8128000" y="3840456"/>
            <a:ext cx="3453289" cy="318516"/>
          </a:xfrm>
          <a:prstGeom prst="rect">
            <a:avLst/>
          </a:prstGeom>
          <a:noFill/>
          <a:ln>
            <a:noFill/>
          </a:ln>
        </p:spPr>
        <p:txBody>
          <a:bodyPr wrap="none" lIns="0" tIns="0" rIns="0" bIns="0" rtlCol="0" anchor="ctr">
            <a:noAutofit/>
          </a:bodyPr>
          <a:lstStyle/>
          <a:p>
            <a:pPr algn="l">
              <a:spcBef>
                <a:spcPts val="0"/>
              </a:spcBef>
              <a:spcAft>
                <a:spcPts val="0"/>
              </a:spcAft>
              <a:buNone/>
            </a:pPr>
            <a:r>
              <a:rPr lang="pl-PL" sz="2200" kern="100" spc="-55" dirty="0">
                <a:solidFill>
                  <a:srgbClr val="151515"/>
                </a:solidFill>
                <a:latin typeface="Lato Black"/>
                <a:cs typeface="Lato Black"/>
              </a:rPr>
              <a:t>Pomóż mi upewnić się i</a:t>
            </a:r>
            <a:endParaRPr lang="pl-PL" sz="2200" kern="100" spc="-55" dirty="0">
              <a:solidFill>
                <a:srgbClr val="151515"/>
              </a:solidFill>
              <a:latin typeface="Lato Black"/>
              <a:cs typeface="Lato Black"/>
            </a:endParaRPr>
          </a:p>
        </p:txBody>
      </p:sp>
      <p:sp>
        <p:nvSpPr>
          <p:cNvPr id="18" name="Tekst: Pomóż mi upewnić się i zakończyć zakup. · 2"/>
          <p:cNvSpPr txBox="1"/>
          <p:nvPr/>
        </p:nvSpPr>
        <p:spPr>
          <a:xfrm>
            <a:off x="8128000" y="4158972"/>
            <a:ext cx="3453289" cy="318516"/>
          </a:xfrm>
          <a:prstGeom prst="rect">
            <a:avLst/>
          </a:prstGeom>
          <a:noFill/>
          <a:ln>
            <a:noFill/>
          </a:ln>
        </p:spPr>
        <p:txBody>
          <a:bodyPr wrap="none" lIns="0" tIns="0" rIns="0" bIns="0" rtlCol="0" anchor="ctr">
            <a:noAutofit/>
          </a:bodyPr>
          <a:lstStyle/>
          <a:p>
            <a:pPr algn="l">
              <a:spcBef>
                <a:spcPts val="0"/>
              </a:spcBef>
              <a:spcAft>
                <a:spcPts val="0"/>
              </a:spcAft>
              <a:buNone/>
            </a:pPr>
            <a:r>
              <a:rPr lang="pl-PL" sz="2200" kern="100" spc="-55" dirty="0">
                <a:solidFill>
                  <a:srgbClr val="151515"/>
                </a:solidFill>
                <a:latin typeface="Lato Black"/>
                <a:cs typeface="Lato Black"/>
              </a:rPr>
              <a:t>zakończyć zakup.</a:t>
            </a:r>
            <a:endParaRPr lang="pl-PL" sz="2200" kern="100" spc="-55" dirty="0">
              <a:solidFill>
                <a:srgbClr val="151515"/>
              </a:solidFill>
              <a:latin typeface="Lato Black"/>
              <a:cs typeface="Lato Black"/>
            </a:endParaRPr>
          </a:p>
        </p:txBody>
      </p:sp>
      <p:sp>
        <p:nvSpPr>
          <p:cNvPr id="19" name="Tekst: Gdy wybór jest prawie gotowy"/>
          <p:cNvSpPr txBox="1"/>
          <p:nvPr/>
        </p:nvSpPr>
        <p:spPr>
          <a:xfrm>
            <a:off x="8128000" y="4620022"/>
            <a:ext cx="3238500" cy="206375"/>
          </a:xfrm>
          <a:prstGeom prst="rect">
            <a:avLst/>
          </a:prstGeom>
          <a:noFill/>
          <a:ln>
            <a:noFill/>
          </a:ln>
        </p:spPr>
        <p:txBody>
          <a:bodyPr wrap="none" lIns="0" tIns="0" rIns="0" bIns="0" rtlCol="0" anchor="t">
            <a:noAutofit/>
          </a:bodyPr>
          <a:lstStyle/>
          <a:p>
            <a:pPr algn="l">
              <a:spcBef>
                <a:spcPts val="0"/>
              </a:spcBef>
              <a:spcAft>
                <a:spcPts val="0"/>
              </a:spcAft>
              <a:buNone/>
            </a:pPr>
            <a:r>
              <a:rPr lang="pl-PL" sz="1250" kern="100" dirty="0">
                <a:solidFill>
                  <a:srgbClr val="666666"/>
                </a:solidFill>
                <a:latin typeface="Lato"/>
                <a:cs typeface="Lato"/>
              </a:rPr>
              <a:t>Gdy wybór jest prawie gotowy</a:t>
            </a:r>
            <a:endParaRPr lang="pl-PL" sz="1250" kern="100" dirty="0">
              <a:solidFill>
                <a:srgbClr val="666666"/>
              </a:solidFill>
              <a:latin typeface="Lato"/>
              <a:cs typeface="Lato"/>
            </a:endParaRPr>
          </a:p>
        </p:txBody>
      </p:sp>
      <p:sp>
        <p:nvSpPr>
          <p:cNvPr id="20" name="Tekst: Inquiry · głos konsumenta"/>
          <p:cNvSpPr txBox="1"/>
          <p:nvPr/>
        </p:nvSpPr>
        <p:spPr>
          <a:xfrm>
            <a:off x="826095" y="1111250"/>
            <a:ext cx="3909060" cy="205740"/>
          </a:xfrm>
          <a:prstGeom prst="rect">
            <a:avLst/>
          </a:prstGeom>
          <a:noFill/>
          <a:ln>
            <a:noFill/>
          </a:ln>
        </p:spPr>
        <p:txBody>
          <a:bodyPr wrap="none" lIns="0" tIns="0" rIns="0" bIns="0" rtlCol="0" anchor="t">
            <a:noAutofit/>
          </a:bodyPr>
          <a:lstStyle/>
          <a:p>
            <a:pPr algn="l">
              <a:spcBef>
                <a:spcPts val="0"/>
              </a:spcBef>
              <a:spcAft>
                <a:spcPts val="0"/>
              </a:spcAft>
              <a:buNone/>
            </a:pPr>
            <a:r>
              <a:rPr lang="pl-PL" sz="1350" b="1" kern="100" cap="all" spc="189" dirty="0">
                <a:solidFill>
                  <a:srgbClr val="666666"/>
                </a:solidFill>
                <a:latin typeface="Lato"/>
                <a:cs typeface="Lato"/>
              </a:rPr>
              <a:t>Inquiry · głos konsumenta</a:t>
            </a:r>
            <a:endParaRPr lang="pl-PL" sz="1350" b="1" kern="100" cap="all" spc="189" dirty="0">
              <a:solidFill>
                <a:srgbClr val="666666"/>
              </a:solidFill>
              <a:latin typeface="Lato"/>
              <a:cs typeface="Lato"/>
            </a:endParaRPr>
          </a:p>
        </p:txBody>
      </p:sp>
      <p:sp>
        <p:nvSpPr>
          <p:cNvPr id="21" name="Tekst: Trzy prośby konsumenta. · 1"/>
          <p:cNvSpPr txBox="1"/>
          <p:nvPr/>
        </p:nvSpPr>
        <p:spPr>
          <a:xfrm>
            <a:off x="826095" y="1528354"/>
            <a:ext cx="4070509" cy="643128"/>
          </a:xfrm>
          <a:prstGeom prst="rect">
            <a:avLst/>
          </a:prstGeom>
          <a:noFill/>
          <a:ln>
            <a:noFill/>
          </a:ln>
        </p:spPr>
        <p:txBody>
          <a:bodyPr wrap="none" lIns="0" tIns="0" rIns="0" bIns="0" rtlCol="0" anchor="ctr">
            <a:noAutofit/>
          </a:bodyPr>
          <a:lstStyle/>
          <a:p>
            <a:pPr algn="l">
              <a:spcBef>
                <a:spcPts val="0"/>
              </a:spcBef>
              <a:spcAft>
                <a:spcPts val="0"/>
              </a:spcAft>
              <a:buNone/>
            </a:pPr>
            <a:r>
              <a:rPr lang="pl-PL" sz="4800" kern="100" spc="-168" dirty="0">
                <a:solidFill>
                  <a:srgbClr val="151515"/>
                </a:solidFill>
                <a:latin typeface="Lato Black"/>
                <a:cs typeface="Lato Black"/>
              </a:rPr>
              <a:t>Trzy prośby</a:t>
            </a:r>
            <a:endParaRPr lang="pl-PL" sz="4800" kern="100" spc="-168" dirty="0">
              <a:solidFill>
                <a:srgbClr val="151515"/>
              </a:solidFill>
              <a:latin typeface="Lato Black"/>
              <a:cs typeface="Lato Black"/>
            </a:endParaRPr>
          </a:p>
        </p:txBody>
      </p:sp>
      <p:sp>
        <p:nvSpPr>
          <p:cNvPr id="22" name="Tekst: Trzy prośby konsumenta. · 2"/>
          <p:cNvSpPr txBox="1"/>
          <p:nvPr/>
        </p:nvSpPr>
        <p:spPr>
          <a:xfrm>
            <a:off x="826095" y="2171482"/>
            <a:ext cx="4070509" cy="643128"/>
          </a:xfrm>
          <a:prstGeom prst="rect">
            <a:avLst/>
          </a:prstGeom>
          <a:noFill/>
          <a:ln>
            <a:noFill/>
          </a:ln>
        </p:spPr>
        <p:txBody>
          <a:bodyPr wrap="none" lIns="0" tIns="0" rIns="0" bIns="0" rtlCol="0" anchor="ctr">
            <a:noAutofit/>
          </a:bodyPr>
          <a:lstStyle/>
          <a:p>
            <a:pPr algn="l">
              <a:spcBef>
                <a:spcPts val="0"/>
              </a:spcBef>
              <a:spcAft>
                <a:spcPts val="0"/>
              </a:spcAft>
              <a:buNone/>
            </a:pPr>
            <a:r>
              <a:rPr lang="pl-PL" sz="4800" kern="100" spc="-168" dirty="0">
                <a:solidFill>
                  <a:srgbClr val="151515"/>
                </a:solidFill>
                <a:latin typeface="Lato Black"/>
                <a:cs typeface="Lato Black"/>
              </a:rPr>
              <a:t>konsumenta.</a:t>
            </a:r>
            <a:endParaRPr lang="pl-PL" sz="4800" kern="100" spc="-168" dirty="0">
              <a:solidFill>
                <a:srgbClr val="151515"/>
              </a:solidFill>
              <a:latin typeface="Lato Black"/>
              <a:cs typeface="Lato Black"/>
            </a:endParaRPr>
          </a:p>
        </p:txBody>
      </p:sp>
      <p:pic>
        <p:nvPicPr>
          <p:cNvPr id="23" name="!!Logo" descr="I love marketing &amp; technology"/>
          <p:cNvPicPr>
            <a:picLocks noChangeAspect="1"/>
          </p:cNvPicPr>
          <p:nvPr/>
        </p:nvPicPr>
        <p:blipFill>
          <a:blip r:embed="rId3"/>
          <a:stretch>
            <a:fillRect/>
          </a:stretch>
        </p:blipFill>
        <p:spPr>
          <a:xfrm>
            <a:off x="825500" y="363240"/>
            <a:ext cx="3048000" cy="273050"/>
          </a:xfrm>
          <a:prstGeom prst="rect">
            <a:avLst/>
          </a:prstGeom>
        </p:spPr>
      </p:pic>
      <p:pic>
        <p:nvPicPr>
          <p:cNvPr id="24" name="!!Serce w rogu"/>
          <p:cNvPicPr>
            <a:picLocks noChangeAspect="1"/>
          </p:cNvPicPr>
          <p:nvPr/>
        </p:nvPicPr>
        <p:blipFill>
          <a:blip r:embed="rId4"/>
          <a:stretch>
            <a:fillRect/>
          </a:stretch>
        </p:blipFill>
        <p:spPr>
          <a:xfrm>
            <a:off x="10966450" y="330349"/>
            <a:ext cx="431800" cy="355600"/>
          </a:xfrm>
          <a:prstGeom prst="rect">
            <a:avLst/>
          </a:prstGeom>
        </p:spPr>
      </p:pic>
      <p:sp>
        <p:nvSpPr>
          <p:cNvPr id="25" name="!!Źródło"/>
          <p:cNvSpPr txBox="1"/>
          <p:nvPr/>
        </p:nvSpPr>
        <p:spPr>
          <a:xfrm>
            <a:off x="825798" y="6425287"/>
            <a:ext cx="7788354"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666666"/>
                </a:solidFill>
                <a:latin typeface="Lato"/>
                <a:cs typeface="Lato"/>
              </a:rPr>
              <a:t>Inquiry / Glovo, IX 2026 · Głos konsumenta w syntezie raportu, nie wypowiedzi konkretnych osób · s. 22</a:t>
            </a:r>
            <a:endParaRPr lang="pl-PL" sz="1100" kern="100" dirty="0">
              <a:solidFill>
                <a:srgbClr val="666666"/>
              </a:solidFill>
              <a:latin typeface="Lato"/>
              <a:cs typeface="Lato"/>
            </a:endParaRPr>
          </a:p>
        </p:txBody>
      </p:sp>
      <p:sp>
        <p:nvSpPr>
          <p:cNvPr id="26"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666666"/>
                </a:solidFill>
                <a:latin typeface="Lato"/>
                <a:cs typeface="Lato"/>
              </a:rPr>
              <a:t>02 / 23</a:t>
            </a:r>
            <a:endParaRPr lang="pl-PL" sz="1100" kern="100" spc="66" dirty="0">
              <a:solidFill>
                <a:srgbClr val="666666"/>
              </a:solidFill>
              <a:latin typeface="Lato"/>
              <a:cs typeface="Lato"/>
            </a:endParaRPr>
          </a:p>
        </p:txBody>
      </p:sp>
      <p:sp>
        <p:nvSpPr>
          <p:cNvPr id="27" name="!!Postęp"/>
          <p:cNvSpPr/>
          <p:nvPr/>
        </p:nvSpPr>
        <p:spPr>
          <a:xfrm>
            <a:off x="-149" y="6826250"/>
            <a:ext cx="1060450" cy="31750"/>
          </a:xfrm>
          <a:prstGeom prst="rect">
            <a:avLst/>
          </a:prstGeom>
          <a:solidFill>
            <a:srgbClr val="EE312F"/>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0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400"/>
                                        <p:tgtEl>
                                          <p:spTgt spid="1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xmlns:p14="http://schemas.microsoft.com/office/powerpoint/2010/main">
  <p:cSld name="Proszę czekać">
    <p:bg>
      <p:bgPr>
        <a:solidFill>
          <a:srgbClr val="111111"/>
        </a:solidFill>
        <a:effectLst/>
      </p:bgPr>
    </p:bg>
    <p:spTree>
      <p:nvGrpSpPr>
        <p:cNvPr id="1" name=""/>
        <p:cNvGrpSpPr/>
        <p:nvPr/>
      </p:nvGrpSpPr>
      <p:grpSpPr>
        <a:xfrm>
          <a:off x="0" y="0"/>
          <a:ext cx="0" cy="0"/>
          <a:chOff x="0" y="0"/>
          <a:chExt cx="0" cy="0"/>
        </a:xfrm>
      </p:grpSpPr>
      <p:sp>
        <p:nvSpPr>
          <p:cNvPr id="2" name="!!Tło 1"/>
          <p:cNvSpPr/>
          <p:nvPr/>
        </p:nvSpPr>
        <p:spPr>
          <a:xfrm>
            <a:off x="-557530" y="-1584325"/>
            <a:ext cx="3181985" cy="3776345"/>
          </a:xfrm>
          <a:custGeom>
            <a:avLst/>
            <a:gdLst/>
            <a:ahLst/>
            <a:cxnLst/>
            <a:rect l="0" t="0" r="r" b="b"/>
            <a:pathLst>
              <a:path w="3181985" h="3776345">
                <a:moveTo>
                  <a:pt x="1356360" y="3776345"/>
                </a:moveTo>
                <a:lnTo>
                  <a:pt x="0" y="0"/>
                </a:lnTo>
                <a:lnTo>
                  <a:pt x="3181985" y="2229485"/>
                </a:lnTo>
                <a:close/>
              </a:path>
            </a:pathLst>
          </a:custGeom>
          <a:solidFill>
            <a:srgbClr val="131313"/>
          </a:solidFill>
          <a:ln>
            <a:noFill/>
          </a:ln>
        </p:spPr>
        <p:txBody>
          <a:bodyPr rtlCol="0" anchor="ctr"/>
          <a:lstStyle/>
          <a:p>
            <a:pPr algn="ctr"/>
            <a:endParaRPr lang="pl-PL" dirty="0"/>
          </a:p>
        </p:txBody>
      </p:sp>
      <p:sp>
        <p:nvSpPr>
          <p:cNvPr id="3" name="!!Tło 3"/>
          <p:cNvSpPr/>
          <p:nvPr/>
        </p:nvSpPr>
        <p:spPr>
          <a:xfrm>
            <a:off x="8385810" y="1318260"/>
            <a:ext cx="4237990" cy="2672080"/>
          </a:xfrm>
          <a:custGeom>
            <a:avLst/>
            <a:gdLst/>
            <a:ahLst/>
            <a:cxnLst/>
            <a:rect l="0" t="0" r="r" b="b"/>
            <a:pathLst>
              <a:path w="4237990" h="2672080">
                <a:moveTo>
                  <a:pt x="4237990" y="2672080"/>
                </a:moveTo>
                <a:lnTo>
                  <a:pt x="0" y="2418080"/>
                </a:lnTo>
                <a:lnTo>
                  <a:pt x="2108835" y="0"/>
                </a:lnTo>
                <a:close/>
              </a:path>
            </a:pathLst>
          </a:custGeom>
          <a:solidFill>
            <a:srgbClr val="141414"/>
          </a:solidFill>
          <a:ln>
            <a:noFill/>
          </a:ln>
        </p:spPr>
        <p:txBody>
          <a:bodyPr rtlCol="0" anchor="ctr"/>
          <a:lstStyle/>
          <a:p>
            <a:pPr algn="ctr"/>
            <a:endParaRPr lang="pl-PL" dirty="0"/>
          </a:p>
        </p:txBody>
      </p:sp>
      <p:sp>
        <p:nvSpPr>
          <p:cNvPr id="4" name="!!Tło 5"/>
          <p:cNvSpPr/>
          <p:nvPr/>
        </p:nvSpPr>
        <p:spPr>
          <a:xfrm>
            <a:off x="2368550" y="518795"/>
            <a:ext cx="4458970" cy="5109210"/>
          </a:xfrm>
          <a:custGeom>
            <a:avLst/>
            <a:gdLst/>
            <a:ahLst/>
            <a:cxnLst/>
            <a:rect l="0" t="0" r="r" b="b"/>
            <a:pathLst>
              <a:path w="4458970" h="5109210">
                <a:moveTo>
                  <a:pt x="3594100" y="0"/>
                </a:moveTo>
                <a:lnTo>
                  <a:pt x="4458970" y="5109210"/>
                </a:lnTo>
                <a:lnTo>
                  <a:pt x="0" y="3502025"/>
                </a:lnTo>
                <a:close/>
              </a:path>
            </a:pathLst>
          </a:custGeom>
          <a:solidFill>
            <a:srgbClr val="161616"/>
          </a:solidFill>
          <a:ln>
            <a:noFill/>
          </a:ln>
        </p:spPr>
        <p:txBody>
          <a:bodyPr rtlCol="0" anchor="ctr"/>
          <a:lstStyle/>
          <a:p>
            <a:pPr algn="ctr"/>
            <a:endParaRPr lang="pl-PL" dirty="0"/>
          </a:p>
        </p:txBody>
      </p:sp>
      <p:sp>
        <p:nvSpPr>
          <p:cNvPr id="5" name="!!Tło 7"/>
          <p:cNvSpPr/>
          <p:nvPr/>
        </p:nvSpPr>
        <p:spPr>
          <a:xfrm>
            <a:off x="8328660" y="3310255"/>
            <a:ext cx="2503170" cy="2330450"/>
          </a:xfrm>
          <a:custGeom>
            <a:avLst/>
            <a:gdLst/>
            <a:ahLst/>
            <a:cxnLst/>
            <a:rect l="0" t="0" r="r" b="b"/>
            <a:pathLst>
              <a:path w="2503170" h="2330450">
                <a:moveTo>
                  <a:pt x="2503170" y="24130"/>
                </a:moveTo>
                <a:lnTo>
                  <a:pt x="1282065" y="2330450"/>
                </a:lnTo>
                <a:lnTo>
                  <a:pt x="0" y="0"/>
                </a:lnTo>
                <a:close/>
              </a:path>
            </a:pathLst>
          </a:custGeom>
          <a:solidFill>
            <a:srgbClr val="171717"/>
          </a:solidFill>
          <a:ln>
            <a:noFill/>
          </a:ln>
        </p:spPr>
        <p:txBody>
          <a:bodyPr rtlCol="0" anchor="ctr"/>
          <a:lstStyle/>
          <a:p>
            <a:pPr algn="ctr"/>
            <a:endParaRPr lang="pl-PL" dirty="0"/>
          </a:p>
        </p:txBody>
      </p:sp>
      <p:sp>
        <p:nvSpPr>
          <p:cNvPr id="6" name="!!Tło 9"/>
          <p:cNvSpPr/>
          <p:nvPr/>
        </p:nvSpPr>
        <p:spPr>
          <a:xfrm>
            <a:off x="8206740" y="613410"/>
            <a:ext cx="2186940" cy="2498090"/>
          </a:xfrm>
          <a:custGeom>
            <a:avLst/>
            <a:gdLst/>
            <a:ahLst/>
            <a:cxnLst/>
            <a:rect l="0" t="0" r="r" b="b"/>
            <a:pathLst>
              <a:path w="2186940" h="2498090">
                <a:moveTo>
                  <a:pt x="2186940" y="1733550"/>
                </a:moveTo>
                <a:lnTo>
                  <a:pt x="0" y="2498090"/>
                </a:lnTo>
                <a:lnTo>
                  <a:pt x="715010" y="0"/>
                </a:lnTo>
                <a:close/>
              </a:path>
            </a:pathLst>
          </a:custGeom>
          <a:solidFill>
            <a:srgbClr val="131313"/>
          </a:solidFill>
          <a:ln>
            <a:noFill/>
          </a:ln>
        </p:spPr>
        <p:txBody>
          <a:bodyPr rtlCol="0" anchor="ctr"/>
          <a:lstStyle/>
          <a:p>
            <a:pPr algn="ctr"/>
            <a:endParaRPr lang="pl-PL" dirty="0"/>
          </a:p>
        </p:txBody>
      </p:sp>
      <p:sp>
        <p:nvSpPr>
          <p:cNvPr id="7" name="!!Tło 11"/>
          <p:cNvSpPr/>
          <p:nvPr/>
        </p:nvSpPr>
        <p:spPr>
          <a:xfrm>
            <a:off x="5572125" y="1104900"/>
            <a:ext cx="2019935" cy="1752600"/>
          </a:xfrm>
          <a:custGeom>
            <a:avLst/>
            <a:gdLst/>
            <a:ahLst/>
            <a:cxnLst/>
            <a:rect l="0" t="0" r="r" b="b"/>
            <a:pathLst>
              <a:path w="2019935" h="1752600">
                <a:moveTo>
                  <a:pt x="2019935" y="0"/>
                </a:moveTo>
                <a:lnTo>
                  <a:pt x="1430020" y="1752600"/>
                </a:lnTo>
                <a:lnTo>
                  <a:pt x="0" y="1381760"/>
                </a:lnTo>
                <a:close/>
              </a:path>
            </a:pathLst>
          </a:custGeom>
          <a:solidFill>
            <a:srgbClr val="141414"/>
          </a:solidFill>
          <a:ln>
            <a:noFill/>
          </a:ln>
        </p:spPr>
        <p:txBody>
          <a:bodyPr rtlCol="0" anchor="ctr"/>
          <a:lstStyle/>
          <a:p>
            <a:pPr algn="ctr"/>
            <a:endParaRPr lang="pl-PL" dirty="0"/>
          </a:p>
        </p:txBody>
      </p:sp>
      <p:sp>
        <p:nvSpPr>
          <p:cNvPr id="8" name="!!Tło 13"/>
          <p:cNvSpPr/>
          <p:nvPr/>
        </p:nvSpPr>
        <p:spPr>
          <a:xfrm>
            <a:off x="1796415" y="922020"/>
            <a:ext cx="3673475" cy="6204585"/>
          </a:xfrm>
          <a:custGeom>
            <a:avLst/>
            <a:gdLst/>
            <a:ahLst/>
            <a:cxnLst/>
            <a:rect l="0" t="0" r="r" b="b"/>
            <a:pathLst>
              <a:path w="3673475" h="6204585">
                <a:moveTo>
                  <a:pt x="3673475" y="3769995"/>
                </a:moveTo>
                <a:lnTo>
                  <a:pt x="0" y="6204585"/>
                </a:lnTo>
                <a:lnTo>
                  <a:pt x="161925" y="0"/>
                </a:lnTo>
                <a:close/>
              </a:path>
            </a:pathLst>
          </a:custGeom>
          <a:solidFill>
            <a:srgbClr val="161616"/>
          </a:solidFill>
          <a:ln>
            <a:noFill/>
          </a:ln>
        </p:spPr>
        <p:txBody>
          <a:bodyPr rtlCol="0" anchor="ctr"/>
          <a:lstStyle/>
          <a:p>
            <a:pPr algn="ctr"/>
            <a:endParaRPr lang="pl-PL" dirty="0"/>
          </a:p>
        </p:txBody>
      </p:sp>
      <p:sp>
        <p:nvSpPr>
          <p:cNvPr id="9" name="!!Tło 15"/>
          <p:cNvSpPr/>
          <p:nvPr/>
        </p:nvSpPr>
        <p:spPr>
          <a:xfrm>
            <a:off x="-975360" y="3815715"/>
            <a:ext cx="3752215" cy="3879850"/>
          </a:xfrm>
          <a:custGeom>
            <a:avLst/>
            <a:gdLst/>
            <a:ahLst/>
            <a:cxnLst/>
            <a:rect l="0" t="0" r="r" b="b"/>
            <a:pathLst>
              <a:path w="3752215" h="3879850">
                <a:moveTo>
                  <a:pt x="0" y="0"/>
                </a:moveTo>
                <a:lnTo>
                  <a:pt x="3752215" y="688975"/>
                </a:lnTo>
                <a:lnTo>
                  <a:pt x="2256790" y="3879850"/>
                </a:lnTo>
                <a:close/>
              </a:path>
            </a:pathLst>
          </a:custGeom>
          <a:solidFill>
            <a:srgbClr val="171717"/>
          </a:solidFill>
          <a:ln>
            <a:noFill/>
          </a:ln>
        </p:spPr>
        <p:txBody>
          <a:bodyPr rtlCol="0" anchor="ctr"/>
          <a:lstStyle/>
          <a:p>
            <a:pPr algn="ctr"/>
            <a:endParaRPr lang="pl-PL" dirty="0"/>
          </a:p>
        </p:txBody>
      </p:sp>
      <p:sp>
        <p:nvSpPr>
          <p:cNvPr id="10" name="!!Tło 17"/>
          <p:cNvSpPr/>
          <p:nvPr/>
        </p:nvSpPr>
        <p:spPr>
          <a:xfrm>
            <a:off x="979170" y="4888230"/>
            <a:ext cx="1603375" cy="2202815"/>
          </a:xfrm>
          <a:custGeom>
            <a:avLst/>
            <a:gdLst/>
            <a:ahLst/>
            <a:cxnLst/>
            <a:rect l="0" t="0" r="r" b="b"/>
            <a:pathLst>
              <a:path w="1603375" h="2202815">
                <a:moveTo>
                  <a:pt x="0" y="2202815"/>
                </a:moveTo>
                <a:lnTo>
                  <a:pt x="358775" y="0"/>
                </a:lnTo>
                <a:lnTo>
                  <a:pt x="1603375" y="2158365"/>
                </a:lnTo>
                <a:close/>
              </a:path>
            </a:pathLst>
          </a:custGeom>
          <a:solidFill>
            <a:srgbClr val="131313"/>
          </a:solidFill>
          <a:ln>
            <a:noFill/>
          </a:ln>
        </p:spPr>
        <p:txBody>
          <a:bodyPr rtlCol="0" anchor="ctr"/>
          <a:lstStyle/>
          <a:p>
            <a:pPr algn="ctr"/>
            <a:endParaRPr lang="pl-PL" dirty="0"/>
          </a:p>
        </p:txBody>
      </p:sp>
      <p:sp>
        <p:nvSpPr>
          <p:cNvPr id="11" name="!!Tło 19"/>
          <p:cNvSpPr/>
          <p:nvPr/>
        </p:nvSpPr>
        <p:spPr>
          <a:xfrm>
            <a:off x="4709160" y="-875665"/>
            <a:ext cx="2571750" cy="3023870"/>
          </a:xfrm>
          <a:custGeom>
            <a:avLst/>
            <a:gdLst/>
            <a:ahLst/>
            <a:cxnLst/>
            <a:rect l="0" t="0" r="r" b="b"/>
            <a:pathLst>
              <a:path w="2571750" h="3023870">
                <a:moveTo>
                  <a:pt x="0" y="1351280"/>
                </a:moveTo>
                <a:lnTo>
                  <a:pt x="1868805" y="0"/>
                </a:lnTo>
                <a:lnTo>
                  <a:pt x="2571750" y="3023870"/>
                </a:lnTo>
                <a:close/>
              </a:path>
            </a:pathLst>
          </a:custGeom>
          <a:solidFill>
            <a:srgbClr val="141414"/>
          </a:solidFill>
          <a:ln>
            <a:noFill/>
          </a:ln>
        </p:spPr>
        <p:txBody>
          <a:bodyPr rtlCol="0" anchor="ctr"/>
          <a:lstStyle/>
          <a:p>
            <a:pPr algn="ctr"/>
            <a:endParaRPr lang="pl-PL" dirty="0"/>
          </a:p>
        </p:txBody>
      </p:sp>
      <p:sp>
        <p:nvSpPr>
          <p:cNvPr id="12" name="!!Tło 21"/>
          <p:cNvSpPr/>
          <p:nvPr/>
        </p:nvSpPr>
        <p:spPr>
          <a:xfrm>
            <a:off x="9114790" y="-36195"/>
            <a:ext cx="3592195" cy="3613150"/>
          </a:xfrm>
          <a:custGeom>
            <a:avLst/>
            <a:gdLst/>
            <a:ahLst/>
            <a:cxnLst/>
            <a:rect l="0" t="0" r="r" b="b"/>
            <a:pathLst>
              <a:path w="3592195" h="3613150">
                <a:moveTo>
                  <a:pt x="0" y="1466215"/>
                </a:moveTo>
                <a:lnTo>
                  <a:pt x="3592195" y="0"/>
                </a:lnTo>
                <a:lnTo>
                  <a:pt x="2491105" y="3613150"/>
                </a:lnTo>
                <a:close/>
              </a:path>
            </a:pathLst>
          </a:custGeom>
          <a:solidFill>
            <a:srgbClr val="161616"/>
          </a:solidFill>
          <a:ln>
            <a:noFill/>
          </a:ln>
        </p:spPr>
        <p:txBody>
          <a:bodyPr rtlCol="0" anchor="ctr"/>
          <a:lstStyle/>
          <a:p>
            <a:pPr algn="ctr"/>
            <a:endParaRPr lang="pl-PL" dirty="0"/>
          </a:p>
        </p:txBody>
      </p:sp>
      <p:sp>
        <p:nvSpPr>
          <p:cNvPr id="13" name="!!Tło 23"/>
          <p:cNvSpPr/>
          <p:nvPr/>
        </p:nvSpPr>
        <p:spPr>
          <a:xfrm>
            <a:off x="5821045" y="2726690"/>
            <a:ext cx="4717415" cy="4845050"/>
          </a:xfrm>
          <a:custGeom>
            <a:avLst/>
            <a:gdLst/>
            <a:ahLst/>
            <a:cxnLst/>
            <a:rect l="0" t="0" r="r" b="b"/>
            <a:pathLst>
              <a:path w="4717415" h="4845050">
                <a:moveTo>
                  <a:pt x="4717415" y="4845050"/>
                </a:moveTo>
                <a:lnTo>
                  <a:pt x="0" y="2976880"/>
                </a:lnTo>
                <a:lnTo>
                  <a:pt x="2771140" y="0"/>
                </a:lnTo>
                <a:close/>
              </a:path>
            </a:pathLst>
          </a:custGeom>
          <a:solidFill>
            <a:srgbClr val="171717"/>
          </a:solidFill>
          <a:ln>
            <a:noFill/>
          </a:ln>
        </p:spPr>
        <p:txBody>
          <a:bodyPr rtlCol="0" anchor="ctr"/>
          <a:lstStyle/>
          <a:p>
            <a:pPr algn="ctr"/>
            <a:endParaRPr lang="pl-PL" dirty="0"/>
          </a:p>
        </p:txBody>
      </p:sp>
      <p:sp>
        <p:nvSpPr>
          <p:cNvPr id="14" name="!!Tło 25"/>
          <p:cNvSpPr/>
          <p:nvPr/>
        </p:nvSpPr>
        <p:spPr>
          <a:xfrm>
            <a:off x="4133850" y="2793365"/>
            <a:ext cx="3596640" cy="3698875"/>
          </a:xfrm>
          <a:custGeom>
            <a:avLst/>
            <a:gdLst/>
            <a:ahLst/>
            <a:cxnLst/>
            <a:rect l="0" t="0" r="r" b="b"/>
            <a:pathLst>
              <a:path w="3596640" h="3698875">
                <a:moveTo>
                  <a:pt x="3345815" y="249555"/>
                </a:moveTo>
                <a:lnTo>
                  <a:pt x="3596640" y="3698875"/>
                </a:lnTo>
                <a:lnTo>
                  <a:pt x="0" y="0"/>
                </a:lnTo>
                <a:close/>
              </a:path>
            </a:pathLst>
          </a:custGeom>
          <a:solidFill>
            <a:srgbClr val="131313"/>
          </a:solidFill>
          <a:ln>
            <a:noFill/>
          </a:ln>
        </p:spPr>
        <p:txBody>
          <a:bodyPr rtlCol="0" anchor="ctr"/>
          <a:lstStyle/>
          <a:p>
            <a:pPr algn="ctr"/>
            <a:endParaRPr lang="pl-PL" dirty="0"/>
          </a:p>
        </p:txBody>
      </p:sp>
      <p:sp>
        <p:nvSpPr>
          <p:cNvPr id="15" name="!!Spinner – pierścień"/>
          <p:cNvSpPr/>
          <p:nvPr/>
        </p:nvSpPr>
        <p:spPr>
          <a:xfrm>
            <a:off x="5873750" y="2281535"/>
            <a:ext cx="444500" cy="444500"/>
          </a:xfrm>
          <a:prstGeom prst="ellipse">
            <a:avLst/>
          </a:prstGeom>
          <a:noFill/>
          <a:ln w="25400">
            <a:solidFill>
              <a:srgbClr val="353535"/>
            </a:solidFill>
          </a:ln>
        </p:spPr>
        <p:txBody>
          <a:bodyPr rtlCol="0" anchor="ctr"/>
          <a:lstStyle/>
          <a:p>
            <a:pPr algn="ctr"/>
            <a:endParaRPr lang="pl-PL" dirty="0"/>
          </a:p>
        </p:txBody>
      </p:sp>
      <p:sp>
        <p:nvSpPr>
          <p:cNvPr id="16" name="!!Spinner – łuk"/>
          <p:cNvSpPr/>
          <p:nvPr/>
        </p:nvSpPr>
        <p:spPr>
          <a:xfrm>
            <a:off x="5873750" y="2281535"/>
            <a:ext cx="444500" cy="444500"/>
          </a:xfrm>
          <a:prstGeom prst="arc">
            <a:avLst>
              <a:gd name="adj1" fmla="val 13500000"/>
              <a:gd name="adj2" fmla="val 18900000"/>
            </a:avLst>
          </a:prstGeom>
          <a:noFill/>
          <a:ln w="25400">
            <a:solidFill>
              <a:srgbClr val="EE312F"/>
            </a:solidFill>
          </a:ln>
        </p:spPr>
        <p:txBody>
          <a:bodyPr rtlCol="0" anchor="ctr"/>
          <a:lstStyle/>
          <a:p>
            <a:pPr algn="ctr"/>
            <a:endParaRPr lang="pl-PL" dirty="0"/>
          </a:p>
        </p:txBody>
      </p:sp>
      <p:sp>
        <p:nvSpPr>
          <p:cNvPr id="17" name="!!Proszę czekać"/>
          <p:cNvSpPr txBox="1"/>
          <p:nvPr/>
        </p:nvSpPr>
        <p:spPr>
          <a:xfrm>
            <a:off x="4356050" y="3148915"/>
            <a:ext cx="4328517" cy="656590"/>
          </a:xfrm>
          <a:prstGeom prst="rect">
            <a:avLst/>
          </a:prstGeom>
          <a:noFill/>
          <a:ln>
            <a:noFill/>
          </a:ln>
        </p:spPr>
        <p:txBody>
          <a:bodyPr wrap="none" lIns="0" tIns="0" rIns="0" bIns="0" rtlCol="0" anchor="t">
            <a:noAutofit/>
          </a:bodyPr>
          <a:lstStyle/>
          <a:p>
            <a:pPr algn="l">
              <a:spcBef>
                <a:spcPts val="0"/>
              </a:spcBef>
              <a:spcAft>
                <a:spcPts val="0"/>
              </a:spcAft>
              <a:buNone/>
            </a:pPr>
            <a:r>
              <a:rPr lang="pl-PL" sz="4700" kern="100" spc="-164" dirty="0">
                <a:solidFill>
                  <a:srgbClr val="FFFFFF"/>
                </a:solidFill>
                <a:latin typeface="Lato Black"/>
                <a:cs typeface="Lato Black"/>
              </a:rPr>
              <a:t>Proszę czekać</a:t>
            </a:r>
            <a:endParaRPr lang="pl-PL" sz="4700" kern="100" spc="-164" dirty="0">
              <a:solidFill>
                <a:srgbClr val="FFFFFF"/>
              </a:solidFill>
              <a:latin typeface="Lato Black"/>
              <a:cs typeface="Lato Black"/>
            </a:endParaRPr>
          </a:p>
        </p:txBody>
      </p:sp>
      <p:sp>
        <p:nvSpPr>
          <p:cNvPr id="18" name="!!Loader – tor"/>
          <p:cNvSpPr/>
          <p:nvPr/>
        </p:nvSpPr>
        <p:spPr>
          <a:xfrm>
            <a:off x="3873500" y="4201716"/>
            <a:ext cx="4445000" cy="31750"/>
          </a:xfrm>
          <a:prstGeom prst="roundRect">
            <a:avLst>
              <a:gd name="adj" fmla="val 50000"/>
            </a:avLst>
          </a:prstGeom>
          <a:solidFill>
            <a:srgbClr val="353535"/>
          </a:solidFill>
          <a:ln>
            <a:noFill/>
          </a:ln>
        </p:spPr>
        <p:txBody>
          <a:bodyPr rtlCol="0" anchor="ctr"/>
          <a:lstStyle/>
          <a:p>
            <a:pPr algn="ctr"/>
            <a:endParaRPr lang="pl-PL" dirty="0"/>
          </a:p>
        </p:txBody>
      </p:sp>
      <p:sp>
        <p:nvSpPr>
          <p:cNvPr id="19" name="!!Loader – pasek"/>
          <p:cNvSpPr/>
          <p:nvPr/>
        </p:nvSpPr>
        <p:spPr>
          <a:xfrm>
            <a:off x="3873500" y="4201716"/>
            <a:ext cx="3867150" cy="31750"/>
          </a:xfrm>
          <a:prstGeom prst="rect">
            <a:avLst/>
          </a:prstGeom>
          <a:solidFill>
            <a:srgbClr val="EE312F"/>
          </a:solidFill>
          <a:ln>
            <a:noFill/>
          </a:ln>
        </p:spPr>
        <p:txBody>
          <a:bodyPr rtlCol="0" anchor="ctr"/>
          <a:lstStyle/>
          <a:p>
            <a:pPr algn="ctr"/>
            <a:endParaRPr lang="pl-PL" dirty="0"/>
          </a:p>
        </p:txBody>
      </p:sp>
      <p:sp>
        <p:nvSpPr>
          <p:cNvPr id="20" name="!!Loader – procent"/>
          <p:cNvSpPr txBox="1"/>
          <p:nvPr/>
        </p:nvSpPr>
        <p:spPr>
          <a:xfrm>
            <a:off x="5908675" y="4385866"/>
            <a:ext cx="605076" cy="190500"/>
          </a:xfrm>
          <a:prstGeom prst="rect">
            <a:avLst/>
          </a:prstGeom>
          <a:noFill/>
          <a:ln>
            <a:noFill/>
          </a:ln>
        </p:spPr>
        <p:txBody>
          <a:bodyPr wrap="none" lIns="0" tIns="0" rIns="0" bIns="0" rtlCol="0" anchor="t">
            <a:noAutofit/>
          </a:bodyPr>
          <a:lstStyle/>
          <a:p>
            <a:pPr algn="l">
              <a:spcBef>
                <a:spcPts val="0"/>
              </a:spcBef>
              <a:spcAft>
                <a:spcPts val="0"/>
              </a:spcAft>
              <a:buNone/>
            </a:pPr>
            <a:r>
              <a:rPr lang="pl-PL" sz="1500" b="1" kern="100" dirty="0">
                <a:solidFill>
                  <a:srgbClr val="888888"/>
                </a:solidFill>
                <a:latin typeface="Lato"/>
                <a:cs typeface="Lato"/>
              </a:rPr>
              <a:t>87%</a:t>
            </a:r>
            <a:endParaRPr lang="pl-PL" sz="1500" b="1" kern="100" dirty="0">
              <a:solidFill>
                <a:srgbClr val="888888"/>
              </a:solidFill>
              <a:latin typeface="Lato"/>
              <a:cs typeface="Lato"/>
            </a:endParaRPr>
          </a:p>
        </p:txBody>
      </p:sp>
      <p:sp>
        <p:nvSpPr>
          <p:cNvPr id="21" name="!!Postać 1"/>
          <p:cNvSpPr/>
          <p:nvPr/>
        </p:nvSpPr>
        <p:spPr>
          <a:xfrm>
            <a:off x="8150355" y="2810211"/>
            <a:ext cx="514091" cy="514091"/>
          </a:xfrm>
          <a:custGeom>
            <a:avLst/>
            <a:gdLst/>
            <a:ahLst/>
            <a:cxnLst/>
            <a:rect l="0" t="0" r="r" b="b"/>
            <a:pathLst>
              <a:path w="514091" h="514091">
                <a:moveTo>
                  <a:pt x="0" y="0"/>
                </a:moveTo>
                <a:lnTo>
                  <a:pt x="514091" y="0"/>
                </a:lnTo>
                <a:lnTo>
                  <a:pt x="490723" y="514091"/>
                </a:lnTo>
                <a:lnTo>
                  <a:pt x="23368" y="514091"/>
                </a:lnTo>
                <a:close/>
              </a:path>
            </a:pathLst>
          </a:custGeom>
          <a:solidFill>
            <a:srgbClr val="5D331C"/>
          </a:solidFill>
          <a:ln>
            <a:noFill/>
          </a:ln>
        </p:spPr>
        <p:txBody>
          <a:bodyPr rtlCol="0" anchor="ctr"/>
          <a:lstStyle/>
          <a:p>
            <a:pPr algn="ctr"/>
            <a:endParaRPr lang="pl-PL" dirty="0"/>
          </a:p>
        </p:txBody>
      </p:sp>
      <p:sp>
        <p:nvSpPr>
          <p:cNvPr id="22" name="!!Postać 2"/>
          <p:cNvSpPr/>
          <p:nvPr/>
        </p:nvSpPr>
        <p:spPr>
          <a:xfrm>
            <a:off x="8150355" y="2319488"/>
            <a:ext cx="257045" cy="151890"/>
          </a:xfrm>
          <a:custGeom>
            <a:avLst/>
            <a:gdLst/>
            <a:ahLst/>
            <a:cxnLst/>
            <a:rect l="0" t="0" r="r" b="b"/>
            <a:pathLst>
              <a:path w="257045" h="151890">
                <a:moveTo>
                  <a:pt x="257045" y="0"/>
                </a:moveTo>
                <a:lnTo>
                  <a:pt x="0" y="58419"/>
                </a:lnTo>
                <a:lnTo>
                  <a:pt x="128523" y="151890"/>
                </a:lnTo>
                <a:close/>
              </a:path>
            </a:pathLst>
          </a:custGeom>
          <a:solidFill>
            <a:srgbClr val="C07C49"/>
          </a:solidFill>
          <a:ln>
            <a:noFill/>
          </a:ln>
        </p:spPr>
        <p:txBody>
          <a:bodyPr rtlCol="0" anchor="ctr"/>
          <a:lstStyle/>
          <a:p>
            <a:pPr algn="ctr"/>
            <a:endParaRPr lang="pl-PL" dirty="0"/>
          </a:p>
        </p:txBody>
      </p:sp>
      <p:sp>
        <p:nvSpPr>
          <p:cNvPr id="23" name="!!Postać 3"/>
          <p:cNvSpPr/>
          <p:nvPr/>
        </p:nvSpPr>
        <p:spPr>
          <a:xfrm>
            <a:off x="8027674" y="2377907"/>
            <a:ext cx="251203" cy="210310"/>
          </a:xfrm>
          <a:custGeom>
            <a:avLst/>
            <a:gdLst/>
            <a:ahLst/>
            <a:cxnLst/>
            <a:rect l="0" t="0" r="r" b="b"/>
            <a:pathLst>
              <a:path w="251203" h="210310">
                <a:moveTo>
                  <a:pt x="122681" y="0"/>
                </a:moveTo>
                <a:lnTo>
                  <a:pt x="0" y="210310"/>
                </a:lnTo>
                <a:lnTo>
                  <a:pt x="251203" y="93471"/>
                </a:lnTo>
                <a:close/>
              </a:path>
            </a:pathLst>
          </a:custGeom>
          <a:solidFill>
            <a:srgbClr val="9C6037"/>
          </a:solidFill>
          <a:ln>
            <a:noFill/>
          </a:ln>
        </p:spPr>
        <p:txBody>
          <a:bodyPr rtlCol="0" anchor="ctr"/>
          <a:lstStyle/>
          <a:p>
            <a:pPr algn="ctr"/>
            <a:endParaRPr lang="pl-PL" dirty="0"/>
          </a:p>
        </p:txBody>
      </p:sp>
      <p:sp>
        <p:nvSpPr>
          <p:cNvPr id="24" name="!!Postać 4"/>
          <p:cNvSpPr/>
          <p:nvPr/>
        </p:nvSpPr>
        <p:spPr>
          <a:xfrm>
            <a:off x="8027674" y="2471379"/>
            <a:ext cx="251203" cy="292097"/>
          </a:xfrm>
          <a:custGeom>
            <a:avLst/>
            <a:gdLst/>
            <a:ahLst/>
            <a:cxnLst/>
            <a:rect l="0" t="0" r="r" b="b"/>
            <a:pathLst>
              <a:path w="251203" h="292097">
                <a:moveTo>
                  <a:pt x="0" y="116839"/>
                </a:moveTo>
                <a:lnTo>
                  <a:pt x="116839" y="292097"/>
                </a:lnTo>
                <a:lnTo>
                  <a:pt x="251203" y="0"/>
                </a:lnTo>
                <a:close/>
              </a:path>
            </a:pathLst>
          </a:custGeom>
          <a:solidFill>
            <a:srgbClr val="C07C49"/>
          </a:solidFill>
          <a:ln>
            <a:noFill/>
          </a:ln>
        </p:spPr>
        <p:txBody>
          <a:bodyPr rtlCol="0" anchor="ctr"/>
          <a:lstStyle/>
          <a:p>
            <a:pPr algn="ctr"/>
            <a:endParaRPr lang="pl-PL" dirty="0"/>
          </a:p>
        </p:txBody>
      </p:sp>
      <p:sp>
        <p:nvSpPr>
          <p:cNvPr id="25" name="!!Postać 5"/>
          <p:cNvSpPr/>
          <p:nvPr/>
        </p:nvSpPr>
        <p:spPr>
          <a:xfrm>
            <a:off x="7992622" y="2588217"/>
            <a:ext cx="151890" cy="292097"/>
          </a:xfrm>
          <a:custGeom>
            <a:avLst/>
            <a:gdLst/>
            <a:ahLst/>
            <a:cxnLst/>
            <a:rect l="0" t="0" r="r" b="b"/>
            <a:pathLst>
              <a:path w="151890" h="292097">
                <a:moveTo>
                  <a:pt x="35052" y="0"/>
                </a:moveTo>
                <a:lnTo>
                  <a:pt x="0" y="292097"/>
                </a:lnTo>
                <a:lnTo>
                  <a:pt x="151890" y="175258"/>
                </a:lnTo>
                <a:close/>
              </a:path>
            </a:pathLst>
          </a:custGeom>
          <a:solidFill>
            <a:srgbClr val="9C6037"/>
          </a:solidFill>
          <a:ln>
            <a:noFill/>
          </a:ln>
        </p:spPr>
        <p:txBody>
          <a:bodyPr rtlCol="0" anchor="ctr"/>
          <a:lstStyle/>
          <a:p>
            <a:pPr algn="ctr"/>
            <a:endParaRPr lang="pl-PL" dirty="0"/>
          </a:p>
        </p:txBody>
      </p:sp>
      <p:sp>
        <p:nvSpPr>
          <p:cNvPr id="26" name="!!Postać 6"/>
          <p:cNvSpPr/>
          <p:nvPr/>
        </p:nvSpPr>
        <p:spPr>
          <a:xfrm>
            <a:off x="7992622" y="2763476"/>
            <a:ext cx="163574" cy="257045"/>
          </a:xfrm>
          <a:custGeom>
            <a:avLst/>
            <a:gdLst/>
            <a:ahLst/>
            <a:cxnLst/>
            <a:rect l="0" t="0" r="r" b="b"/>
            <a:pathLst>
              <a:path w="163574" h="257045">
                <a:moveTo>
                  <a:pt x="0" y="116839"/>
                </a:moveTo>
                <a:lnTo>
                  <a:pt x="163574" y="257045"/>
                </a:lnTo>
                <a:lnTo>
                  <a:pt x="151890" y="0"/>
                </a:lnTo>
                <a:close/>
              </a:path>
            </a:pathLst>
          </a:custGeom>
          <a:solidFill>
            <a:srgbClr val="7A4627"/>
          </a:solidFill>
          <a:ln>
            <a:noFill/>
          </a:ln>
        </p:spPr>
        <p:txBody>
          <a:bodyPr rtlCol="0" anchor="ctr"/>
          <a:lstStyle/>
          <a:p>
            <a:pPr algn="ctr"/>
            <a:endParaRPr lang="pl-PL" dirty="0"/>
          </a:p>
        </p:txBody>
      </p:sp>
      <p:sp>
        <p:nvSpPr>
          <p:cNvPr id="27" name="!!Postać 7"/>
          <p:cNvSpPr/>
          <p:nvPr/>
        </p:nvSpPr>
        <p:spPr>
          <a:xfrm>
            <a:off x="7992622" y="2880314"/>
            <a:ext cx="163574" cy="245362"/>
          </a:xfrm>
          <a:custGeom>
            <a:avLst/>
            <a:gdLst/>
            <a:ahLst/>
            <a:cxnLst/>
            <a:rect l="0" t="0" r="r" b="b"/>
            <a:pathLst>
              <a:path w="163574" h="245362">
                <a:moveTo>
                  <a:pt x="0" y="0"/>
                </a:moveTo>
                <a:lnTo>
                  <a:pt x="17526" y="245362"/>
                </a:lnTo>
                <a:lnTo>
                  <a:pt x="163574" y="140207"/>
                </a:lnTo>
                <a:close/>
              </a:path>
            </a:pathLst>
          </a:custGeom>
          <a:solidFill>
            <a:srgbClr val="9C6037"/>
          </a:solidFill>
          <a:ln>
            <a:noFill/>
          </a:ln>
        </p:spPr>
        <p:txBody>
          <a:bodyPr rtlCol="0" anchor="ctr"/>
          <a:lstStyle/>
          <a:p>
            <a:pPr algn="ctr"/>
            <a:endParaRPr lang="pl-PL" dirty="0"/>
          </a:p>
        </p:txBody>
      </p:sp>
      <p:sp>
        <p:nvSpPr>
          <p:cNvPr id="28" name="!!Postać 8"/>
          <p:cNvSpPr/>
          <p:nvPr/>
        </p:nvSpPr>
        <p:spPr>
          <a:xfrm>
            <a:off x="8010148" y="3020521"/>
            <a:ext cx="198626" cy="303781"/>
          </a:xfrm>
          <a:custGeom>
            <a:avLst/>
            <a:gdLst/>
            <a:ahLst/>
            <a:cxnLst/>
            <a:rect l="0" t="0" r="r" b="b"/>
            <a:pathLst>
              <a:path w="198626" h="303781">
                <a:moveTo>
                  <a:pt x="0" y="105155"/>
                </a:moveTo>
                <a:lnTo>
                  <a:pt x="198626" y="303781"/>
                </a:lnTo>
                <a:lnTo>
                  <a:pt x="146049" y="0"/>
                </a:lnTo>
                <a:close/>
              </a:path>
            </a:pathLst>
          </a:custGeom>
          <a:solidFill>
            <a:srgbClr val="7A4627"/>
          </a:solidFill>
          <a:ln>
            <a:noFill/>
          </a:ln>
        </p:spPr>
        <p:txBody>
          <a:bodyPr rtlCol="0" anchor="ctr"/>
          <a:lstStyle/>
          <a:p>
            <a:pPr algn="ctr"/>
            <a:endParaRPr lang="pl-PL" dirty="0"/>
          </a:p>
        </p:txBody>
      </p:sp>
      <p:sp>
        <p:nvSpPr>
          <p:cNvPr id="29" name="!!Postać 9"/>
          <p:cNvSpPr/>
          <p:nvPr/>
        </p:nvSpPr>
        <p:spPr>
          <a:xfrm>
            <a:off x="8010148" y="3125676"/>
            <a:ext cx="110997" cy="257045"/>
          </a:xfrm>
          <a:custGeom>
            <a:avLst/>
            <a:gdLst/>
            <a:ahLst/>
            <a:cxnLst/>
            <a:rect l="0" t="0" r="r" b="b"/>
            <a:pathLst>
              <a:path w="110997" h="257045">
                <a:moveTo>
                  <a:pt x="0" y="0"/>
                </a:moveTo>
                <a:lnTo>
                  <a:pt x="46736" y="198626"/>
                </a:lnTo>
                <a:lnTo>
                  <a:pt x="110997" y="257045"/>
                </a:lnTo>
                <a:close/>
              </a:path>
            </a:pathLst>
          </a:custGeom>
          <a:solidFill>
            <a:srgbClr val="9C6037"/>
          </a:solidFill>
          <a:ln>
            <a:noFill/>
          </a:ln>
        </p:spPr>
        <p:txBody>
          <a:bodyPr rtlCol="0" anchor="ctr"/>
          <a:lstStyle/>
          <a:p>
            <a:pPr algn="ctr"/>
            <a:endParaRPr lang="pl-PL" dirty="0"/>
          </a:p>
        </p:txBody>
      </p:sp>
      <p:sp>
        <p:nvSpPr>
          <p:cNvPr id="30" name="!!Postać 10"/>
          <p:cNvSpPr/>
          <p:nvPr/>
        </p:nvSpPr>
        <p:spPr>
          <a:xfrm>
            <a:off x="8010148" y="3125676"/>
            <a:ext cx="198626" cy="257045"/>
          </a:xfrm>
          <a:custGeom>
            <a:avLst/>
            <a:gdLst/>
            <a:ahLst/>
            <a:cxnLst/>
            <a:rect l="0" t="0" r="r" b="b"/>
            <a:pathLst>
              <a:path w="198626" h="257045">
                <a:moveTo>
                  <a:pt x="0" y="0"/>
                </a:moveTo>
                <a:lnTo>
                  <a:pt x="110997" y="257045"/>
                </a:lnTo>
                <a:lnTo>
                  <a:pt x="198626" y="198626"/>
                </a:lnTo>
                <a:close/>
              </a:path>
            </a:pathLst>
          </a:custGeom>
          <a:solidFill>
            <a:srgbClr val="7A4627"/>
          </a:solidFill>
          <a:ln>
            <a:noFill/>
          </a:ln>
        </p:spPr>
        <p:txBody>
          <a:bodyPr rtlCol="0" anchor="ctr"/>
          <a:lstStyle/>
          <a:p>
            <a:pPr algn="ctr"/>
            <a:endParaRPr lang="pl-PL" dirty="0"/>
          </a:p>
        </p:txBody>
      </p:sp>
      <p:sp>
        <p:nvSpPr>
          <p:cNvPr id="31" name="!!Postać 11"/>
          <p:cNvSpPr/>
          <p:nvPr/>
        </p:nvSpPr>
        <p:spPr>
          <a:xfrm>
            <a:off x="8407400" y="2319488"/>
            <a:ext cx="257045" cy="151890"/>
          </a:xfrm>
          <a:custGeom>
            <a:avLst/>
            <a:gdLst/>
            <a:ahLst/>
            <a:cxnLst/>
            <a:rect l="0" t="0" r="r" b="b"/>
            <a:pathLst>
              <a:path w="257045" h="151890">
                <a:moveTo>
                  <a:pt x="0" y="0"/>
                </a:moveTo>
                <a:lnTo>
                  <a:pt x="257045" y="58419"/>
                </a:lnTo>
                <a:lnTo>
                  <a:pt x="128523" y="151890"/>
                </a:lnTo>
                <a:close/>
              </a:path>
            </a:pathLst>
          </a:custGeom>
          <a:solidFill>
            <a:srgbClr val="9C6037"/>
          </a:solidFill>
          <a:ln>
            <a:noFill/>
          </a:ln>
        </p:spPr>
        <p:txBody>
          <a:bodyPr rtlCol="0" anchor="ctr"/>
          <a:lstStyle/>
          <a:p>
            <a:pPr algn="ctr"/>
            <a:endParaRPr lang="pl-PL" dirty="0"/>
          </a:p>
        </p:txBody>
      </p:sp>
      <p:sp>
        <p:nvSpPr>
          <p:cNvPr id="32" name="!!Postać 12"/>
          <p:cNvSpPr/>
          <p:nvPr/>
        </p:nvSpPr>
        <p:spPr>
          <a:xfrm>
            <a:off x="8535923" y="2377907"/>
            <a:ext cx="251203" cy="210310"/>
          </a:xfrm>
          <a:custGeom>
            <a:avLst/>
            <a:gdLst/>
            <a:ahLst/>
            <a:cxnLst/>
            <a:rect l="0" t="0" r="r" b="b"/>
            <a:pathLst>
              <a:path w="251203" h="210310">
                <a:moveTo>
                  <a:pt x="128523" y="0"/>
                </a:moveTo>
                <a:lnTo>
                  <a:pt x="251203" y="210310"/>
                </a:lnTo>
                <a:lnTo>
                  <a:pt x="0" y="93471"/>
                </a:lnTo>
                <a:close/>
              </a:path>
            </a:pathLst>
          </a:custGeom>
          <a:solidFill>
            <a:srgbClr val="7A4627"/>
          </a:solidFill>
          <a:ln>
            <a:noFill/>
          </a:ln>
        </p:spPr>
        <p:txBody>
          <a:bodyPr rtlCol="0" anchor="ctr"/>
          <a:lstStyle/>
          <a:p>
            <a:pPr algn="ctr"/>
            <a:endParaRPr lang="pl-PL" dirty="0"/>
          </a:p>
        </p:txBody>
      </p:sp>
      <p:sp>
        <p:nvSpPr>
          <p:cNvPr id="33" name="!!Postać 13"/>
          <p:cNvSpPr/>
          <p:nvPr/>
        </p:nvSpPr>
        <p:spPr>
          <a:xfrm>
            <a:off x="8535923" y="2471379"/>
            <a:ext cx="251203" cy="292097"/>
          </a:xfrm>
          <a:custGeom>
            <a:avLst/>
            <a:gdLst/>
            <a:ahLst/>
            <a:cxnLst/>
            <a:rect l="0" t="0" r="r" b="b"/>
            <a:pathLst>
              <a:path w="251203" h="292097">
                <a:moveTo>
                  <a:pt x="251203" y="116839"/>
                </a:moveTo>
                <a:lnTo>
                  <a:pt x="134365" y="292097"/>
                </a:lnTo>
                <a:lnTo>
                  <a:pt x="0" y="0"/>
                </a:lnTo>
                <a:close/>
              </a:path>
            </a:pathLst>
          </a:custGeom>
          <a:solidFill>
            <a:srgbClr val="9C6037"/>
          </a:solidFill>
          <a:ln>
            <a:noFill/>
          </a:ln>
        </p:spPr>
        <p:txBody>
          <a:bodyPr rtlCol="0" anchor="ctr"/>
          <a:lstStyle/>
          <a:p>
            <a:pPr algn="ctr"/>
            <a:endParaRPr lang="pl-PL" dirty="0"/>
          </a:p>
        </p:txBody>
      </p:sp>
      <p:sp>
        <p:nvSpPr>
          <p:cNvPr id="34" name="!!Postać 14"/>
          <p:cNvSpPr/>
          <p:nvPr/>
        </p:nvSpPr>
        <p:spPr>
          <a:xfrm>
            <a:off x="8670287" y="2588217"/>
            <a:ext cx="151890" cy="292097"/>
          </a:xfrm>
          <a:custGeom>
            <a:avLst/>
            <a:gdLst/>
            <a:ahLst/>
            <a:cxnLst/>
            <a:rect l="0" t="0" r="r" b="b"/>
            <a:pathLst>
              <a:path w="151890" h="292097">
                <a:moveTo>
                  <a:pt x="116839" y="0"/>
                </a:moveTo>
                <a:lnTo>
                  <a:pt x="151890" y="292097"/>
                </a:lnTo>
                <a:lnTo>
                  <a:pt x="0" y="175258"/>
                </a:lnTo>
                <a:close/>
              </a:path>
            </a:pathLst>
          </a:custGeom>
          <a:solidFill>
            <a:srgbClr val="7A4627"/>
          </a:solidFill>
          <a:ln>
            <a:noFill/>
          </a:ln>
        </p:spPr>
        <p:txBody>
          <a:bodyPr rtlCol="0" anchor="ctr"/>
          <a:lstStyle/>
          <a:p>
            <a:pPr algn="ctr"/>
            <a:endParaRPr lang="pl-PL" dirty="0"/>
          </a:p>
        </p:txBody>
      </p:sp>
      <p:sp>
        <p:nvSpPr>
          <p:cNvPr id="35" name="!!Postać 15"/>
          <p:cNvSpPr/>
          <p:nvPr/>
        </p:nvSpPr>
        <p:spPr>
          <a:xfrm>
            <a:off x="8658603" y="2763476"/>
            <a:ext cx="163574" cy="257045"/>
          </a:xfrm>
          <a:custGeom>
            <a:avLst/>
            <a:gdLst/>
            <a:ahLst/>
            <a:cxnLst/>
            <a:rect l="0" t="0" r="r" b="b"/>
            <a:pathLst>
              <a:path w="163574" h="257045">
                <a:moveTo>
                  <a:pt x="163574" y="116839"/>
                </a:moveTo>
                <a:lnTo>
                  <a:pt x="0" y="257045"/>
                </a:lnTo>
                <a:lnTo>
                  <a:pt x="11684" y="0"/>
                </a:lnTo>
                <a:close/>
              </a:path>
            </a:pathLst>
          </a:custGeom>
          <a:solidFill>
            <a:srgbClr val="5D331C"/>
          </a:solidFill>
          <a:ln>
            <a:noFill/>
          </a:ln>
        </p:spPr>
        <p:txBody>
          <a:bodyPr rtlCol="0" anchor="ctr"/>
          <a:lstStyle/>
          <a:p>
            <a:pPr algn="ctr"/>
            <a:endParaRPr lang="pl-PL" dirty="0"/>
          </a:p>
        </p:txBody>
      </p:sp>
      <p:sp>
        <p:nvSpPr>
          <p:cNvPr id="36" name="!!Postać 16"/>
          <p:cNvSpPr/>
          <p:nvPr/>
        </p:nvSpPr>
        <p:spPr>
          <a:xfrm>
            <a:off x="8658603" y="2880314"/>
            <a:ext cx="163574" cy="245362"/>
          </a:xfrm>
          <a:custGeom>
            <a:avLst/>
            <a:gdLst/>
            <a:ahLst/>
            <a:cxnLst/>
            <a:rect l="0" t="0" r="r" b="b"/>
            <a:pathLst>
              <a:path w="163574" h="245362">
                <a:moveTo>
                  <a:pt x="163574" y="0"/>
                </a:moveTo>
                <a:lnTo>
                  <a:pt x="146049" y="245362"/>
                </a:lnTo>
                <a:lnTo>
                  <a:pt x="0" y="140207"/>
                </a:lnTo>
                <a:close/>
              </a:path>
            </a:pathLst>
          </a:custGeom>
          <a:solidFill>
            <a:srgbClr val="7A4627"/>
          </a:solidFill>
          <a:ln>
            <a:noFill/>
          </a:ln>
        </p:spPr>
        <p:txBody>
          <a:bodyPr rtlCol="0" anchor="ctr"/>
          <a:lstStyle/>
          <a:p>
            <a:pPr algn="ctr"/>
            <a:endParaRPr lang="pl-PL" dirty="0"/>
          </a:p>
        </p:txBody>
      </p:sp>
      <p:sp>
        <p:nvSpPr>
          <p:cNvPr id="37" name="!!Postać 17"/>
          <p:cNvSpPr/>
          <p:nvPr/>
        </p:nvSpPr>
        <p:spPr>
          <a:xfrm>
            <a:off x="8606026" y="3020521"/>
            <a:ext cx="198626" cy="303781"/>
          </a:xfrm>
          <a:custGeom>
            <a:avLst/>
            <a:gdLst/>
            <a:ahLst/>
            <a:cxnLst/>
            <a:rect l="0" t="0" r="r" b="b"/>
            <a:pathLst>
              <a:path w="198626" h="303781">
                <a:moveTo>
                  <a:pt x="198626" y="105155"/>
                </a:moveTo>
                <a:lnTo>
                  <a:pt x="0" y="303781"/>
                </a:lnTo>
                <a:lnTo>
                  <a:pt x="52577" y="0"/>
                </a:lnTo>
                <a:close/>
              </a:path>
            </a:pathLst>
          </a:custGeom>
          <a:solidFill>
            <a:srgbClr val="5D331C"/>
          </a:solidFill>
          <a:ln>
            <a:noFill/>
          </a:ln>
        </p:spPr>
        <p:txBody>
          <a:bodyPr rtlCol="0" anchor="ctr"/>
          <a:lstStyle/>
          <a:p>
            <a:pPr algn="ctr"/>
            <a:endParaRPr lang="pl-PL" dirty="0"/>
          </a:p>
        </p:txBody>
      </p:sp>
      <p:sp>
        <p:nvSpPr>
          <p:cNvPr id="38" name="!!Postać 18"/>
          <p:cNvSpPr/>
          <p:nvPr/>
        </p:nvSpPr>
        <p:spPr>
          <a:xfrm>
            <a:off x="8693655" y="3125676"/>
            <a:ext cx="110997" cy="257045"/>
          </a:xfrm>
          <a:custGeom>
            <a:avLst/>
            <a:gdLst/>
            <a:ahLst/>
            <a:cxnLst/>
            <a:rect l="0" t="0" r="r" b="b"/>
            <a:pathLst>
              <a:path w="110997" h="257045">
                <a:moveTo>
                  <a:pt x="110997" y="0"/>
                </a:moveTo>
                <a:lnTo>
                  <a:pt x="64261" y="198626"/>
                </a:lnTo>
                <a:lnTo>
                  <a:pt x="0" y="257045"/>
                </a:lnTo>
                <a:close/>
              </a:path>
            </a:pathLst>
          </a:custGeom>
          <a:solidFill>
            <a:srgbClr val="7A4627"/>
          </a:solidFill>
          <a:ln>
            <a:noFill/>
          </a:ln>
        </p:spPr>
        <p:txBody>
          <a:bodyPr rtlCol="0" anchor="ctr"/>
          <a:lstStyle/>
          <a:p>
            <a:pPr algn="ctr"/>
            <a:endParaRPr lang="pl-PL" dirty="0"/>
          </a:p>
        </p:txBody>
      </p:sp>
      <p:sp>
        <p:nvSpPr>
          <p:cNvPr id="39" name="!!Postać 19"/>
          <p:cNvSpPr/>
          <p:nvPr/>
        </p:nvSpPr>
        <p:spPr>
          <a:xfrm>
            <a:off x="8606026" y="3125676"/>
            <a:ext cx="198626" cy="257045"/>
          </a:xfrm>
          <a:custGeom>
            <a:avLst/>
            <a:gdLst/>
            <a:ahLst/>
            <a:cxnLst/>
            <a:rect l="0" t="0" r="r" b="b"/>
            <a:pathLst>
              <a:path w="198626" h="257045">
                <a:moveTo>
                  <a:pt x="198626" y="0"/>
                </a:moveTo>
                <a:lnTo>
                  <a:pt x="87629" y="257045"/>
                </a:lnTo>
                <a:lnTo>
                  <a:pt x="0" y="198626"/>
                </a:lnTo>
                <a:close/>
              </a:path>
            </a:pathLst>
          </a:custGeom>
          <a:solidFill>
            <a:srgbClr val="5D331C"/>
          </a:solidFill>
          <a:ln>
            <a:noFill/>
          </a:ln>
        </p:spPr>
        <p:txBody>
          <a:bodyPr rtlCol="0" anchor="ctr"/>
          <a:lstStyle/>
          <a:p>
            <a:pPr algn="ctr"/>
            <a:endParaRPr lang="pl-PL" dirty="0"/>
          </a:p>
        </p:txBody>
      </p:sp>
      <p:sp>
        <p:nvSpPr>
          <p:cNvPr id="40" name="!!Postać 20"/>
          <p:cNvSpPr/>
          <p:nvPr/>
        </p:nvSpPr>
        <p:spPr>
          <a:xfrm>
            <a:off x="8278877" y="2319488"/>
            <a:ext cx="257045" cy="151890"/>
          </a:xfrm>
          <a:custGeom>
            <a:avLst/>
            <a:gdLst/>
            <a:ahLst/>
            <a:cxnLst/>
            <a:rect l="0" t="0" r="r" b="b"/>
            <a:pathLst>
              <a:path w="257045" h="151890">
                <a:moveTo>
                  <a:pt x="128523" y="0"/>
                </a:moveTo>
                <a:lnTo>
                  <a:pt x="0" y="151890"/>
                </a:lnTo>
                <a:lnTo>
                  <a:pt x="257045" y="151890"/>
                </a:lnTo>
                <a:close/>
              </a:path>
            </a:pathLst>
          </a:custGeom>
          <a:solidFill>
            <a:srgbClr val="9C6037"/>
          </a:solidFill>
          <a:ln>
            <a:noFill/>
          </a:ln>
        </p:spPr>
        <p:txBody>
          <a:bodyPr rtlCol="0" anchor="ctr"/>
          <a:lstStyle/>
          <a:p>
            <a:pPr algn="ctr"/>
            <a:endParaRPr lang="pl-PL" dirty="0"/>
          </a:p>
        </p:txBody>
      </p:sp>
      <p:sp>
        <p:nvSpPr>
          <p:cNvPr id="41" name="!!Postać 21"/>
          <p:cNvSpPr/>
          <p:nvPr/>
        </p:nvSpPr>
        <p:spPr>
          <a:xfrm>
            <a:off x="8302245" y="3791657"/>
            <a:ext cx="87629" cy="327149"/>
          </a:xfrm>
          <a:custGeom>
            <a:avLst/>
            <a:gdLst/>
            <a:ahLst/>
            <a:cxnLst/>
            <a:rect l="0" t="0" r="r" b="b"/>
            <a:pathLst>
              <a:path w="87629" h="327149">
                <a:moveTo>
                  <a:pt x="0" y="0"/>
                </a:moveTo>
                <a:lnTo>
                  <a:pt x="87629" y="0"/>
                </a:lnTo>
                <a:lnTo>
                  <a:pt x="17526" y="327149"/>
                </a:lnTo>
                <a:close/>
              </a:path>
            </a:pathLst>
          </a:custGeom>
          <a:solidFill>
            <a:srgbClr val="E2E2E2"/>
          </a:solidFill>
          <a:ln>
            <a:noFill/>
          </a:ln>
        </p:spPr>
        <p:txBody>
          <a:bodyPr rtlCol="0" anchor="ctr"/>
          <a:lstStyle/>
          <a:p>
            <a:pPr algn="ctr"/>
            <a:endParaRPr lang="pl-PL" dirty="0"/>
          </a:p>
        </p:txBody>
      </p:sp>
      <p:sp>
        <p:nvSpPr>
          <p:cNvPr id="42" name="!!Postać 22"/>
          <p:cNvSpPr/>
          <p:nvPr/>
        </p:nvSpPr>
        <p:spPr>
          <a:xfrm>
            <a:off x="8319771" y="3791657"/>
            <a:ext cx="70103" cy="327149"/>
          </a:xfrm>
          <a:custGeom>
            <a:avLst/>
            <a:gdLst/>
            <a:ahLst/>
            <a:cxnLst/>
            <a:rect l="0" t="0" r="r" b="b"/>
            <a:pathLst>
              <a:path w="70103" h="327149">
                <a:moveTo>
                  <a:pt x="70103" y="0"/>
                </a:moveTo>
                <a:lnTo>
                  <a:pt x="58419" y="327149"/>
                </a:lnTo>
                <a:lnTo>
                  <a:pt x="0" y="327149"/>
                </a:lnTo>
                <a:close/>
              </a:path>
            </a:pathLst>
          </a:custGeom>
          <a:solidFill>
            <a:srgbClr val="CDCDCD"/>
          </a:solidFill>
          <a:ln>
            <a:noFill/>
          </a:ln>
        </p:spPr>
        <p:txBody>
          <a:bodyPr rtlCol="0" anchor="ctr"/>
          <a:lstStyle/>
          <a:p>
            <a:pPr algn="ctr"/>
            <a:endParaRPr lang="pl-PL" dirty="0"/>
          </a:p>
        </p:txBody>
      </p:sp>
      <p:sp>
        <p:nvSpPr>
          <p:cNvPr id="43" name="!!Postać 23"/>
          <p:cNvSpPr/>
          <p:nvPr/>
        </p:nvSpPr>
        <p:spPr>
          <a:xfrm>
            <a:off x="8185406" y="4107122"/>
            <a:ext cx="221994" cy="70103"/>
          </a:xfrm>
          <a:custGeom>
            <a:avLst/>
            <a:gdLst/>
            <a:ahLst/>
            <a:cxnLst/>
            <a:rect l="0" t="0" r="r" b="b"/>
            <a:pathLst>
              <a:path w="221994" h="70103">
                <a:moveTo>
                  <a:pt x="70103" y="0"/>
                </a:moveTo>
                <a:lnTo>
                  <a:pt x="210310" y="0"/>
                </a:lnTo>
                <a:lnTo>
                  <a:pt x="221994" y="70103"/>
                </a:lnTo>
                <a:lnTo>
                  <a:pt x="0" y="58419"/>
                </a:lnTo>
                <a:close/>
              </a:path>
            </a:pathLst>
          </a:custGeom>
          <a:solidFill>
            <a:srgbClr val="F2F2F2"/>
          </a:solidFill>
          <a:ln>
            <a:noFill/>
          </a:ln>
        </p:spPr>
        <p:txBody>
          <a:bodyPr rtlCol="0" anchor="ctr"/>
          <a:lstStyle/>
          <a:p>
            <a:pPr algn="ctr"/>
            <a:endParaRPr lang="pl-PL" dirty="0"/>
          </a:p>
        </p:txBody>
      </p:sp>
      <p:sp>
        <p:nvSpPr>
          <p:cNvPr id="44" name="!!Postać 24"/>
          <p:cNvSpPr/>
          <p:nvPr/>
        </p:nvSpPr>
        <p:spPr>
          <a:xfrm>
            <a:off x="8173722" y="4165542"/>
            <a:ext cx="233678" cy="58419"/>
          </a:xfrm>
          <a:custGeom>
            <a:avLst/>
            <a:gdLst/>
            <a:ahLst/>
            <a:cxnLst/>
            <a:rect l="0" t="0" r="r" b="b"/>
            <a:pathLst>
              <a:path w="233678" h="58419">
                <a:moveTo>
                  <a:pt x="11684" y="0"/>
                </a:moveTo>
                <a:lnTo>
                  <a:pt x="233678" y="11684"/>
                </a:lnTo>
                <a:lnTo>
                  <a:pt x="221994" y="58419"/>
                </a:lnTo>
                <a:lnTo>
                  <a:pt x="0" y="58419"/>
                </a:lnTo>
                <a:close/>
              </a:path>
            </a:pathLst>
          </a:custGeom>
          <a:solidFill>
            <a:srgbClr val="EE312F"/>
          </a:solidFill>
          <a:ln>
            <a:noFill/>
          </a:ln>
        </p:spPr>
        <p:txBody>
          <a:bodyPr rtlCol="0" anchor="ctr"/>
          <a:lstStyle/>
          <a:p>
            <a:pPr algn="ctr"/>
            <a:endParaRPr lang="pl-PL" dirty="0"/>
          </a:p>
        </p:txBody>
      </p:sp>
      <p:sp>
        <p:nvSpPr>
          <p:cNvPr id="45" name="!!Postać 25"/>
          <p:cNvSpPr/>
          <p:nvPr/>
        </p:nvSpPr>
        <p:spPr>
          <a:xfrm>
            <a:off x="8424926" y="3791657"/>
            <a:ext cx="70103" cy="327149"/>
          </a:xfrm>
          <a:custGeom>
            <a:avLst/>
            <a:gdLst/>
            <a:ahLst/>
            <a:cxnLst/>
            <a:rect l="0" t="0" r="r" b="b"/>
            <a:pathLst>
              <a:path w="70103" h="327149">
                <a:moveTo>
                  <a:pt x="0" y="0"/>
                </a:moveTo>
                <a:lnTo>
                  <a:pt x="70103" y="327149"/>
                </a:lnTo>
                <a:lnTo>
                  <a:pt x="11684" y="327149"/>
                </a:lnTo>
                <a:close/>
              </a:path>
            </a:pathLst>
          </a:custGeom>
          <a:solidFill>
            <a:srgbClr val="D2D2D2"/>
          </a:solidFill>
          <a:ln>
            <a:noFill/>
          </a:ln>
        </p:spPr>
        <p:txBody>
          <a:bodyPr rtlCol="0" anchor="ctr"/>
          <a:lstStyle/>
          <a:p>
            <a:pPr algn="ctr"/>
            <a:endParaRPr lang="pl-PL" dirty="0"/>
          </a:p>
        </p:txBody>
      </p:sp>
      <p:sp>
        <p:nvSpPr>
          <p:cNvPr id="46" name="!!Postać 26"/>
          <p:cNvSpPr/>
          <p:nvPr/>
        </p:nvSpPr>
        <p:spPr>
          <a:xfrm>
            <a:off x="8424926" y="3791657"/>
            <a:ext cx="87629" cy="327149"/>
          </a:xfrm>
          <a:custGeom>
            <a:avLst/>
            <a:gdLst/>
            <a:ahLst/>
            <a:cxnLst/>
            <a:rect l="0" t="0" r="r" b="b"/>
            <a:pathLst>
              <a:path w="87629" h="327149">
                <a:moveTo>
                  <a:pt x="0" y="0"/>
                </a:moveTo>
                <a:lnTo>
                  <a:pt x="87629" y="0"/>
                </a:lnTo>
                <a:lnTo>
                  <a:pt x="70103" y="327149"/>
                </a:lnTo>
                <a:close/>
              </a:path>
            </a:pathLst>
          </a:custGeom>
          <a:solidFill>
            <a:srgbClr val="BABABA"/>
          </a:solidFill>
          <a:ln>
            <a:noFill/>
          </a:ln>
        </p:spPr>
        <p:txBody>
          <a:bodyPr rtlCol="0" anchor="ctr"/>
          <a:lstStyle/>
          <a:p>
            <a:pPr algn="ctr"/>
            <a:endParaRPr lang="pl-PL" dirty="0"/>
          </a:p>
        </p:txBody>
      </p:sp>
      <p:sp>
        <p:nvSpPr>
          <p:cNvPr id="47" name="!!Postać 27"/>
          <p:cNvSpPr/>
          <p:nvPr/>
        </p:nvSpPr>
        <p:spPr>
          <a:xfrm>
            <a:off x="8407400" y="4107122"/>
            <a:ext cx="221994" cy="70103"/>
          </a:xfrm>
          <a:custGeom>
            <a:avLst/>
            <a:gdLst/>
            <a:ahLst/>
            <a:cxnLst/>
            <a:rect l="0" t="0" r="r" b="b"/>
            <a:pathLst>
              <a:path w="221994" h="70103">
                <a:moveTo>
                  <a:pt x="11684" y="0"/>
                </a:moveTo>
                <a:lnTo>
                  <a:pt x="151890" y="0"/>
                </a:lnTo>
                <a:lnTo>
                  <a:pt x="221994" y="58419"/>
                </a:lnTo>
                <a:lnTo>
                  <a:pt x="0" y="70103"/>
                </a:lnTo>
                <a:close/>
              </a:path>
            </a:pathLst>
          </a:custGeom>
          <a:solidFill>
            <a:srgbClr val="DCDCDC"/>
          </a:solidFill>
          <a:ln>
            <a:noFill/>
          </a:ln>
        </p:spPr>
        <p:txBody>
          <a:bodyPr rtlCol="0" anchor="ctr"/>
          <a:lstStyle/>
          <a:p>
            <a:pPr algn="ctr"/>
            <a:endParaRPr lang="pl-PL" dirty="0"/>
          </a:p>
        </p:txBody>
      </p:sp>
      <p:sp>
        <p:nvSpPr>
          <p:cNvPr id="48" name="!!Postać 28"/>
          <p:cNvSpPr/>
          <p:nvPr/>
        </p:nvSpPr>
        <p:spPr>
          <a:xfrm>
            <a:off x="8407400" y="4165542"/>
            <a:ext cx="233678" cy="58419"/>
          </a:xfrm>
          <a:custGeom>
            <a:avLst/>
            <a:gdLst/>
            <a:ahLst/>
            <a:cxnLst/>
            <a:rect l="0" t="0" r="r" b="b"/>
            <a:pathLst>
              <a:path w="233678" h="58419">
                <a:moveTo>
                  <a:pt x="0" y="11684"/>
                </a:moveTo>
                <a:lnTo>
                  <a:pt x="221994" y="0"/>
                </a:lnTo>
                <a:lnTo>
                  <a:pt x="233678" y="58419"/>
                </a:lnTo>
                <a:lnTo>
                  <a:pt x="11684" y="58419"/>
                </a:lnTo>
                <a:close/>
              </a:path>
            </a:pathLst>
          </a:custGeom>
          <a:solidFill>
            <a:srgbClr val="CF1723"/>
          </a:solidFill>
          <a:ln>
            <a:noFill/>
          </a:ln>
        </p:spPr>
        <p:txBody>
          <a:bodyPr rtlCol="0" anchor="ctr"/>
          <a:lstStyle/>
          <a:p>
            <a:pPr algn="ctr"/>
            <a:endParaRPr lang="pl-PL" dirty="0"/>
          </a:p>
        </p:txBody>
      </p:sp>
      <p:sp>
        <p:nvSpPr>
          <p:cNvPr id="49" name="!!Postać 29"/>
          <p:cNvSpPr/>
          <p:nvPr/>
        </p:nvSpPr>
        <p:spPr>
          <a:xfrm>
            <a:off x="8360664" y="3043889"/>
            <a:ext cx="93471" cy="105155"/>
          </a:xfrm>
          <a:custGeom>
            <a:avLst/>
            <a:gdLst/>
            <a:ahLst/>
            <a:cxnLst/>
            <a:rect l="0" t="0" r="r" b="b"/>
            <a:pathLst>
              <a:path w="93471" h="105155">
                <a:moveTo>
                  <a:pt x="0" y="0"/>
                </a:moveTo>
                <a:lnTo>
                  <a:pt x="93471" y="0"/>
                </a:lnTo>
                <a:lnTo>
                  <a:pt x="93471" y="105155"/>
                </a:lnTo>
                <a:lnTo>
                  <a:pt x="0" y="105155"/>
                </a:lnTo>
                <a:close/>
              </a:path>
            </a:pathLst>
          </a:custGeom>
          <a:solidFill>
            <a:srgbClr val="C4C4C4"/>
          </a:solidFill>
          <a:ln>
            <a:noFill/>
          </a:ln>
        </p:spPr>
        <p:txBody>
          <a:bodyPr rtlCol="0" anchor="ctr"/>
          <a:lstStyle/>
          <a:p>
            <a:pPr algn="ctr"/>
            <a:endParaRPr lang="pl-PL" dirty="0"/>
          </a:p>
        </p:txBody>
      </p:sp>
      <p:sp>
        <p:nvSpPr>
          <p:cNvPr id="50" name="!!Postać 30"/>
          <p:cNvSpPr/>
          <p:nvPr/>
        </p:nvSpPr>
        <p:spPr>
          <a:xfrm>
            <a:off x="8185406" y="3113992"/>
            <a:ext cx="221994" cy="268729"/>
          </a:xfrm>
          <a:custGeom>
            <a:avLst/>
            <a:gdLst/>
            <a:ahLst/>
            <a:cxnLst/>
            <a:rect l="0" t="0" r="r" b="b"/>
            <a:pathLst>
              <a:path w="221994" h="268729">
                <a:moveTo>
                  <a:pt x="0" y="58419"/>
                </a:moveTo>
                <a:lnTo>
                  <a:pt x="221994" y="0"/>
                </a:lnTo>
                <a:lnTo>
                  <a:pt x="221994" y="268729"/>
                </a:lnTo>
                <a:close/>
              </a:path>
            </a:pathLst>
          </a:custGeom>
          <a:solidFill>
            <a:srgbClr val="EE312F"/>
          </a:solidFill>
          <a:ln>
            <a:noFill/>
          </a:ln>
        </p:spPr>
        <p:txBody>
          <a:bodyPr rtlCol="0" anchor="ctr"/>
          <a:lstStyle/>
          <a:p>
            <a:pPr algn="ctr"/>
            <a:endParaRPr lang="pl-PL" dirty="0"/>
          </a:p>
        </p:txBody>
      </p:sp>
      <p:sp>
        <p:nvSpPr>
          <p:cNvPr id="51" name="!!Postać 31"/>
          <p:cNvSpPr/>
          <p:nvPr/>
        </p:nvSpPr>
        <p:spPr>
          <a:xfrm>
            <a:off x="8407400" y="3113992"/>
            <a:ext cx="221994" cy="268729"/>
          </a:xfrm>
          <a:custGeom>
            <a:avLst/>
            <a:gdLst/>
            <a:ahLst/>
            <a:cxnLst/>
            <a:rect l="0" t="0" r="r" b="b"/>
            <a:pathLst>
              <a:path w="221994" h="268729">
                <a:moveTo>
                  <a:pt x="0" y="0"/>
                </a:moveTo>
                <a:lnTo>
                  <a:pt x="221994" y="58419"/>
                </a:lnTo>
                <a:lnTo>
                  <a:pt x="0" y="268729"/>
                </a:lnTo>
                <a:close/>
              </a:path>
            </a:pathLst>
          </a:custGeom>
          <a:solidFill>
            <a:srgbClr val="CF1723"/>
          </a:solidFill>
          <a:ln>
            <a:noFill/>
          </a:ln>
        </p:spPr>
        <p:txBody>
          <a:bodyPr rtlCol="0" anchor="ctr"/>
          <a:lstStyle/>
          <a:p>
            <a:pPr algn="ctr"/>
            <a:endParaRPr lang="pl-PL" dirty="0"/>
          </a:p>
        </p:txBody>
      </p:sp>
      <p:sp>
        <p:nvSpPr>
          <p:cNvPr id="52" name="!!Postać 32"/>
          <p:cNvSpPr/>
          <p:nvPr/>
        </p:nvSpPr>
        <p:spPr>
          <a:xfrm>
            <a:off x="8185406" y="3172412"/>
            <a:ext cx="221994" cy="280413"/>
          </a:xfrm>
          <a:custGeom>
            <a:avLst/>
            <a:gdLst/>
            <a:ahLst/>
            <a:cxnLst/>
            <a:rect l="0" t="0" r="r" b="b"/>
            <a:pathLst>
              <a:path w="221994" h="280413">
                <a:moveTo>
                  <a:pt x="0" y="0"/>
                </a:moveTo>
                <a:lnTo>
                  <a:pt x="221994" y="210310"/>
                </a:lnTo>
                <a:lnTo>
                  <a:pt x="221994" y="280413"/>
                </a:lnTo>
                <a:lnTo>
                  <a:pt x="58419" y="280413"/>
                </a:lnTo>
                <a:close/>
              </a:path>
            </a:pathLst>
          </a:custGeom>
          <a:solidFill>
            <a:srgbClr val="CF1723"/>
          </a:solidFill>
          <a:ln>
            <a:noFill/>
          </a:ln>
        </p:spPr>
        <p:txBody>
          <a:bodyPr rtlCol="0" anchor="ctr"/>
          <a:lstStyle/>
          <a:p>
            <a:pPr algn="ctr"/>
            <a:endParaRPr lang="pl-PL" dirty="0"/>
          </a:p>
        </p:txBody>
      </p:sp>
      <p:sp>
        <p:nvSpPr>
          <p:cNvPr id="53" name="!!Postać 33"/>
          <p:cNvSpPr/>
          <p:nvPr/>
        </p:nvSpPr>
        <p:spPr>
          <a:xfrm>
            <a:off x="8407400" y="3172412"/>
            <a:ext cx="221994" cy="280413"/>
          </a:xfrm>
          <a:custGeom>
            <a:avLst/>
            <a:gdLst/>
            <a:ahLst/>
            <a:cxnLst/>
            <a:rect l="0" t="0" r="r" b="b"/>
            <a:pathLst>
              <a:path w="221994" h="280413">
                <a:moveTo>
                  <a:pt x="221994" y="0"/>
                </a:moveTo>
                <a:lnTo>
                  <a:pt x="163574" y="280413"/>
                </a:lnTo>
                <a:lnTo>
                  <a:pt x="0" y="280413"/>
                </a:lnTo>
                <a:lnTo>
                  <a:pt x="0" y="210310"/>
                </a:lnTo>
                <a:close/>
              </a:path>
            </a:pathLst>
          </a:custGeom>
          <a:solidFill>
            <a:srgbClr val="95161D"/>
          </a:solidFill>
          <a:ln>
            <a:noFill/>
          </a:ln>
        </p:spPr>
        <p:txBody>
          <a:bodyPr rtlCol="0" anchor="ctr"/>
          <a:lstStyle/>
          <a:p>
            <a:pPr algn="ctr"/>
            <a:endParaRPr lang="pl-PL" dirty="0"/>
          </a:p>
        </p:txBody>
      </p:sp>
      <p:sp>
        <p:nvSpPr>
          <p:cNvPr id="54" name="!!Postać 34"/>
          <p:cNvSpPr/>
          <p:nvPr/>
        </p:nvSpPr>
        <p:spPr>
          <a:xfrm>
            <a:off x="8243826" y="3441141"/>
            <a:ext cx="163574" cy="385568"/>
          </a:xfrm>
          <a:custGeom>
            <a:avLst/>
            <a:gdLst/>
            <a:ahLst/>
            <a:cxnLst/>
            <a:rect l="0" t="0" r="r" b="b"/>
            <a:pathLst>
              <a:path w="163574" h="385568">
                <a:moveTo>
                  <a:pt x="0" y="0"/>
                </a:moveTo>
                <a:lnTo>
                  <a:pt x="163574" y="0"/>
                </a:lnTo>
                <a:lnTo>
                  <a:pt x="23368" y="385568"/>
                </a:lnTo>
                <a:close/>
              </a:path>
            </a:pathLst>
          </a:custGeom>
          <a:solidFill>
            <a:srgbClr val="EE312F"/>
          </a:solidFill>
          <a:ln>
            <a:noFill/>
          </a:ln>
        </p:spPr>
        <p:txBody>
          <a:bodyPr rtlCol="0" anchor="ctr"/>
          <a:lstStyle/>
          <a:p>
            <a:pPr algn="ctr"/>
            <a:endParaRPr lang="pl-PL" dirty="0"/>
          </a:p>
        </p:txBody>
      </p:sp>
      <p:sp>
        <p:nvSpPr>
          <p:cNvPr id="55" name="!!Postać 35"/>
          <p:cNvSpPr/>
          <p:nvPr/>
        </p:nvSpPr>
        <p:spPr>
          <a:xfrm>
            <a:off x="8091935" y="3441141"/>
            <a:ext cx="175258" cy="385568"/>
          </a:xfrm>
          <a:custGeom>
            <a:avLst/>
            <a:gdLst/>
            <a:ahLst/>
            <a:cxnLst/>
            <a:rect l="0" t="0" r="r" b="b"/>
            <a:pathLst>
              <a:path w="175258" h="385568">
                <a:moveTo>
                  <a:pt x="151890" y="0"/>
                </a:moveTo>
                <a:lnTo>
                  <a:pt x="175258" y="385568"/>
                </a:lnTo>
                <a:lnTo>
                  <a:pt x="0" y="385568"/>
                </a:lnTo>
                <a:close/>
              </a:path>
            </a:pathLst>
          </a:custGeom>
          <a:solidFill>
            <a:srgbClr val="CF1723"/>
          </a:solidFill>
          <a:ln>
            <a:noFill/>
          </a:ln>
        </p:spPr>
        <p:txBody>
          <a:bodyPr rtlCol="0" anchor="ctr"/>
          <a:lstStyle/>
          <a:p>
            <a:pPr algn="ctr"/>
            <a:endParaRPr lang="pl-PL" dirty="0"/>
          </a:p>
        </p:txBody>
      </p:sp>
      <p:sp>
        <p:nvSpPr>
          <p:cNvPr id="56" name="!!Postać 36"/>
          <p:cNvSpPr/>
          <p:nvPr/>
        </p:nvSpPr>
        <p:spPr>
          <a:xfrm>
            <a:off x="8267193" y="3441141"/>
            <a:ext cx="140207" cy="385568"/>
          </a:xfrm>
          <a:custGeom>
            <a:avLst/>
            <a:gdLst/>
            <a:ahLst/>
            <a:cxnLst/>
            <a:rect l="0" t="0" r="r" b="b"/>
            <a:pathLst>
              <a:path w="140207" h="385568">
                <a:moveTo>
                  <a:pt x="140207" y="0"/>
                </a:moveTo>
                <a:lnTo>
                  <a:pt x="140207" y="385568"/>
                </a:lnTo>
                <a:lnTo>
                  <a:pt x="0" y="385568"/>
                </a:lnTo>
                <a:close/>
              </a:path>
            </a:pathLst>
          </a:custGeom>
          <a:solidFill>
            <a:srgbClr val="CF1723"/>
          </a:solidFill>
          <a:ln>
            <a:noFill/>
          </a:ln>
        </p:spPr>
        <p:txBody>
          <a:bodyPr rtlCol="0" anchor="ctr"/>
          <a:lstStyle/>
          <a:p>
            <a:pPr algn="ctr"/>
            <a:endParaRPr lang="pl-PL" dirty="0"/>
          </a:p>
        </p:txBody>
      </p:sp>
      <p:sp>
        <p:nvSpPr>
          <p:cNvPr id="57" name="!!Postać 37"/>
          <p:cNvSpPr/>
          <p:nvPr/>
        </p:nvSpPr>
        <p:spPr>
          <a:xfrm>
            <a:off x="8407400" y="3441141"/>
            <a:ext cx="140207" cy="385568"/>
          </a:xfrm>
          <a:custGeom>
            <a:avLst/>
            <a:gdLst/>
            <a:ahLst/>
            <a:cxnLst/>
            <a:rect l="0" t="0" r="r" b="b"/>
            <a:pathLst>
              <a:path w="140207" h="385568">
                <a:moveTo>
                  <a:pt x="0" y="0"/>
                </a:moveTo>
                <a:lnTo>
                  <a:pt x="140207" y="385568"/>
                </a:lnTo>
                <a:lnTo>
                  <a:pt x="0" y="385568"/>
                </a:lnTo>
                <a:close/>
              </a:path>
            </a:pathLst>
          </a:custGeom>
          <a:solidFill>
            <a:srgbClr val="95161D"/>
          </a:solidFill>
          <a:ln>
            <a:noFill/>
          </a:ln>
        </p:spPr>
        <p:txBody>
          <a:bodyPr rtlCol="0" anchor="ctr"/>
          <a:lstStyle/>
          <a:p>
            <a:pPr algn="ctr"/>
            <a:endParaRPr lang="pl-PL" dirty="0"/>
          </a:p>
        </p:txBody>
      </p:sp>
      <p:sp>
        <p:nvSpPr>
          <p:cNvPr id="58" name="!!Postać 38"/>
          <p:cNvSpPr/>
          <p:nvPr/>
        </p:nvSpPr>
        <p:spPr>
          <a:xfrm>
            <a:off x="8407400" y="3441141"/>
            <a:ext cx="163574" cy="385568"/>
          </a:xfrm>
          <a:custGeom>
            <a:avLst/>
            <a:gdLst/>
            <a:ahLst/>
            <a:cxnLst/>
            <a:rect l="0" t="0" r="r" b="b"/>
            <a:pathLst>
              <a:path w="163574" h="385568">
                <a:moveTo>
                  <a:pt x="0" y="0"/>
                </a:moveTo>
                <a:lnTo>
                  <a:pt x="163574" y="0"/>
                </a:lnTo>
                <a:lnTo>
                  <a:pt x="140207" y="385568"/>
                </a:lnTo>
                <a:close/>
              </a:path>
            </a:pathLst>
          </a:custGeom>
          <a:solidFill>
            <a:srgbClr val="CF1723"/>
          </a:solidFill>
          <a:ln>
            <a:noFill/>
          </a:ln>
        </p:spPr>
        <p:txBody>
          <a:bodyPr rtlCol="0" anchor="ctr"/>
          <a:lstStyle/>
          <a:p>
            <a:pPr algn="ctr"/>
            <a:endParaRPr lang="pl-PL" dirty="0"/>
          </a:p>
        </p:txBody>
      </p:sp>
      <p:sp>
        <p:nvSpPr>
          <p:cNvPr id="59" name="!!Postać 39"/>
          <p:cNvSpPr/>
          <p:nvPr/>
        </p:nvSpPr>
        <p:spPr>
          <a:xfrm>
            <a:off x="8547607" y="3441141"/>
            <a:ext cx="175258" cy="385568"/>
          </a:xfrm>
          <a:custGeom>
            <a:avLst/>
            <a:gdLst/>
            <a:ahLst/>
            <a:cxnLst/>
            <a:rect l="0" t="0" r="r" b="b"/>
            <a:pathLst>
              <a:path w="175258" h="385568">
                <a:moveTo>
                  <a:pt x="23368" y="0"/>
                </a:moveTo>
                <a:lnTo>
                  <a:pt x="175258" y="385568"/>
                </a:lnTo>
                <a:lnTo>
                  <a:pt x="0" y="385568"/>
                </a:lnTo>
                <a:close/>
              </a:path>
            </a:pathLst>
          </a:custGeom>
          <a:solidFill>
            <a:srgbClr val="95161D"/>
          </a:solidFill>
          <a:ln>
            <a:noFill/>
          </a:ln>
        </p:spPr>
        <p:txBody>
          <a:bodyPr rtlCol="0" anchor="ctr"/>
          <a:lstStyle/>
          <a:p>
            <a:pPr algn="ctr"/>
            <a:endParaRPr lang="pl-PL" dirty="0"/>
          </a:p>
        </p:txBody>
      </p:sp>
      <p:sp>
        <p:nvSpPr>
          <p:cNvPr id="60" name="!!Postać 40"/>
          <p:cNvSpPr/>
          <p:nvPr/>
        </p:nvSpPr>
        <p:spPr>
          <a:xfrm>
            <a:off x="8372348" y="2412959"/>
            <a:ext cx="327149" cy="303781"/>
          </a:xfrm>
          <a:custGeom>
            <a:avLst/>
            <a:gdLst/>
            <a:ahLst/>
            <a:cxnLst/>
            <a:rect l="0" t="0" r="r" b="b"/>
            <a:pathLst>
              <a:path w="327149" h="303781">
                <a:moveTo>
                  <a:pt x="35052" y="0"/>
                </a:moveTo>
                <a:lnTo>
                  <a:pt x="327149" y="128523"/>
                </a:lnTo>
                <a:lnTo>
                  <a:pt x="0" y="303781"/>
                </a:lnTo>
                <a:close/>
              </a:path>
            </a:pathLst>
          </a:custGeom>
          <a:solidFill>
            <a:srgbClr val="ECECEC"/>
          </a:solidFill>
          <a:ln>
            <a:noFill/>
          </a:ln>
        </p:spPr>
        <p:txBody>
          <a:bodyPr rtlCol="0" anchor="ctr"/>
          <a:lstStyle/>
          <a:p>
            <a:pPr algn="ctr"/>
            <a:endParaRPr lang="pl-PL" dirty="0"/>
          </a:p>
        </p:txBody>
      </p:sp>
      <p:sp>
        <p:nvSpPr>
          <p:cNvPr id="61" name="!!Postać 41"/>
          <p:cNvSpPr/>
          <p:nvPr/>
        </p:nvSpPr>
        <p:spPr>
          <a:xfrm>
            <a:off x="8372348" y="2541482"/>
            <a:ext cx="338833" cy="373884"/>
          </a:xfrm>
          <a:custGeom>
            <a:avLst/>
            <a:gdLst/>
            <a:ahLst/>
            <a:cxnLst/>
            <a:rect l="0" t="0" r="r" b="b"/>
            <a:pathLst>
              <a:path w="338833" h="373884">
                <a:moveTo>
                  <a:pt x="327149" y="0"/>
                </a:moveTo>
                <a:lnTo>
                  <a:pt x="338833" y="373884"/>
                </a:lnTo>
                <a:lnTo>
                  <a:pt x="0" y="175258"/>
                </a:lnTo>
                <a:close/>
              </a:path>
            </a:pathLst>
          </a:custGeom>
          <a:solidFill>
            <a:srgbClr val="DADADA"/>
          </a:solidFill>
          <a:ln>
            <a:noFill/>
          </a:ln>
        </p:spPr>
        <p:txBody>
          <a:bodyPr rtlCol="0" anchor="ctr"/>
          <a:lstStyle/>
          <a:p>
            <a:pPr algn="ctr"/>
            <a:endParaRPr lang="pl-PL" dirty="0"/>
          </a:p>
        </p:txBody>
      </p:sp>
      <p:sp>
        <p:nvSpPr>
          <p:cNvPr id="62" name="!!Postać 42"/>
          <p:cNvSpPr/>
          <p:nvPr/>
        </p:nvSpPr>
        <p:spPr>
          <a:xfrm>
            <a:off x="8372348" y="2716740"/>
            <a:ext cx="338833" cy="362200"/>
          </a:xfrm>
          <a:custGeom>
            <a:avLst/>
            <a:gdLst/>
            <a:ahLst/>
            <a:cxnLst/>
            <a:rect l="0" t="0" r="r" b="b"/>
            <a:pathLst>
              <a:path w="338833" h="362200">
                <a:moveTo>
                  <a:pt x="338833" y="198626"/>
                </a:moveTo>
                <a:lnTo>
                  <a:pt x="35052" y="362200"/>
                </a:lnTo>
                <a:lnTo>
                  <a:pt x="0" y="0"/>
                </a:lnTo>
                <a:close/>
              </a:path>
            </a:pathLst>
          </a:custGeom>
          <a:solidFill>
            <a:srgbClr val="CECECE"/>
          </a:solidFill>
          <a:ln>
            <a:noFill/>
          </a:ln>
        </p:spPr>
        <p:txBody>
          <a:bodyPr rtlCol="0" anchor="ctr"/>
          <a:lstStyle/>
          <a:p>
            <a:pPr algn="ctr"/>
            <a:endParaRPr lang="pl-PL" dirty="0"/>
          </a:p>
        </p:txBody>
      </p:sp>
      <p:sp>
        <p:nvSpPr>
          <p:cNvPr id="63" name="!!Postać 43"/>
          <p:cNvSpPr/>
          <p:nvPr/>
        </p:nvSpPr>
        <p:spPr>
          <a:xfrm>
            <a:off x="8103619" y="2716740"/>
            <a:ext cx="303781" cy="362200"/>
          </a:xfrm>
          <a:custGeom>
            <a:avLst/>
            <a:gdLst/>
            <a:ahLst/>
            <a:cxnLst/>
            <a:rect l="0" t="0" r="r" b="b"/>
            <a:pathLst>
              <a:path w="303781" h="362200">
                <a:moveTo>
                  <a:pt x="303781" y="362200"/>
                </a:moveTo>
                <a:lnTo>
                  <a:pt x="0" y="198626"/>
                </a:lnTo>
                <a:lnTo>
                  <a:pt x="268729" y="0"/>
                </a:lnTo>
                <a:close/>
              </a:path>
            </a:pathLst>
          </a:custGeom>
          <a:solidFill>
            <a:srgbClr val="E2E2E2"/>
          </a:solidFill>
          <a:ln>
            <a:noFill/>
          </a:ln>
        </p:spPr>
        <p:txBody>
          <a:bodyPr rtlCol="0" anchor="ctr"/>
          <a:lstStyle/>
          <a:p>
            <a:pPr algn="ctr"/>
            <a:endParaRPr lang="pl-PL" dirty="0"/>
          </a:p>
        </p:txBody>
      </p:sp>
      <p:sp>
        <p:nvSpPr>
          <p:cNvPr id="64" name="!!Postać 44"/>
          <p:cNvSpPr/>
          <p:nvPr/>
        </p:nvSpPr>
        <p:spPr>
          <a:xfrm>
            <a:off x="8103619" y="2541482"/>
            <a:ext cx="268729" cy="373884"/>
          </a:xfrm>
          <a:custGeom>
            <a:avLst/>
            <a:gdLst/>
            <a:ahLst/>
            <a:cxnLst/>
            <a:rect l="0" t="0" r="r" b="b"/>
            <a:pathLst>
              <a:path w="268729" h="373884">
                <a:moveTo>
                  <a:pt x="0" y="373884"/>
                </a:moveTo>
                <a:lnTo>
                  <a:pt x="11684" y="0"/>
                </a:lnTo>
                <a:lnTo>
                  <a:pt x="268729" y="175258"/>
                </a:lnTo>
                <a:close/>
              </a:path>
            </a:pathLst>
          </a:custGeom>
          <a:solidFill>
            <a:srgbClr val="F3F3F3"/>
          </a:solidFill>
          <a:ln>
            <a:noFill/>
          </a:ln>
        </p:spPr>
        <p:txBody>
          <a:bodyPr rtlCol="0" anchor="ctr"/>
          <a:lstStyle/>
          <a:p>
            <a:pPr algn="ctr"/>
            <a:endParaRPr lang="pl-PL" dirty="0"/>
          </a:p>
        </p:txBody>
      </p:sp>
      <p:sp>
        <p:nvSpPr>
          <p:cNvPr id="65" name="!!Postać 45"/>
          <p:cNvSpPr/>
          <p:nvPr/>
        </p:nvSpPr>
        <p:spPr>
          <a:xfrm>
            <a:off x="8115303" y="2412959"/>
            <a:ext cx="292097" cy="303781"/>
          </a:xfrm>
          <a:custGeom>
            <a:avLst/>
            <a:gdLst/>
            <a:ahLst/>
            <a:cxnLst/>
            <a:rect l="0" t="0" r="r" b="b"/>
            <a:pathLst>
              <a:path w="292097" h="303781">
                <a:moveTo>
                  <a:pt x="0" y="128523"/>
                </a:moveTo>
                <a:lnTo>
                  <a:pt x="292097" y="0"/>
                </a:lnTo>
                <a:lnTo>
                  <a:pt x="257045" y="303781"/>
                </a:lnTo>
                <a:close/>
              </a:path>
            </a:pathLst>
          </a:custGeom>
          <a:solidFill>
            <a:srgbClr val="FBFBFB"/>
          </a:solidFill>
          <a:ln>
            <a:noFill/>
          </a:ln>
        </p:spPr>
        <p:txBody>
          <a:bodyPr rtlCol="0" anchor="ctr"/>
          <a:lstStyle/>
          <a:p>
            <a:pPr algn="ctr"/>
            <a:endParaRPr lang="pl-PL" dirty="0"/>
          </a:p>
        </p:txBody>
      </p:sp>
      <p:sp>
        <p:nvSpPr>
          <p:cNvPr id="66" name="!!Postać 47"/>
          <p:cNvSpPr/>
          <p:nvPr/>
        </p:nvSpPr>
        <p:spPr>
          <a:xfrm>
            <a:off x="8091935" y="2366224"/>
            <a:ext cx="315465" cy="245362"/>
          </a:xfrm>
          <a:custGeom>
            <a:avLst/>
            <a:gdLst/>
            <a:ahLst/>
            <a:cxnLst/>
            <a:rect l="0" t="0" r="r" b="b"/>
            <a:pathLst>
              <a:path w="315465" h="245362">
                <a:moveTo>
                  <a:pt x="0" y="210310"/>
                </a:moveTo>
                <a:lnTo>
                  <a:pt x="315465" y="0"/>
                </a:lnTo>
                <a:lnTo>
                  <a:pt x="128523" y="245362"/>
                </a:lnTo>
                <a:close/>
              </a:path>
            </a:pathLst>
          </a:custGeom>
          <a:solidFill>
            <a:srgbClr val="9C6037"/>
          </a:solidFill>
          <a:ln>
            <a:noFill/>
          </a:ln>
        </p:spPr>
        <p:txBody>
          <a:bodyPr rtlCol="0" anchor="ctr"/>
          <a:lstStyle/>
          <a:p>
            <a:pPr algn="ctr"/>
            <a:endParaRPr lang="pl-PL" dirty="0"/>
          </a:p>
        </p:txBody>
      </p:sp>
      <p:sp>
        <p:nvSpPr>
          <p:cNvPr id="67" name="!!Postać 48"/>
          <p:cNvSpPr/>
          <p:nvPr/>
        </p:nvSpPr>
        <p:spPr>
          <a:xfrm>
            <a:off x="8220458" y="2366224"/>
            <a:ext cx="198626" cy="245362"/>
          </a:xfrm>
          <a:custGeom>
            <a:avLst/>
            <a:gdLst/>
            <a:ahLst/>
            <a:cxnLst/>
            <a:rect l="0" t="0" r="r" b="b"/>
            <a:pathLst>
              <a:path w="198626" h="245362">
                <a:moveTo>
                  <a:pt x="0" y="245362"/>
                </a:moveTo>
                <a:lnTo>
                  <a:pt x="186942" y="0"/>
                </a:lnTo>
                <a:lnTo>
                  <a:pt x="198626" y="198626"/>
                </a:lnTo>
                <a:close/>
              </a:path>
            </a:pathLst>
          </a:custGeom>
          <a:solidFill>
            <a:srgbClr val="C07C49"/>
          </a:solidFill>
          <a:ln>
            <a:noFill/>
          </a:ln>
        </p:spPr>
        <p:txBody>
          <a:bodyPr rtlCol="0" anchor="ctr"/>
          <a:lstStyle/>
          <a:p>
            <a:pPr algn="ctr"/>
            <a:endParaRPr lang="pl-PL" dirty="0"/>
          </a:p>
        </p:txBody>
      </p:sp>
      <p:sp>
        <p:nvSpPr>
          <p:cNvPr id="68" name="!!Postać 49"/>
          <p:cNvSpPr/>
          <p:nvPr/>
        </p:nvSpPr>
        <p:spPr>
          <a:xfrm>
            <a:off x="8407400" y="2366224"/>
            <a:ext cx="198626" cy="245362"/>
          </a:xfrm>
          <a:custGeom>
            <a:avLst/>
            <a:gdLst/>
            <a:ahLst/>
            <a:cxnLst/>
            <a:rect l="0" t="0" r="r" b="b"/>
            <a:pathLst>
              <a:path w="198626" h="245362">
                <a:moveTo>
                  <a:pt x="11684" y="198626"/>
                </a:moveTo>
                <a:lnTo>
                  <a:pt x="0" y="0"/>
                </a:lnTo>
                <a:lnTo>
                  <a:pt x="198626" y="245362"/>
                </a:lnTo>
                <a:close/>
              </a:path>
            </a:pathLst>
          </a:custGeom>
          <a:solidFill>
            <a:srgbClr val="9C6037"/>
          </a:solidFill>
          <a:ln>
            <a:noFill/>
          </a:ln>
        </p:spPr>
        <p:txBody>
          <a:bodyPr rtlCol="0" anchor="ctr"/>
          <a:lstStyle/>
          <a:p>
            <a:pPr algn="ctr"/>
            <a:endParaRPr lang="pl-PL" dirty="0"/>
          </a:p>
        </p:txBody>
      </p:sp>
      <p:sp>
        <p:nvSpPr>
          <p:cNvPr id="69" name="!!Postać 50"/>
          <p:cNvSpPr/>
          <p:nvPr/>
        </p:nvSpPr>
        <p:spPr>
          <a:xfrm>
            <a:off x="8407400" y="2366224"/>
            <a:ext cx="327149" cy="245362"/>
          </a:xfrm>
          <a:custGeom>
            <a:avLst/>
            <a:gdLst/>
            <a:ahLst/>
            <a:cxnLst/>
            <a:rect l="0" t="0" r="r" b="b"/>
            <a:pathLst>
              <a:path w="327149" h="245362">
                <a:moveTo>
                  <a:pt x="198626" y="245362"/>
                </a:moveTo>
                <a:lnTo>
                  <a:pt x="0" y="0"/>
                </a:lnTo>
                <a:lnTo>
                  <a:pt x="327149" y="198626"/>
                </a:lnTo>
                <a:close/>
              </a:path>
            </a:pathLst>
          </a:custGeom>
          <a:solidFill>
            <a:srgbClr val="7A4627"/>
          </a:solidFill>
          <a:ln>
            <a:noFill/>
          </a:ln>
        </p:spPr>
        <p:txBody>
          <a:bodyPr rtlCol="0" anchor="ctr"/>
          <a:lstStyle/>
          <a:p>
            <a:pPr algn="ctr"/>
            <a:endParaRPr lang="pl-PL" dirty="0"/>
          </a:p>
        </p:txBody>
      </p:sp>
      <p:sp>
        <p:nvSpPr>
          <p:cNvPr id="70" name="!!Postać 51"/>
          <p:cNvSpPr/>
          <p:nvPr/>
        </p:nvSpPr>
        <p:spPr>
          <a:xfrm>
            <a:off x="8056884" y="2553166"/>
            <a:ext cx="116839" cy="490723"/>
          </a:xfrm>
          <a:custGeom>
            <a:avLst/>
            <a:gdLst/>
            <a:ahLst/>
            <a:cxnLst/>
            <a:rect l="0" t="0" r="r" b="b"/>
            <a:pathLst>
              <a:path w="116839" h="490723">
                <a:moveTo>
                  <a:pt x="17526" y="0"/>
                </a:moveTo>
                <a:lnTo>
                  <a:pt x="116839" y="58419"/>
                </a:lnTo>
                <a:lnTo>
                  <a:pt x="81787" y="408936"/>
                </a:lnTo>
                <a:lnTo>
                  <a:pt x="0" y="490723"/>
                </a:lnTo>
                <a:close/>
              </a:path>
            </a:pathLst>
          </a:custGeom>
          <a:solidFill>
            <a:srgbClr val="C07C49"/>
          </a:solidFill>
          <a:ln>
            <a:noFill/>
          </a:ln>
        </p:spPr>
        <p:txBody>
          <a:bodyPr rtlCol="0" anchor="ctr"/>
          <a:lstStyle/>
          <a:p>
            <a:pPr algn="ctr"/>
            <a:endParaRPr lang="pl-PL" dirty="0"/>
          </a:p>
        </p:txBody>
      </p:sp>
      <p:sp>
        <p:nvSpPr>
          <p:cNvPr id="71" name="!!Postać 52"/>
          <p:cNvSpPr/>
          <p:nvPr/>
        </p:nvSpPr>
        <p:spPr>
          <a:xfrm>
            <a:off x="8641078" y="2553166"/>
            <a:ext cx="116839" cy="490723"/>
          </a:xfrm>
          <a:custGeom>
            <a:avLst/>
            <a:gdLst/>
            <a:ahLst/>
            <a:cxnLst/>
            <a:rect l="0" t="0" r="r" b="b"/>
            <a:pathLst>
              <a:path w="116839" h="490723">
                <a:moveTo>
                  <a:pt x="99313" y="0"/>
                </a:moveTo>
                <a:lnTo>
                  <a:pt x="0" y="58419"/>
                </a:lnTo>
                <a:lnTo>
                  <a:pt x="35052" y="408936"/>
                </a:lnTo>
                <a:lnTo>
                  <a:pt x="116839" y="490723"/>
                </a:lnTo>
                <a:close/>
              </a:path>
            </a:pathLst>
          </a:custGeom>
          <a:solidFill>
            <a:srgbClr val="7A4627"/>
          </a:solidFill>
          <a:ln>
            <a:noFill/>
          </a:ln>
        </p:spPr>
        <p:txBody>
          <a:bodyPr rtlCol="0" anchor="ctr"/>
          <a:lstStyle/>
          <a:p>
            <a:pPr algn="ctr"/>
            <a:endParaRPr lang="pl-PL" dirty="0"/>
          </a:p>
        </p:txBody>
      </p:sp>
      <p:sp>
        <p:nvSpPr>
          <p:cNvPr id="72" name="!!Postać oko L"/>
          <p:cNvSpPr/>
          <p:nvPr/>
        </p:nvSpPr>
        <p:spPr>
          <a:xfrm>
            <a:off x="8226300" y="2710898"/>
            <a:ext cx="93471" cy="75945"/>
          </a:xfrm>
          <a:custGeom>
            <a:avLst/>
            <a:gdLst/>
            <a:ahLst/>
            <a:cxnLst/>
            <a:rect l="0" t="0" r="r" b="b"/>
            <a:pathLst>
              <a:path w="93471" h="75945">
                <a:moveTo>
                  <a:pt x="35052" y="17526"/>
                </a:moveTo>
                <a:lnTo>
                  <a:pt x="64261" y="17526"/>
                </a:lnTo>
                <a:lnTo>
                  <a:pt x="93471" y="17526"/>
                </a:lnTo>
                <a:lnTo>
                  <a:pt x="93471" y="75945"/>
                </a:lnTo>
                <a:lnTo>
                  <a:pt x="64261" y="75945"/>
                </a:lnTo>
                <a:lnTo>
                  <a:pt x="35052" y="75945"/>
                </a:lnTo>
                <a:lnTo>
                  <a:pt x="35052" y="29210"/>
                </a:lnTo>
                <a:lnTo>
                  <a:pt x="0" y="0"/>
                </a:lnTo>
                <a:close/>
              </a:path>
            </a:pathLst>
          </a:custGeom>
          <a:solidFill>
            <a:srgbClr val="151515"/>
          </a:solidFill>
          <a:ln>
            <a:noFill/>
          </a:ln>
        </p:spPr>
        <p:txBody>
          <a:bodyPr rtlCol="0" anchor="ctr"/>
          <a:lstStyle/>
          <a:p>
            <a:pPr algn="ctr"/>
            <a:endParaRPr lang="pl-PL" dirty="0"/>
          </a:p>
        </p:txBody>
      </p:sp>
      <p:sp>
        <p:nvSpPr>
          <p:cNvPr id="73" name="!!Postać oko P"/>
          <p:cNvSpPr/>
          <p:nvPr/>
        </p:nvSpPr>
        <p:spPr>
          <a:xfrm>
            <a:off x="8495029" y="2710898"/>
            <a:ext cx="93471" cy="75945"/>
          </a:xfrm>
          <a:custGeom>
            <a:avLst/>
            <a:gdLst/>
            <a:ahLst/>
            <a:cxnLst/>
            <a:rect l="0" t="0" r="r" b="b"/>
            <a:pathLst>
              <a:path w="93471" h="75945">
                <a:moveTo>
                  <a:pt x="58419" y="17526"/>
                </a:moveTo>
                <a:lnTo>
                  <a:pt x="29210" y="17526"/>
                </a:lnTo>
                <a:lnTo>
                  <a:pt x="0" y="17526"/>
                </a:lnTo>
                <a:lnTo>
                  <a:pt x="0" y="75945"/>
                </a:lnTo>
                <a:lnTo>
                  <a:pt x="29210" y="75945"/>
                </a:lnTo>
                <a:lnTo>
                  <a:pt x="58419" y="75945"/>
                </a:lnTo>
                <a:lnTo>
                  <a:pt x="58419" y="29210"/>
                </a:lnTo>
                <a:lnTo>
                  <a:pt x="93471" y="0"/>
                </a:lnTo>
                <a:close/>
              </a:path>
            </a:pathLst>
          </a:custGeom>
          <a:solidFill>
            <a:srgbClr val="151515"/>
          </a:solidFill>
          <a:ln>
            <a:noFill/>
          </a:ln>
        </p:spPr>
        <p:txBody>
          <a:bodyPr rtlCol="0" anchor="ctr"/>
          <a:lstStyle/>
          <a:p>
            <a:pPr algn="ctr"/>
            <a:endParaRPr lang="pl-PL" dirty="0"/>
          </a:p>
        </p:txBody>
      </p:sp>
      <p:sp>
        <p:nvSpPr>
          <p:cNvPr id="74" name="!!Postać brew L"/>
          <p:cNvSpPr/>
          <p:nvPr/>
        </p:nvSpPr>
        <p:spPr>
          <a:xfrm>
            <a:off x="8232142" y="2646637"/>
            <a:ext cx="122681" cy="17526"/>
          </a:xfrm>
          <a:custGeom>
            <a:avLst/>
            <a:gdLst/>
            <a:ahLst/>
            <a:cxnLst/>
            <a:rect l="0" t="0" r="r" b="b"/>
            <a:pathLst>
              <a:path w="122681" h="17526">
                <a:moveTo>
                  <a:pt x="0" y="0"/>
                </a:moveTo>
                <a:lnTo>
                  <a:pt x="122681" y="0"/>
                </a:lnTo>
                <a:lnTo>
                  <a:pt x="122681" y="17526"/>
                </a:lnTo>
                <a:lnTo>
                  <a:pt x="0" y="17526"/>
                </a:lnTo>
                <a:close/>
              </a:path>
            </a:pathLst>
          </a:custGeom>
          <a:solidFill>
            <a:srgbClr val="151515"/>
          </a:solidFill>
          <a:ln>
            <a:noFill/>
          </a:ln>
        </p:spPr>
        <p:txBody>
          <a:bodyPr rtlCol="0" anchor="ctr"/>
          <a:lstStyle/>
          <a:p>
            <a:pPr algn="ctr"/>
            <a:endParaRPr lang="pl-PL" dirty="0"/>
          </a:p>
        </p:txBody>
      </p:sp>
      <p:sp>
        <p:nvSpPr>
          <p:cNvPr id="75" name="!!Postać brew P"/>
          <p:cNvSpPr/>
          <p:nvPr/>
        </p:nvSpPr>
        <p:spPr>
          <a:xfrm>
            <a:off x="8459977" y="2646637"/>
            <a:ext cx="122681" cy="17526"/>
          </a:xfrm>
          <a:custGeom>
            <a:avLst/>
            <a:gdLst/>
            <a:ahLst/>
            <a:cxnLst/>
            <a:rect l="0" t="0" r="r" b="b"/>
            <a:pathLst>
              <a:path w="122681" h="17526">
                <a:moveTo>
                  <a:pt x="122681" y="0"/>
                </a:moveTo>
                <a:lnTo>
                  <a:pt x="0" y="0"/>
                </a:lnTo>
                <a:lnTo>
                  <a:pt x="0" y="17526"/>
                </a:lnTo>
                <a:lnTo>
                  <a:pt x="122681" y="17526"/>
                </a:lnTo>
                <a:close/>
              </a:path>
            </a:pathLst>
          </a:custGeom>
          <a:solidFill>
            <a:srgbClr val="151515"/>
          </a:solidFill>
          <a:ln>
            <a:noFill/>
          </a:ln>
        </p:spPr>
        <p:txBody>
          <a:bodyPr rtlCol="0" anchor="ctr"/>
          <a:lstStyle/>
          <a:p>
            <a:pPr algn="ctr"/>
            <a:endParaRPr lang="pl-PL" dirty="0"/>
          </a:p>
        </p:txBody>
      </p:sp>
      <p:sp>
        <p:nvSpPr>
          <p:cNvPr id="76" name="!!Postać usta"/>
          <p:cNvSpPr/>
          <p:nvPr/>
        </p:nvSpPr>
        <p:spPr>
          <a:xfrm>
            <a:off x="8343139" y="2927050"/>
            <a:ext cx="128523" cy="29210"/>
          </a:xfrm>
          <a:custGeom>
            <a:avLst/>
            <a:gdLst/>
            <a:ahLst/>
            <a:cxnLst/>
            <a:rect l="0" t="0" r="r" b="b"/>
            <a:pathLst>
              <a:path w="128523" h="29210">
                <a:moveTo>
                  <a:pt x="0" y="11684"/>
                </a:moveTo>
                <a:lnTo>
                  <a:pt x="64261" y="0"/>
                </a:lnTo>
                <a:lnTo>
                  <a:pt x="128523" y="11684"/>
                </a:lnTo>
                <a:lnTo>
                  <a:pt x="128523" y="29210"/>
                </a:lnTo>
                <a:lnTo>
                  <a:pt x="64261" y="17526"/>
                </a:lnTo>
                <a:lnTo>
                  <a:pt x="0" y="29210"/>
                </a:lnTo>
                <a:close/>
              </a:path>
            </a:pathLst>
          </a:custGeom>
          <a:solidFill>
            <a:srgbClr val="8E1219"/>
          </a:solidFill>
          <a:ln>
            <a:noFill/>
          </a:ln>
        </p:spPr>
        <p:txBody>
          <a:bodyPr rtlCol="0" anchor="ctr"/>
          <a:lstStyle/>
          <a:p>
            <a:pPr algn="ctr"/>
            <a:endParaRPr lang="pl-PL" dirty="0"/>
          </a:p>
        </p:txBody>
      </p:sp>
      <p:sp>
        <p:nvSpPr>
          <p:cNvPr id="77" name="!!Postać 58"/>
          <p:cNvSpPr/>
          <p:nvPr/>
        </p:nvSpPr>
        <p:spPr>
          <a:xfrm>
            <a:off x="8130483" y="3152825"/>
            <a:ext cx="127710" cy="183215"/>
          </a:xfrm>
          <a:custGeom>
            <a:avLst/>
            <a:gdLst/>
            <a:ahLst/>
            <a:cxnLst/>
            <a:rect l="0" t="0" r="r" b="b"/>
            <a:pathLst>
              <a:path w="127710" h="183215">
                <a:moveTo>
                  <a:pt x="12008" y="0"/>
                </a:moveTo>
                <a:lnTo>
                  <a:pt x="127710" y="16261"/>
                </a:lnTo>
                <a:lnTo>
                  <a:pt x="98347" y="183215"/>
                </a:lnTo>
                <a:lnTo>
                  <a:pt x="0" y="169394"/>
                </a:lnTo>
                <a:close/>
              </a:path>
            </a:pathLst>
          </a:custGeom>
          <a:solidFill>
            <a:srgbClr val="EE312F"/>
          </a:solidFill>
          <a:ln>
            <a:noFill/>
          </a:ln>
        </p:spPr>
        <p:txBody>
          <a:bodyPr rtlCol="0" anchor="ctr"/>
          <a:lstStyle/>
          <a:p>
            <a:pPr algn="ctr"/>
            <a:endParaRPr lang="pl-PL" dirty="0"/>
          </a:p>
        </p:txBody>
      </p:sp>
      <p:sp>
        <p:nvSpPr>
          <p:cNvPr id="78" name="!!Postać 59"/>
          <p:cNvSpPr/>
          <p:nvPr/>
        </p:nvSpPr>
        <p:spPr>
          <a:xfrm>
            <a:off x="8123354" y="3317246"/>
            <a:ext cx="100504" cy="150225"/>
          </a:xfrm>
          <a:custGeom>
            <a:avLst/>
            <a:gdLst/>
            <a:ahLst/>
            <a:cxnLst/>
            <a:rect l="0" t="0" r="r" b="b"/>
            <a:pathLst>
              <a:path w="100504" h="150225">
                <a:moveTo>
                  <a:pt x="13728" y="0"/>
                </a:moveTo>
                <a:lnTo>
                  <a:pt x="100504" y="12196"/>
                </a:lnTo>
                <a:lnTo>
                  <a:pt x="75206" y="150225"/>
                </a:lnTo>
                <a:lnTo>
                  <a:pt x="0" y="139655"/>
                </a:lnTo>
                <a:close/>
              </a:path>
            </a:pathLst>
          </a:custGeom>
          <a:solidFill>
            <a:srgbClr val="E8E8E8"/>
          </a:solidFill>
          <a:ln>
            <a:noFill/>
          </a:ln>
        </p:spPr>
        <p:txBody>
          <a:bodyPr rtlCol="0" anchor="ctr"/>
          <a:lstStyle/>
          <a:p>
            <a:pPr algn="ctr"/>
            <a:endParaRPr lang="pl-PL" dirty="0"/>
          </a:p>
        </p:txBody>
      </p:sp>
      <p:sp>
        <p:nvSpPr>
          <p:cNvPr id="79" name="!!Postać 60"/>
          <p:cNvSpPr/>
          <p:nvPr/>
        </p:nvSpPr>
        <p:spPr>
          <a:xfrm>
            <a:off x="8121938" y="3448933"/>
            <a:ext cx="78012" cy="230144"/>
          </a:xfrm>
          <a:custGeom>
            <a:avLst/>
            <a:gdLst/>
            <a:ahLst/>
            <a:cxnLst/>
            <a:rect l="0" t="0" r="r" b="b"/>
            <a:pathLst>
              <a:path w="78012" h="230144">
                <a:moveTo>
                  <a:pt x="2113" y="0"/>
                </a:moveTo>
                <a:lnTo>
                  <a:pt x="78012" y="2650"/>
                </a:lnTo>
                <a:lnTo>
                  <a:pt x="64222" y="230144"/>
                </a:lnTo>
                <a:lnTo>
                  <a:pt x="0" y="227901"/>
                </a:lnTo>
                <a:close/>
              </a:path>
            </a:pathLst>
          </a:custGeom>
          <a:solidFill>
            <a:srgbClr val="F4F4F4"/>
          </a:solidFill>
          <a:ln>
            <a:noFill/>
          </a:ln>
        </p:spPr>
        <p:txBody>
          <a:bodyPr rtlCol="0" anchor="ctr"/>
          <a:lstStyle/>
          <a:p>
            <a:pPr algn="ctr"/>
            <a:endParaRPr lang="pl-PL" dirty="0"/>
          </a:p>
        </p:txBody>
      </p:sp>
      <p:sp>
        <p:nvSpPr>
          <p:cNvPr id="80" name="!!Postać 61"/>
          <p:cNvSpPr/>
          <p:nvPr/>
        </p:nvSpPr>
        <p:spPr>
          <a:xfrm>
            <a:off x="8111077" y="3594689"/>
            <a:ext cx="89615" cy="61442"/>
          </a:xfrm>
          <a:custGeom>
            <a:avLst/>
            <a:gdLst/>
            <a:ahLst/>
            <a:cxnLst/>
            <a:rect l="0" t="0" r="r" b="b"/>
            <a:pathLst>
              <a:path w="89615" h="61442">
                <a:moveTo>
                  <a:pt x="2039" y="0"/>
                </a:moveTo>
                <a:lnTo>
                  <a:pt x="89615" y="3058"/>
                </a:lnTo>
                <a:lnTo>
                  <a:pt x="87576" y="61442"/>
                </a:lnTo>
                <a:lnTo>
                  <a:pt x="0" y="58384"/>
                </a:lnTo>
                <a:close/>
              </a:path>
            </a:pathLst>
          </a:custGeom>
          <a:solidFill>
            <a:srgbClr val="151515"/>
          </a:solidFill>
          <a:ln>
            <a:noFill/>
          </a:ln>
        </p:spPr>
        <p:txBody>
          <a:bodyPr rtlCol="0" anchor="ctr"/>
          <a:lstStyle/>
          <a:p>
            <a:pPr algn="ctr"/>
            <a:endParaRPr lang="pl-PL" dirty="0"/>
          </a:p>
        </p:txBody>
      </p:sp>
      <p:sp>
        <p:nvSpPr>
          <p:cNvPr id="81" name="!!Postać 62"/>
          <p:cNvSpPr/>
          <p:nvPr/>
        </p:nvSpPr>
        <p:spPr>
          <a:xfrm>
            <a:off x="8134838" y="3607181"/>
            <a:ext cx="42092" cy="36457"/>
          </a:xfrm>
          <a:custGeom>
            <a:avLst/>
            <a:gdLst/>
            <a:ahLst/>
            <a:cxnLst/>
            <a:rect l="0" t="0" r="r" b="b"/>
            <a:pathLst>
              <a:path w="42092" h="36457">
                <a:moveTo>
                  <a:pt x="1223" y="0"/>
                </a:moveTo>
                <a:lnTo>
                  <a:pt x="42092" y="1427"/>
                </a:lnTo>
                <a:lnTo>
                  <a:pt x="40869" y="36457"/>
                </a:lnTo>
                <a:lnTo>
                  <a:pt x="0" y="35030"/>
                </a:lnTo>
                <a:close/>
              </a:path>
            </a:pathLst>
          </a:custGeom>
          <a:solidFill>
            <a:srgbClr val="FFFFFF"/>
          </a:solidFill>
          <a:ln>
            <a:noFill/>
          </a:ln>
        </p:spPr>
        <p:txBody>
          <a:bodyPr rtlCol="0" anchor="ctr"/>
          <a:lstStyle/>
          <a:p>
            <a:pPr algn="ctr"/>
            <a:endParaRPr lang="pl-PL" dirty="0"/>
          </a:p>
        </p:txBody>
      </p:sp>
      <p:sp>
        <p:nvSpPr>
          <p:cNvPr id="82" name="!!Postać 63"/>
          <p:cNvSpPr/>
          <p:nvPr/>
        </p:nvSpPr>
        <p:spPr>
          <a:xfrm>
            <a:off x="8096545" y="3664545"/>
            <a:ext cx="110929" cy="125256"/>
          </a:xfrm>
          <a:custGeom>
            <a:avLst/>
            <a:gdLst/>
            <a:ahLst/>
            <a:cxnLst/>
            <a:rect l="0" t="0" r="r" b="b"/>
            <a:pathLst>
              <a:path w="110929" h="125256">
                <a:moveTo>
                  <a:pt x="8285" y="0"/>
                </a:moveTo>
                <a:lnTo>
                  <a:pt x="107537" y="3466"/>
                </a:lnTo>
                <a:lnTo>
                  <a:pt x="110929" y="73730"/>
                </a:lnTo>
                <a:lnTo>
                  <a:pt x="79902" y="125256"/>
                </a:lnTo>
                <a:lnTo>
                  <a:pt x="27357" y="123422"/>
                </a:lnTo>
                <a:lnTo>
                  <a:pt x="0" y="69857"/>
                </a:lnTo>
                <a:close/>
              </a:path>
            </a:pathLst>
          </a:custGeom>
          <a:solidFill>
            <a:srgbClr val="FAFAFA"/>
          </a:solidFill>
          <a:ln>
            <a:noFill/>
          </a:ln>
        </p:spPr>
        <p:txBody>
          <a:bodyPr rtlCol="0" anchor="ctr"/>
          <a:lstStyle/>
          <a:p>
            <a:pPr algn="ctr"/>
            <a:endParaRPr lang="pl-PL" dirty="0"/>
          </a:p>
        </p:txBody>
      </p:sp>
      <p:sp>
        <p:nvSpPr>
          <p:cNvPr id="83" name="!!Postać 64"/>
          <p:cNvSpPr/>
          <p:nvPr/>
        </p:nvSpPr>
        <p:spPr>
          <a:xfrm>
            <a:off x="8556607" y="3152825"/>
            <a:ext cx="127710" cy="183215"/>
          </a:xfrm>
          <a:custGeom>
            <a:avLst/>
            <a:gdLst/>
            <a:ahLst/>
            <a:cxnLst/>
            <a:rect l="0" t="0" r="r" b="b"/>
            <a:pathLst>
              <a:path w="127710" h="183215">
                <a:moveTo>
                  <a:pt x="115702" y="0"/>
                </a:moveTo>
                <a:lnTo>
                  <a:pt x="0" y="16261"/>
                </a:lnTo>
                <a:lnTo>
                  <a:pt x="29363" y="183215"/>
                </a:lnTo>
                <a:lnTo>
                  <a:pt x="127710" y="169394"/>
                </a:lnTo>
                <a:close/>
              </a:path>
            </a:pathLst>
          </a:custGeom>
          <a:solidFill>
            <a:srgbClr val="CF1723"/>
          </a:solidFill>
          <a:ln>
            <a:noFill/>
          </a:ln>
        </p:spPr>
        <p:txBody>
          <a:bodyPr rtlCol="0" anchor="ctr"/>
          <a:lstStyle/>
          <a:p>
            <a:pPr algn="ctr"/>
            <a:endParaRPr lang="pl-PL" dirty="0"/>
          </a:p>
        </p:txBody>
      </p:sp>
      <p:sp>
        <p:nvSpPr>
          <p:cNvPr id="84" name="!!Postać 65"/>
          <p:cNvSpPr/>
          <p:nvPr/>
        </p:nvSpPr>
        <p:spPr>
          <a:xfrm>
            <a:off x="8590942" y="3317246"/>
            <a:ext cx="100504" cy="150225"/>
          </a:xfrm>
          <a:custGeom>
            <a:avLst/>
            <a:gdLst/>
            <a:ahLst/>
            <a:cxnLst/>
            <a:rect l="0" t="0" r="r" b="b"/>
            <a:pathLst>
              <a:path w="100504" h="150225">
                <a:moveTo>
                  <a:pt x="86776" y="0"/>
                </a:moveTo>
                <a:lnTo>
                  <a:pt x="0" y="12196"/>
                </a:lnTo>
                <a:lnTo>
                  <a:pt x="25298" y="150225"/>
                </a:lnTo>
                <a:lnTo>
                  <a:pt x="100504" y="139655"/>
                </a:lnTo>
                <a:close/>
              </a:path>
            </a:pathLst>
          </a:custGeom>
          <a:solidFill>
            <a:srgbClr val="D2D2D2"/>
          </a:solidFill>
          <a:ln>
            <a:noFill/>
          </a:ln>
        </p:spPr>
        <p:txBody>
          <a:bodyPr rtlCol="0" anchor="ctr"/>
          <a:lstStyle/>
          <a:p>
            <a:pPr algn="ctr"/>
            <a:endParaRPr lang="pl-PL" dirty="0"/>
          </a:p>
        </p:txBody>
      </p:sp>
      <p:sp>
        <p:nvSpPr>
          <p:cNvPr id="85" name="!!Postać 66"/>
          <p:cNvSpPr/>
          <p:nvPr/>
        </p:nvSpPr>
        <p:spPr>
          <a:xfrm>
            <a:off x="8614850" y="3448933"/>
            <a:ext cx="78012" cy="230144"/>
          </a:xfrm>
          <a:custGeom>
            <a:avLst/>
            <a:gdLst/>
            <a:ahLst/>
            <a:cxnLst/>
            <a:rect l="0" t="0" r="r" b="b"/>
            <a:pathLst>
              <a:path w="78012" h="230144">
                <a:moveTo>
                  <a:pt x="75899" y="0"/>
                </a:moveTo>
                <a:lnTo>
                  <a:pt x="0" y="2650"/>
                </a:lnTo>
                <a:lnTo>
                  <a:pt x="13790" y="230144"/>
                </a:lnTo>
                <a:lnTo>
                  <a:pt x="78012" y="227901"/>
                </a:lnTo>
                <a:close/>
              </a:path>
            </a:pathLst>
          </a:custGeom>
          <a:solidFill>
            <a:srgbClr val="DEDEDE"/>
          </a:solidFill>
          <a:ln>
            <a:noFill/>
          </a:ln>
        </p:spPr>
        <p:txBody>
          <a:bodyPr rtlCol="0" anchor="ctr"/>
          <a:lstStyle/>
          <a:p>
            <a:pPr algn="ctr"/>
            <a:endParaRPr lang="pl-PL" dirty="0"/>
          </a:p>
        </p:txBody>
      </p:sp>
      <p:sp>
        <p:nvSpPr>
          <p:cNvPr id="86" name="!!Postać 67"/>
          <p:cNvSpPr/>
          <p:nvPr/>
        </p:nvSpPr>
        <p:spPr>
          <a:xfrm>
            <a:off x="8607325" y="3664545"/>
            <a:ext cx="110929" cy="125256"/>
          </a:xfrm>
          <a:custGeom>
            <a:avLst/>
            <a:gdLst/>
            <a:ahLst/>
            <a:cxnLst/>
            <a:rect l="0" t="0" r="r" b="b"/>
            <a:pathLst>
              <a:path w="110929" h="125256">
                <a:moveTo>
                  <a:pt x="102644" y="0"/>
                </a:moveTo>
                <a:lnTo>
                  <a:pt x="3392" y="3466"/>
                </a:lnTo>
                <a:lnTo>
                  <a:pt x="0" y="73730"/>
                </a:lnTo>
                <a:lnTo>
                  <a:pt x="31027" y="125256"/>
                </a:lnTo>
                <a:lnTo>
                  <a:pt x="83572" y="123422"/>
                </a:lnTo>
                <a:lnTo>
                  <a:pt x="110929" y="69857"/>
                </a:lnTo>
                <a:close/>
              </a:path>
            </a:pathLst>
          </a:custGeom>
          <a:solidFill>
            <a:srgbClr val="E4E4E4"/>
          </a:solidFill>
          <a:ln>
            <a:noFill/>
          </a:ln>
        </p:spPr>
        <p:txBody>
          <a:bodyPr rtlCol="0" anchor="ctr"/>
          <a:lstStyle/>
          <a:p>
            <a:pPr algn="ctr"/>
            <a:endParaRPr lang="pl-PL"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xmlns:p14="http://schemas.microsoft.com/office/powerpoint/2010/main">
  <p:cSld name="Prezentacja zacznie się za chwilę">
    <p:bg>
      <p:bgPr>
        <a:solidFill>
          <a:srgbClr val="111111"/>
        </a:solidFill>
        <a:effectLst/>
      </p:bgPr>
    </p:bg>
    <p:spTree>
      <p:nvGrpSpPr>
        <p:cNvPr id="1" name=""/>
        <p:cNvGrpSpPr/>
        <p:nvPr/>
      </p:nvGrpSpPr>
      <p:grpSpPr>
        <a:xfrm>
          <a:off x="0" y="0"/>
          <a:ext cx="0" cy="0"/>
          <a:chOff x="0" y="0"/>
          <a:chExt cx="0" cy="0"/>
        </a:xfrm>
      </p:grpSpPr>
      <p:sp>
        <p:nvSpPr>
          <p:cNvPr id="2" name="!!Tło 1"/>
          <p:cNvSpPr/>
          <p:nvPr/>
        </p:nvSpPr>
        <p:spPr>
          <a:xfrm>
            <a:off x="-557530" y="-1584325"/>
            <a:ext cx="3181985" cy="3776345"/>
          </a:xfrm>
          <a:custGeom>
            <a:avLst/>
            <a:gdLst/>
            <a:ahLst/>
            <a:cxnLst/>
            <a:rect l="0" t="0" r="r" b="b"/>
            <a:pathLst>
              <a:path w="3181985" h="3776345">
                <a:moveTo>
                  <a:pt x="1356360" y="3776345"/>
                </a:moveTo>
                <a:lnTo>
                  <a:pt x="0" y="0"/>
                </a:lnTo>
                <a:lnTo>
                  <a:pt x="3181985" y="2229485"/>
                </a:lnTo>
                <a:close/>
              </a:path>
            </a:pathLst>
          </a:custGeom>
          <a:solidFill>
            <a:srgbClr val="131313"/>
          </a:solidFill>
          <a:ln>
            <a:noFill/>
          </a:ln>
        </p:spPr>
        <p:txBody>
          <a:bodyPr rtlCol="0" anchor="ctr"/>
          <a:lstStyle/>
          <a:p>
            <a:pPr algn="ctr"/>
            <a:endParaRPr lang="pl-PL" dirty="0"/>
          </a:p>
        </p:txBody>
      </p:sp>
      <p:sp>
        <p:nvSpPr>
          <p:cNvPr id="3" name="!!Tło 2"/>
          <p:cNvSpPr/>
          <p:nvPr/>
        </p:nvSpPr>
        <p:spPr>
          <a:xfrm>
            <a:off x="-557530" y="-1584325"/>
            <a:ext cx="3181985" cy="3776345"/>
          </a:xfrm>
          <a:custGeom>
            <a:avLst/>
            <a:gdLst/>
            <a:ahLst/>
            <a:cxnLst/>
            <a:rect l="0" t="0" r="r" b="b"/>
            <a:pathLst>
              <a:path w="3181985" h="3776345">
                <a:moveTo>
                  <a:pt x="1356360" y="3776345"/>
                </a:moveTo>
                <a:lnTo>
                  <a:pt x="0" y="0"/>
                </a:lnTo>
                <a:lnTo>
                  <a:pt x="3181985" y="2229485"/>
                </a:lnTo>
                <a:close/>
              </a:path>
            </a:pathLst>
          </a:custGeom>
          <a:solidFill>
            <a:srgbClr val="95161D">
              <a:alpha val="26000"/>
            </a:srgbClr>
          </a:solidFill>
          <a:ln>
            <a:noFill/>
          </a:ln>
        </p:spPr>
        <p:txBody>
          <a:bodyPr rtlCol="0" anchor="ctr"/>
          <a:lstStyle/>
          <a:p>
            <a:pPr algn="ctr"/>
            <a:endParaRPr lang="pl-PL" dirty="0"/>
          </a:p>
        </p:txBody>
      </p:sp>
      <p:sp>
        <p:nvSpPr>
          <p:cNvPr id="4" name="!!Tło 3"/>
          <p:cNvSpPr/>
          <p:nvPr/>
        </p:nvSpPr>
        <p:spPr>
          <a:xfrm>
            <a:off x="8385810" y="1318260"/>
            <a:ext cx="4237990" cy="2672080"/>
          </a:xfrm>
          <a:custGeom>
            <a:avLst/>
            <a:gdLst/>
            <a:ahLst/>
            <a:cxnLst/>
            <a:rect l="0" t="0" r="r" b="b"/>
            <a:pathLst>
              <a:path w="4237990" h="2672080">
                <a:moveTo>
                  <a:pt x="4237990" y="2672080"/>
                </a:moveTo>
                <a:lnTo>
                  <a:pt x="0" y="2418080"/>
                </a:lnTo>
                <a:lnTo>
                  <a:pt x="2108835" y="0"/>
                </a:lnTo>
                <a:close/>
              </a:path>
            </a:pathLst>
          </a:custGeom>
          <a:solidFill>
            <a:srgbClr val="141414"/>
          </a:solidFill>
          <a:ln>
            <a:noFill/>
          </a:ln>
        </p:spPr>
        <p:txBody>
          <a:bodyPr rtlCol="0" anchor="ctr"/>
          <a:lstStyle/>
          <a:p>
            <a:pPr algn="ctr"/>
            <a:endParaRPr lang="pl-PL" dirty="0"/>
          </a:p>
        </p:txBody>
      </p:sp>
      <p:sp>
        <p:nvSpPr>
          <p:cNvPr id="5" name="!!Tło 4"/>
          <p:cNvSpPr/>
          <p:nvPr/>
        </p:nvSpPr>
        <p:spPr>
          <a:xfrm>
            <a:off x="8385810" y="1318260"/>
            <a:ext cx="4237990" cy="2672080"/>
          </a:xfrm>
          <a:custGeom>
            <a:avLst/>
            <a:gdLst/>
            <a:ahLst/>
            <a:cxnLst/>
            <a:rect l="0" t="0" r="r" b="b"/>
            <a:pathLst>
              <a:path w="4237990" h="2672080">
                <a:moveTo>
                  <a:pt x="4237990" y="2672080"/>
                </a:moveTo>
                <a:lnTo>
                  <a:pt x="0" y="2418080"/>
                </a:lnTo>
                <a:lnTo>
                  <a:pt x="2108835" y="0"/>
                </a:lnTo>
                <a:close/>
              </a:path>
            </a:pathLst>
          </a:custGeom>
          <a:solidFill>
            <a:srgbClr val="5C1014">
              <a:alpha val="26000"/>
            </a:srgbClr>
          </a:solidFill>
          <a:ln>
            <a:noFill/>
          </a:ln>
        </p:spPr>
        <p:txBody>
          <a:bodyPr rtlCol="0" anchor="ctr"/>
          <a:lstStyle/>
          <a:p>
            <a:pPr algn="ctr"/>
            <a:endParaRPr lang="pl-PL" dirty="0"/>
          </a:p>
        </p:txBody>
      </p:sp>
      <p:sp>
        <p:nvSpPr>
          <p:cNvPr id="6" name="!!Tło 5"/>
          <p:cNvSpPr/>
          <p:nvPr/>
        </p:nvSpPr>
        <p:spPr>
          <a:xfrm>
            <a:off x="2368550" y="518795"/>
            <a:ext cx="4458970" cy="5109210"/>
          </a:xfrm>
          <a:custGeom>
            <a:avLst/>
            <a:gdLst/>
            <a:ahLst/>
            <a:cxnLst/>
            <a:rect l="0" t="0" r="r" b="b"/>
            <a:pathLst>
              <a:path w="4458970" h="5109210">
                <a:moveTo>
                  <a:pt x="3594100" y="0"/>
                </a:moveTo>
                <a:lnTo>
                  <a:pt x="4458970" y="5109210"/>
                </a:lnTo>
                <a:lnTo>
                  <a:pt x="0" y="3502025"/>
                </a:lnTo>
                <a:close/>
              </a:path>
            </a:pathLst>
          </a:custGeom>
          <a:solidFill>
            <a:srgbClr val="161616"/>
          </a:solidFill>
          <a:ln>
            <a:noFill/>
          </a:ln>
        </p:spPr>
        <p:txBody>
          <a:bodyPr rtlCol="0" anchor="ctr"/>
          <a:lstStyle/>
          <a:p>
            <a:pPr algn="ctr"/>
            <a:endParaRPr lang="pl-PL" dirty="0"/>
          </a:p>
        </p:txBody>
      </p:sp>
      <p:sp>
        <p:nvSpPr>
          <p:cNvPr id="7" name="!!Tło 7"/>
          <p:cNvSpPr/>
          <p:nvPr/>
        </p:nvSpPr>
        <p:spPr>
          <a:xfrm>
            <a:off x="8328660" y="3310255"/>
            <a:ext cx="2503170" cy="2330450"/>
          </a:xfrm>
          <a:custGeom>
            <a:avLst/>
            <a:gdLst/>
            <a:ahLst/>
            <a:cxnLst/>
            <a:rect l="0" t="0" r="r" b="b"/>
            <a:pathLst>
              <a:path w="2503170" h="2330450">
                <a:moveTo>
                  <a:pt x="2503170" y="24130"/>
                </a:moveTo>
                <a:lnTo>
                  <a:pt x="1282065" y="2330450"/>
                </a:lnTo>
                <a:lnTo>
                  <a:pt x="0" y="0"/>
                </a:lnTo>
                <a:close/>
              </a:path>
            </a:pathLst>
          </a:custGeom>
          <a:solidFill>
            <a:srgbClr val="171717"/>
          </a:solidFill>
          <a:ln>
            <a:noFill/>
          </a:ln>
        </p:spPr>
        <p:txBody>
          <a:bodyPr rtlCol="0" anchor="ctr"/>
          <a:lstStyle/>
          <a:p>
            <a:pPr algn="ctr"/>
            <a:endParaRPr lang="pl-PL" dirty="0"/>
          </a:p>
        </p:txBody>
      </p:sp>
      <p:sp>
        <p:nvSpPr>
          <p:cNvPr id="8" name="!!Tło 8"/>
          <p:cNvSpPr/>
          <p:nvPr/>
        </p:nvSpPr>
        <p:spPr>
          <a:xfrm>
            <a:off x="8328660" y="3310255"/>
            <a:ext cx="2503170" cy="2330450"/>
          </a:xfrm>
          <a:custGeom>
            <a:avLst/>
            <a:gdLst/>
            <a:ahLst/>
            <a:cxnLst/>
            <a:rect l="0" t="0" r="r" b="b"/>
            <a:pathLst>
              <a:path w="2503170" h="2330450">
                <a:moveTo>
                  <a:pt x="2503170" y="24130"/>
                </a:moveTo>
                <a:lnTo>
                  <a:pt x="1282065" y="2330450"/>
                </a:lnTo>
                <a:lnTo>
                  <a:pt x="0" y="0"/>
                </a:lnTo>
                <a:close/>
              </a:path>
            </a:pathLst>
          </a:custGeom>
          <a:solidFill>
            <a:srgbClr val="95161D">
              <a:alpha val="26000"/>
            </a:srgbClr>
          </a:solidFill>
          <a:ln>
            <a:noFill/>
          </a:ln>
        </p:spPr>
        <p:txBody>
          <a:bodyPr rtlCol="0" anchor="ctr"/>
          <a:lstStyle/>
          <a:p>
            <a:pPr algn="ctr"/>
            <a:endParaRPr lang="pl-PL" dirty="0"/>
          </a:p>
        </p:txBody>
      </p:sp>
      <p:sp>
        <p:nvSpPr>
          <p:cNvPr id="9" name="!!Tło 9"/>
          <p:cNvSpPr/>
          <p:nvPr/>
        </p:nvSpPr>
        <p:spPr>
          <a:xfrm>
            <a:off x="8206740" y="613410"/>
            <a:ext cx="2186940" cy="2498090"/>
          </a:xfrm>
          <a:custGeom>
            <a:avLst/>
            <a:gdLst/>
            <a:ahLst/>
            <a:cxnLst/>
            <a:rect l="0" t="0" r="r" b="b"/>
            <a:pathLst>
              <a:path w="2186940" h="2498090">
                <a:moveTo>
                  <a:pt x="2186940" y="1733550"/>
                </a:moveTo>
                <a:lnTo>
                  <a:pt x="0" y="2498090"/>
                </a:lnTo>
                <a:lnTo>
                  <a:pt x="715010" y="0"/>
                </a:lnTo>
                <a:close/>
              </a:path>
            </a:pathLst>
          </a:custGeom>
          <a:solidFill>
            <a:srgbClr val="131313"/>
          </a:solidFill>
          <a:ln>
            <a:noFill/>
          </a:ln>
        </p:spPr>
        <p:txBody>
          <a:bodyPr rtlCol="0" anchor="ctr"/>
          <a:lstStyle/>
          <a:p>
            <a:pPr algn="ctr"/>
            <a:endParaRPr lang="pl-PL" dirty="0"/>
          </a:p>
        </p:txBody>
      </p:sp>
      <p:sp>
        <p:nvSpPr>
          <p:cNvPr id="10" name="!!Tło 10"/>
          <p:cNvSpPr/>
          <p:nvPr/>
        </p:nvSpPr>
        <p:spPr>
          <a:xfrm>
            <a:off x="8206740" y="613410"/>
            <a:ext cx="2186940" cy="2498090"/>
          </a:xfrm>
          <a:custGeom>
            <a:avLst/>
            <a:gdLst/>
            <a:ahLst/>
            <a:cxnLst/>
            <a:rect l="0" t="0" r="r" b="b"/>
            <a:pathLst>
              <a:path w="2186940" h="2498090">
                <a:moveTo>
                  <a:pt x="2186940" y="1733550"/>
                </a:moveTo>
                <a:lnTo>
                  <a:pt x="0" y="2498090"/>
                </a:lnTo>
                <a:lnTo>
                  <a:pt x="715010" y="0"/>
                </a:lnTo>
                <a:close/>
              </a:path>
            </a:pathLst>
          </a:custGeom>
          <a:solidFill>
            <a:srgbClr val="5C1014">
              <a:alpha val="26000"/>
            </a:srgbClr>
          </a:solidFill>
          <a:ln>
            <a:noFill/>
          </a:ln>
        </p:spPr>
        <p:txBody>
          <a:bodyPr rtlCol="0" anchor="ctr"/>
          <a:lstStyle/>
          <a:p>
            <a:pPr algn="ctr"/>
            <a:endParaRPr lang="pl-PL" dirty="0"/>
          </a:p>
        </p:txBody>
      </p:sp>
      <p:sp>
        <p:nvSpPr>
          <p:cNvPr id="11" name="!!Tło 11"/>
          <p:cNvSpPr/>
          <p:nvPr/>
        </p:nvSpPr>
        <p:spPr>
          <a:xfrm>
            <a:off x="5572125" y="1104900"/>
            <a:ext cx="2019935" cy="1752600"/>
          </a:xfrm>
          <a:custGeom>
            <a:avLst/>
            <a:gdLst/>
            <a:ahLst/>
            <a:cxnLst/>
            <a:rect l="0" t="0" r="r" b="b"/>
            <a:pathLst>
              <a:path w="2019935" h="1752600">
                <a:moveTo>
                  <a:pt x="2019935" y="0"/>
                </a:moveTo>
                <a:lnTo>
                  <a:pt x="1430020" y="1752600"/>
                </a:lnTo>
                <a:lnTo>
                  <a:pt x="0" y="1381760"/>
                </a:lnTo>
                <a:close/>
              </a:path>
            </a:pathLst>
          </a:custGeom>
          <a:solidFill>
            <a:srgbClr val="141414"/>
          </a:solidFill>
          <a:ln>
            <a:noFill/>
          </a:ln>
        </p:spPr>
        <p:txBody>
          <a:bodyPr rtlCol="0" anchor="ctr"/>
          <a:lstStyle/>
          <a:p>
            <a:pPr algn="ctr"/>
            <a:endParaRPr lang="pl-PL" dirty="0"/>
          </a:p>
        </p:txBody>
      </p:sp>
      <p:sp>
        <p:nvSpPr>
          <p:cNvPr id="12" name="!!Tło 13"/>
          <p:cNvSpPr/>
          <p:nvPr/>
        </p:nvSpPr>
        <p:spPr>
          <a:xfrm>
            <a:off x="1796415" y="922020"/>
            <a:ext cx="3673475" cy="6204585"/>
          </a:xfrm>
          <a:custGeom>
            <a:avLst/>
            <a:gdLst/>
            <a:ahLst/>
            <a:cxnLst/>
            <a:rect l="0" t="0" r="r" b="b"/>
            <a:pathLst>
              <a:path w="3673475" h="6204585">
                <a:moveTo>
                  <a:pt x="3673475" y="3769995"/>
                </a:moveTo>
                <a:lnTo>
                  <a:pt x="0" y="6204585"/>
                </a:lnTo>
                <a:lnTo>
                  <a:pt x="161925" y="0"/>
                </a:lnTo>
                <a:close/>
              </a:path>
            </a:pathLst>
          </a:custGeom>
          <a:solidFill>
            <a:srgbClr val="161616"/>
          </a:solidFill>
          <a:ln>
            <a:noFill/>
          </a:ln>
        </p:spPr>
        <p:txBody>
          <a:bodyPr rtlCol="0" anchor="ctr"/>
          <a:lstStyle/>
          <a:p>
            <a:pPr algn="ctr"/>
            <a:endParaRPr lang="pl-PL" dirty="0"/>
          </a:p>
        </p:txBody>
      </p:sp>
      <p:sp>
        <p:nvSpPr>
          <p:cNvPr id="13" name="!!Tło 14"/>
          <p:cNvSpPr/>
          <p:nvPr/>
        </p:nvSpPr>
        <p:spPr>
          <a:xfrm>
            <a:off x="1796415" y="922020"/>
            <a:ext cx="3673475" cy="6204585"/>
          </a:xfrm>
          <a:custGeom>
            <a:avLst/>
            <a:gdLst/>
            <a:ahLst/>
            <a:cxnLst/>
            <a:rect l="0" t="0" r="r" b="b"/>
            <a:pathLst>
              <a:path w="3673475" h="6204585">
                <a:moveTo>
                  <a:pt x="3673475" y="3769995"/>
                </a:moveTo>
                <a:lnTo>
                  <a:pt x="0" y="6204585"/>
                </a:lnTo>
                <a:lnTo>
                  <a:pt x="161925" y="0"/>
                </a:lnTo>
                <a:close/>
              </a:path>
            </a:pathLst>
          </a:custGeom>
          <a:solidFill>
            <a:srgbClr val="95161D">
              <a:alpha val="26000"/>
            </a:srgbClr>
          </a:solidFill>
          <a:ln>
            <a:noFill/>
          </a:ln>
        </p:spPr>
        <p:txBody>
          <a:bodyPr rtlCol="0" anchor="ctr"/>
          <a:lstStyle/>
          <a:p>
            <a:pPr algn="ctr"/>
            <a:endParaRPr lang="pl-PL" dirty="0"/>
          </a:p>
        </p:txBody>
      </p:sp>
      <p:sp>
        <p:nvSpPr>
          <p:cNvPr id="14" name="!!Tło 15"/>
          <p:cNvSpPr/>
          <p:nvPr/>
        </p:nvSpPr>
        <p:spPr>
          <a:xfrm>
            <a:off x="-975360" y="3815715"/>
            <a:ext cx="3752215" cy="3879850"/>
          </a:xfrm>
          <a:custGeom>
            <a:avLst/>
            <a:gdLst/>
            <a:ahLst/>
            <a:cxnLst/>
            <a:rect l="0" t="0" r="r" b="b"/>
            <a:pathLst>
              <a:path w="3752215" h="3879850">
                <a:moveTo>
                  <a:pt x="0" y="0"/>
                </a:moveTo>
                <a:lnTo>
                  <a:pt x="3752215" y="688975"/>
                </a:lnTo>
                <a:lnTo>
                  <a:pt x="2256790" y="3879850"/>
                </a:lnTo>
                <a:close/>
              </a:path>
            </a:pathLst>
          </a:custGeom>
          <a:solidFill>
            <a:srgbClr val="171717"/>
          </a:solidFill>
          <a:ln>
            <a:noFill/>
          </a:ln>
        </p:spPr>
        <p:txBody>
          <a:bodyPr rtlCol="0" anchor="ctr"/>
          <a:lstStyle/>
          <a:p>
            <a:pPr algn="ctr"/>
            <a:endParaRPr lang="pl-PL" dirty="0"/>
          </a:p>
        </p:txBody>
      </p:sp>
      <p:sp>
        <p:nvSpPr>
          <p:cNvPr id="15" name="!!Tło 17"/>
          <p:cNvSpPr/>
          <p:nvPr/>
        </p:nvSpPr>
        <p:spPr>
          <a:xfrm>
            <a:off x="979170" y="4888230"/>
            <a:ext cx="1603375" cy="2202815"/>
          </a:xfrm>
          <a:custGeom>
            <a:avLst/>
            <a:gdLst/>
            <a:ahLst/>
            <a:cxnLst/>
            <a:rect l="0" t="0" r="r" b="b"/>
            <a:pathLst>
              <a:path w="1603375" h="2202815">
                <a:moveTo>
                  <a:pt x="0" y="2202815"/>
                </a:moveTo>
                <a:lnTo>
                  <a:pt x="358775" y="0"/>
                </a:lnTo>
                <a:lnTo>
                  <a:pt x="1603375" y="2158365"/>
                </a:lnTo>
                <a:close/>
              </a:path>
            </a:pathLst>
          </a:custGeom>
          <a:solidFill>
            <a:srgbClr val="131313"/>
          </a:solidFill>
          <a:ln>
            <a:noFill/>
          </a:ln>
        </p:spPr>
        <p:txBody>
          <a:bodyPr rtlCol="0" anchor="ctr"/>
          <a:lstStyle/>
          <a:p>
            <a:pPr algn="ctr"/>
            <a:endParaRPr lang="pl-PL" dirty="0"/>
          </a:p>
        </p:txBody>
      </p:sp>
      <p:sp>
        <p:nvSpPr>
          <p:cNvPr id="16" name="!!Tło 18"/>
          <p:cNvSpPr/>
          <p:nvPr/>
        </p:nvSpPr>
        <p:spPr>
          <a:xfrm>
            <a:off x="979170" y="4888230"/>
            <a:ext cx="1603375" cy="2202815"/>
          </a:xfrm>
          <a:custGeom>
            <a:avLst/>
            <a:gdLst/>
            <a:ahLst/>
            <a:cxnLst/>
            <a:rect l="0" t="0" r="r" b="b"/>
            <a:pathLst>
              <a:path w="1603375" h="2202815">
                <a:moveTo>
                  <a:pt x="0" y="2202815"/>
                </a:moveTo>
                <a:lnTo>
                  <a:pt x="358775" y="0"/>
                </a:lnTo>
                <a:lnTo>
                  <a:pt x="1603375" y="2158365"/>
                </a:lnTo>
                <a:close/>
              </a:path>
            </a:pathLst>
          </a:custGeom>
          <a:solidFill>
            <a:srgbClr val="CF1723">
              <a:alpha val="26000"/>
            </a:srgbClr>
          </a:solidFill>
          <a:ln>
            <a:noFill/>
          </a:ln>
        </p:spPr>
        <p:txBody>
          <a:bodyPr rtlCol="0" anchor="ctr"/>
          <a:lstStyle/>
          <a:p>
            <a:pPr algn="ctr"/>
            <a:endParaRPr lang="pl-PL" dirty="0"/>
          </a:p>
        </p:txBody>
      </p:sp>
      <p:sp>
        <p:nvSpPr>
          <p:cNvPr id="17" name="!!Tło 19"/>
          <p:cNvSpPr/>
          <p:nvPr/>
        </p:nvSpPr>
        <p:spPr>
          <a:xfrm>
            <a:off x="4709160" y="-875665"/>
            <a:ext cx="2571750" cy="3023870"/>
          </a:xfrm>
          <a:custGeom>
            <a:avLst/>
            <a:gdLst/>
            <a:ahLst/>
            <a:cxnLst/>
            <a:rect l="0" t="0" r="r" b="b"/>
            <a:pathLst>
              <a:path w="2571750" h="3023870">
                <a:moveTo>
                  <a:pt x="0" y="1351280"/>
                </a:moveTo>
                <a:lnTo>
                  <a:pt x="1868805" y="0"/>
                </a:lnTo>
                <a:lnTo>
                  <a:pt x="2571750" y="3023870"/>
                </a:lnTo>
                <a:close/>
              </a:path>
            </a:pathLst>
          </a:custGeom>
          <a:solidFill>
            <a:srgbClr val="141414"/>
          </a:solidFill>
          <a:ln>
            <a:noFill/>
          </a:ln>
        </p:spPr>
        <p:txBody>
          <a:bodyPr rtlCol="0" anchor="ctr"/>
          <a:lstStyle/>
          <a:p>
            <a:pPr algn="ctr"/>
            <a:endParaRPr lang="pl-PL" dirty="0"/>
          </a:p>
        </p:txBody>
      </p:sp>
      <p:sp>
        <p:nvSpPr>
          <p:cNvPr id="18" name="!!Tło 20"/>
          <p:cNvSpPr/>
          <p:nvPr/>
        </p:nvSpPr>
        <p:spPr>
          <a:xfrm>
            <a:off x="4709160" y="-875665"/>
            <a:ext cx="2571750" cy="3023870"/>
          </a:xfrm>
          <a:custGeom>
            <a:avLst/>
            <a:gdLst/>
            <a:ahLst/>
            <a:cxnLst/>
            <a:rect l="0" t="0" r="r" b="b"/>
            <a:pathLst>
              <a:path w="2571750" h="3023870">
                <a:moveTo>
                  <a:pt x="0" y="1351280"/>
                </a:moveTo>
                <a:lnTo>
                  <a:pt x="1868805" y="0"/>
                </a:lnTo>
                <a:lnTo>
                  <a:pt x="2571750" y="3023870"/>
                </a:lnTo>
                <a:close/>
              </a:path>
            </a:pathLst>
          </a:custGeom>
          <a:solidFill>
            <a:srgbClr val="95161D">
              <a:alpha val="26000"/>
            </a:srgbClr>
          </a:solidFill>
          <a:ln>
            <a:noFill/>
          </a:ln>
        </p:spPr>
        <p:txBody>
          <a:bodyPr rtlCol="0" anchor="ctr"/>
          <a:lstStyle/>
          <a:p>
            <a:pPr algn="ctr"/>
            <a:endParaRPr lang="pl-PL" dirty="0"/>
          </a:p>
        </p:txBody>
      </p:sp>
      <p:sp>
        <p:nvSpPr>
          <p:cNvPr id="19" name="!!Tło 21"/>
          <p:cNvSpPr/>
          <p:nvPr/>
        </p:nvSpPr>
        <p:spPr>
          <a:xfrm>
            <a:off x="9114790" y="-36195"/>
            <a:ext cx="3592195" cy="3613150"/>
          </a:xfrm>
          <a:custGeom>
            <a:avLst/>
            <a:gdLst/>
            <a:ahLst/>
            <a:cxnLst/>
            <a:rect l="0" t="0" r="r" b="b"/>
            <a:pathLst>
              <a:path w="3592195" h="3613150">
                <a:moveTo>
                  <a:pt x="0" y="1466215"/>
                </a:moveTo>
                <a:lnTo>
                  <a:pt x="3592195" y="0"/>
                </a:lnTo>
                <a:lnTo>
                  <a:pt x="2491105" y="3613150"/>
                </a:lnTo>
                <a:close/>
              </a:path>
            </a:pathLst>
          </a:custGeom>
          <a:solidFill>
            <a:srgbClr val="161616"/>
          </a:solidFill>
          <a:ln>
            <a:noFill/>
          </a:ln>
        </p:spPr>
        <p:txBody>
          <a:bodyPr rtlCol="0" anchor="ctr"/>
          <a:lstStyle/>
          <a:p>
            <a:pPr algn="ctr"/>
            <a:endParaRPr lang="pl-PL" dirty="0"/>
          </a:p>
        </p:txBody>
      </p:sp>
      <p:sp>
        <p:nvSpPr>
          <p:cNvPr id="20" name="!!Tło 23"/>
          <p:cNvSpPr/>
          <p:nvPr/>
        </p:nvSpPr>
        <p:spPr>
          <a:xfrm>
            <a:off x="5821045" y="2726690"/>
            <a:ext cx="4717415" cy="4845050"/>
          </a:xfrm>
          <a:custGeom>
            <a:avLst/>
            <a:gdLst/>
            <a:ahLst/>
            <a:cxnLst/>
            <a:rect l="0" t="0" r="r" b="b"/>
            <a:pathLst>
              <a:path w="4717415" h="4845050">
                <a:moveTo>
                  <a:pt x="4717415" y="4845050"/>
                </a:moveTo>
                <a:lnTo>
                  <a:pt x="0" y="2976880"/>
                </a:lnTo>
                <a:lnTo>
                  <a:pt x="2771140" y="0"/>
                </a:lnTo>
                <a:close/>
              </a:path>
            </a:pathLst>
          </a:custGeom>
          <a:solidFill>
            <a:srgbClr val="171717"/>
          </a:solidFill>
          <a:ln>
            <a:noFill/>
          </a:ln>
        </p:spPr>
        <p:txBody>
          <a:bodyPr rtlCol="0" anchor="ctr"/>
          <a:lstStyle/>
          <a:p>
            <a:pPr algn="ctr"/>
            <a:endParaRPr lang="pl-PL" dirty="0"/>
          </a:p>
        </p:txBody>
      </p:sp>
      <p:sp>
        <p:nvSpPr>
          <p:cNvPr id="21" name="!!Tło 24"/>
          <p:cNvSpPr/>
          <p:nvPr/>
        </p:nvSpPr>
        <p:spPr>
          <a:xfrm>
            <a:off x="5821045" y="2726690"/>
            <a:ext cx="4717415" cy="4845050"/>
          </a:xfrm>
          <a:custGeom>
            <a:avLst/>
            <a:gdLst/>
            <a:ahLst/>
            <a:cxnLst/>
            <a:rect l="0" t="0" r="r" b="b"/>
            <a:pathLst>
              <a:path w="4717415" h="4845050">
                <a:moveTo>
                  <a:pt x="4717415" y="4845050"/>
                </a:moveTo>
                <a:lnTo>
                  <a:pt x="0" y="2976880"/>
                </a:lnTo>
                <a:lnTo>
                  <a:pt x="2771140" y="0"/>
                </a:lnTo>
                <a:close/>
              </a:path>
            </a:pathLst>
          </a:custGeom>
          <a:solidFill>
            <a:srgbClr val="CF1723">
              <a:alpha val="26000"/>
            </a:srgbClr>
          </a:solidFill>
          <a:ln>
            <a:noFill/>
          </a:ln>
        </p:spPr>
        <p:txBody>
          <a:bodyPr rtlCol="0" anchor="ctr"/>
          <a:lstStyle/>
          <a:p>
            <a:pPr algn="ctr"/>
            <a:endParaRPr lang="pl-PL" dirty="0"/>
          </a:p>
        </p:txBody>
      </p:sp>
      <p:sp>
        <p:nvSpPr>
          <p:cNvPr id="22" name="!!Tło 25"/>
          <p:cNvSpPr/>
          <p:nvPr/>
        </p:nvSpPr>
        <p:spPr>
          <a:xfrm>
            <a:off x="4133850" y="2793365"/>
            <a:ext cx="3596640" cy="3698875"/>
          </a:xfrm>
          <a:custGeom>
            <a:avLst/>
            <a:gdLst/>
            <a:ahLst/>
            <a:cxnLst/>
            <a:rect l="0" t="0" r="r" b="b"/>
            <a:pathLst>
              <a:path w="3596640" h="3698875">
                <a:moveTo>
                  <a:pt x="3345815" y="249555"/>
                </a:moveTo>
                <a:lnTo>
                  <a:pt x="3596640" y="3698875"/>
                </a:lnTo>
                <a:lnTo>
                  <a:pt x="0" y="0"/>
                </a:lnTo>
                <a:close/>
              </a:path>
            </a:pathLst>
          </a:custGeom>
          <a:solidFill>
            <a:srgbClr val="131313"/>
          </a:solidFill>
          <a:ln>
            <a:noFill/>
          </a:ln>
        </p:spPr>
        <p:txBody>
          <a:bodyPr rtlCol="0" anchor="ctr"/>
          <a:lstStyle/>
          <a:p>
            <a:pPr algn="ctr"/>
            <a:endParaRPr lang="pl-PL" dirty="0"/>
          </a:p>
        </p:txBody>
      </p:sp>
      <p:sp>
        <p:nvSpPr>
          <p:cNvPr id="23" name="!!Tło 26"/>
          <p:cNvSpPr/>
          <p:nvPr/>
        </p:nvSpPr>
        <p:spPr>
          <a:xfrm>
            <a:off x="4133850" y="2793365"/>
            <a:ext cx="3596640" cy="3698875"/>
          </a:xfrm>
          <a:custGeom>
            <a:avLst/>
            <a:gdLst/>
            <a:ahLst/>
            <a:cxnLst/>
            <a:rect l="0" t="0" r="r" b="b"/>
            <a:pathLst>
              <a:path w="3596640" h="3698875">
                <a:moveTo>
                  <a:pt x="3345815" y="249555"/>
                </a:moveTo>
                <a:lnTo>
                  <a:pt x="3596640" y="3698875"/>
                </a:lnTo>
                <a:lnTo>
                  <a:pt x="0" y="0"/>
                </a:lnTo>
                <a:close/>
              </a:path>
            </a:pathLst>
          </a:custGeom>
          <a:solidFill>
            <a:srgbClr val="95161D">
              <a:alpha val="26000"/>
            </a:srgbClr>
          </a:solidFill>
          <a:ln>
            <a:noFill/>
          </a:ln>
        </p:spPr>
        <p:txBody>
          <a:bodyPr rtlCol="0" anchor="ctr"/>
          <a:lstStyle/>
          <a:p>
            <a:pPr algn="ctr"/>
            <a:endParaRPr lang="pl-PL" dirty="0"/>
          </a:p>
        </p:txBody>
      </p:sp>
      <p:sp>
        <p:nvSpPr>
          <p:cNvPr id="24" name="!!Spinner – pierścień"/>
          <p:cNvSpPr/>
          <p:nvPr/>
        </p:nvSpPr>
        <p:spPr>
          <a:xfrm>
            <a:off x="5873750" y="2043410"/>
            <a:ext cx="444500" cy="444500"/>
          </a:xfrm>
          <a:prstGeom prst="ellipse">
            <a:avLst/>
          </a:prstGeom>
          <a:noFill/>
          <a:ln w="25400">
            <a:solidFill>
              <a:srgbClr val="353535"/>
            </a:solidFill>
          </a:ln>
        </p:spPr>
        <p:txBody>
          <a:bodyPr rtlCol="0" anchor="ctr"/>
          <a:lstStyle/>
          <a:p>
            <a:pPr algn="ctr"/>
            <a:endParaRPr lang="pl-PL" dirty="0"/>
          </a:p>
        </p:txBody>
      </p:sp>
      <p:sp>
        <p:nvSpPr>
          <p:cNvPr id="25" name="!!Spinner – łuk"/>
          <p:cNvSpPr/>
          <p:nvPr/>
        </p:nvSpPr>
        <p:spPr>
          <a:xfrm>
            <a:off x="5873750" y="2043410"/>
            <a:ext cx="444500" cy="444500"/>
          </a:xfrm>
          <a:prstGeom prst="arc">
            <a:avLst>
              <a:gd name="adj1" fmla="val 13500000"/>
              <a:gd name="adj2" fmla="val 18900000"/>
            </a:avLst>
          </a:prstGeom>
          <a:noFill/>
          <a:ln w="25400">
            <a:solidFill>
              <a:srgbClr val="EE312F"/>
            </a:solidFill>
          </a:ln>
        </p:spPr>
        <p:txBody>
          <a:bodyPr rtlCol="0" anchor="ctr"/>
          <a:lstStyle/>
          <a:p>
            <a:pPr algn="ctr"/>
            <a:endParaRPr lang="pl-PL" dirty="0"/>
          </a:p>
        </p:txBody>
      </p:sp>
      <p:sp>
        <p:nvSpPr>
          <p:cNvPr id="26" name="!!Proszę czekać"/>
          <p:cNvSpPr txBox="1"/>
          <p:nvPr/>
        </p:nvSpPr>
        <p:spPr>
          <a:xfrm>
            <a:off x="4365575" y="2910790"/>
            <a:ext cx="4301847" cy="656590"/>
          </a:xfrm>
          <a:prstGeom prst="rect">
            <a:avLst/>
          </a:prstGeom>
          <a:noFill/>
          <a:ln>
            <a:noFill/>
          </a:ln>
        </p:spPr>
        <p:txBody>
          <a:bodyPr wrap="none" lIns="0" tIns="0" rIns="0" bIns="0" rtlCol="0" anchor="t">
            <a:noAutofit/>
          </a:bodyPr>
          <a:lstStyle/>
          <a:p>
            <a:pPr algn="l">
              <a:spcBef>
                <a:spcPts val="0"/>
              </a:spcBef>
              <a:spcAft>
                <a:spcPts val="0"/>
              </a:spcAft>
              <a:buNone/>
            </a:pPr>
            <a:r>
              <a:rPr lang="pl-PL" sz="4700" kern="100" spc="-164" dirty="0">
                <a:solidFill>
                  <a:srgbClr val="FFFFFF"/>
                </a:solidFill>
                <a:latin typeface="Lato Black"/>
                <a:cs typeface="Lato Black"/>
              </a:rPr>
              <a:t>Proszę czekać</a:t>
            </a:r>
            <a:endParaRPr lang="pl-PL" sz="4700" kern="100" spc="-164" dirty="0">
              <a:solidFill>
                <a:srgbClr val="FFFFFF"/>
              </a:solidFill>
              <a:latin typeface="Lato Black"/>
              <a:cs typeface="Lato Black"/>
            </a:endParaRPr>
          </a:p>
        </p:txBody>
      </p:sp>
      <p:sp>
        <p:nvSpPr>
          <p:cNvPr id="27" name="Tekst: Prezentacja zacznie się za chwilę"/>
          <p:cNvSpPr txBox="1"/>
          <p:nvPr/>
        </p:nvSpPr>
        <p:spPr>
          <a:xfrm>
            <a:off x="4286200" y="3709591"/>
            <a:ext cx="4497348" cy="304800"/>
          </a:xfrm>
          <a:prstGeom prst="rect">
            <a:avLst/>
          </a:prstGeom>
          <a:noFill/>
          <a:ln>
            <a:noFill/>
          </a:ln>
        </p:spPr>
        <p:txBody>
          <a:bodyPr wrap="none" lIns="0" tIns="0" rIns="0" bIns="0" rtlCol="0" anchor="t">
            <a:noAutofit/>
          </a:bodyPr>
          <a:lstStyle/>
          <a:p>
            <a:pPr algn="l">
              <a:spcBef>
                <a:spcPts val="0"/>
              </a:spcBef>
              <a:spcAft>
                <a:spcPts val="0"/>
              </a:spcAft>
              <a:buNone/>
            </a:pPr>
            <a:r>
              <a:rPr lang="pl-PL" sz="2000" kern="100" dirty="0">
                <a:solidFill>
                  <a:srgbClr val="999999"/>
                </a:solidFill>
                <a:latin typeface="Lato"/>
                <a:cs typeface="Lato"/>
              </a:rPr>
              <a:t>Prezentacja zacznie się za chwilę</a:t>
            </a:r>
            <a:endParaRPr lang="pl-PL" sz="2000" kern="100" dirty="0">
              <a:solidFill>
                <a:srgbClr val="999999"/>
              </a:solidFill>
              <a:latin typeface="Lato"/>
              <a:cs typeface="Lato"/>
            </a:endParaRPr>
          </a:p>
        </p:txBody>
      </p:sp>
      <p:sp>
        <p:nvSpPr>
          <p:cNvPr id="28" name="!!Loader – tor"/>
          <p:cNvSpPr/>
          <p:nvPr/>
        </p:nvSpPr>
        <p:spPr>
          <a:xfrm>
            <a:off x="3873500" y="4439841"/>
            <a:ext cx="4445000" cy="31750"/>
          </a:xfrm>
          <a:prstGeom prst="roundRect">
            <a:avLst>
              <a:gd name="adj" fmla="val 50000"/>
            </a:avLst>
          </a:prstGeom>
          <a:solidFill>
            <a:srgbClr val="353535"/>
          </a:solidFill>
          <a:ln>
            <a:noFill/>
          </a:ln>
        </p:spPr>
        <p:txBody>
          <a:bodyPr rtlCol="0" anchor="ctr"/>
          <a:lstStyle/>
          <a:p>
            <a:pPr algn="ctr"/>
            <a:endParaRPr lang="pl-PL" dirty="0"/>
          </a:p>
        </p:txBody>
      </p:sp>
      <p:sp>
        <p:nvSpPr>
          <p:cNvPr id="29" name="!!Loader – pasek"/>
          <p:cNvSpPr/>
          <p:nvPr/>
        </p:nvSpPr>
        <p:spPr>
          <a:xfrm>
            <a:off x="3873500" y="4439841"/>
            <a:ext cx="4400550" cy="31750"/>
          </a:xfrm>
          <a:prstGeom prst="rect">
            <a:avLst/>
          </a:prstGeom>
          <a:solidFill>
            <a:srgbClr val="EE312F"/>
          </a:solidFill>
          <a:ln>
            <a:noFill/>
          </a:ln>
        </p:spPr>
        <p:txBody>
          <a:bodyPr rtlCol="0" anchor="ctr"/>
          <a:lstStyle/>
          <a:p>
            <a:pPr algn="ctr"/>
            <a:endParaRPr lang="pl-PL" dirty="0"/>
          </a:p>
        </p:txBody>
      </p:sp>
      <p:sp>
        <p:nvSpPr>
          <p:cNvPr id="30" name="!!Loader – procent"/>
          <p:cNvSpPr txBox="1"/>
          <p:nvPr/>
        </p:nvSpPr>
        <p:spPr>
          <a:xfrm>
            <a:off x="5908675" y="4623991"/>
            <a:ext cx="605076" cy="190500"/>
          </a:xfrm>
          <a:prstGeom prst="rect">
            <a:avLst/>
          </a:prstGeom>
          <a:noFill/>
          <a:ln>
            <a:noFill/>
          </a:ln>
        </p:spPr>
        <p:txBody>
          <a:bodyPr wrap="none" lIns="0" tIns="0" rIns="0" bIns="0" rtlCol="0" anchor="t">
            <a:noAutofit/>
          </a:bodyPr>
          <a:lstStyle/>
          <a:p>
            <a:pPr algn="l">
              <a:spcBef>
                <a:spcPts val="0"/>
              </a:spcBef>
              <a:spcAft>
                <a:spcPts val="0"/>
              </a:spcAft>
              <a:buNone/>
            </a:pPr>
            <a:r>
              <a:rPr lang="pl-PL" sz="1500" b="1" kern="100" dirty="0">
                <a:solidFill>
                  <a:srgbClr val="888888"/>
                </a:solidFill>
                <a:latin typeface="Lato"/>
                <a:cs typeface="Lato"/>
              </a:rPr>
              <a:t>99%</a:t>
            </a:r>
            <a:endParaRPr lang="pl-PL" sz="1500" b="1" kern="100" dirty="0">
              <a:solidFill>
                <a:srgbClr val="888888"/>
              </a:solidFill>
              <a:latin typeface="Lato"/>
              <a:cs typeface="Lato"/>
            </a:endParaRPr>
          </a:p>
        </p:txBody>
      </p:sp>
      <p:sp>
        <p:nvSpPr>
          <p:cNvPr id="31" name="!!Postać 1"/>
          <p:cNvSpPr/>
          <p:nvPr/>
        </p:nvSpPr>
        <p:spPr>
          <a:xfrm>
            <a:off x="8161201" y="3035252"/>
            <a:ext cx="516956" cy="539069"/>
          </a:xfrm>
          <a:custGeom>
            <a:avLst/>
            <a:gdLst/>
            <a:ahLst/>
            <a:cxnLst/>
            <a:rect l="0" t="0" r="r" b="b"/>
            <a:pathLst>
              <a:path w="516956" h="539069">
                <a:moveTo>
                  <a:pt x="3570" y="0"/>
                </a:moveTo>
                <a:lnTo>
                  <a:pt x="516956" y="26905"/>
                </a:lnTo>
                <a:lnTo>
                  <a:pt x="466715" y="539069"/>
                </a:lnTo>
                <a:lnTo>
                  <a:pt x="0" y="514609"/>
                </a:lnTo>
                <a:close/>
              </a:path>
            </a:pathLst>
          </a:custGeom>
          <a:solidFill>
            <a:srgbClr val="5D331C"/>
          </a:solidFill>
          <a:ln>
            <a:noFill/>
          </a:ln>
        </p:spPr>
        <p:txBody>
          <a:bodyPr rtlCol="0" anchor="ctr"/>
          <a:lstStyle/>
          <a:p>
            <a:pPr algn="ctr"/>
            <a:endParaRPr lang="pl-PL" dirty="0"/>
          </a:p>
        </p:txBody>
      </p:sp>
      <p:sp>
        <p:nvSpPr>
          <p:cNvPr id="32" name="!!Postać 2"/>
          <p:cNvSpPr/>
          <p:nvPr/>
        </p:nvSpPr>
        <p:spPr>
          <a:xfrm>
            <a:off x="8187396" y="2558654"/>
            <a:ext cx="259751" cy="144956"/>
          </a:xfrm>
          <a:custGeom>
            <a:avLst/>
            <a:gdLst/>
            <a:ahLst/>
            <a:cxnLst/>
            <a:rect l="0" t="0" r="r" b="b"/>
            <a:pathLst>
              <a:path w="259751" h="144956">
                <a:moveTo>
                  <a:pt x="259751" y="0"/>
                </a:moveTo>
                <a:lnTo>
                  <a:pt x="0" y="44887"/>
                </a:lnTo>
                <a:lnTo>
                  <a:pt x="123455" y="144956"/>
                </a:lnTo>
                <a:close/>
              </a:path>
            </a:pathLst>
          </a:custGeom>
          <a:solidFill>
            <a:srgbClr val="C07C49"/>
          </a:solidFill>
          <a:ln>
            <a:noFill/>
          </a:ln>
        </p:spPr>
        <p:txBody>
          <a:bodyPr rtlCol="0" anchor="ctr"/>
          <a:lstStyle/>
          <a:p>
            <a:pPr algn="ctr"/>
            <a:endParaRPr lang="pl-PL" dirty="0"/>
          </a:p>
        </p:txBody>
      </p:sp>
      <p:sp>
        <p:nvSpPr>
          <p:cNvPr id="33" name="!!Postać 3"/>
          <p:cNvSpPr/>
          <p:nvPr/>
        </p:nvSpPr>
        <p:spPr>
          <a:xfrm>
            <a:off x="8053877" y="2603541"/>
            <a:ext cx="256974" cy="203601"/>
          </a:xfrm>
          <a:custGeom>
            <a:avLst/>
            <a:gdLst/>
            <a:ahLst/>
            <a:cxnLst/>
            <a:rect l="0" t="0" r="r" b="b"/>
            <a:pathLst>
              <a:path w="256974" h="203601">
                <a:moveTo>
                  <a:pt x="133519" y="0"/>
                </a:moveTo>
                <a:lnTo>
                  <a:pt x="0" y="203601"/>
                </a:lnTo>
                <a:lnTo>
                  <a:pt x="256974" y="100069"/>
                </a:lnTo>
                <a:close/>
              </a:path>
            </a:pathLst>
          </a:custGeom>
          <a:solidFill>
            <a:srgbClr val="9C6037"/>
          </a:solidFill>
          <a:ln>
            <a:noFill/>
          </a:ln>
        </p:spPr>
        <p:txBody>
          <a:bodyPr rtlCol="0" anchor="ctr"/>
          <a:lstStyle/>
          <a:p>
            <a:pPr algn="ctr"/>
            <a:endParaRPr lang="pl-PL" dirty="0"/>
          </a:p>
        </p:txBody>
      </p:sp>
      <p:sp>
        <p:nvSpPr>
          <p:cNvPr id="34" name="!!Postać 4"/>
          <p:cNvSpPr/>
          <p:nvPr/>
        </p:nvSpPr>
        <p:spPr>
          <a:xfrm>
            <a:off x="8053877" y="2703610"/>
            <a:ext cx="256974" cy="284665"/>
          </a:xfrm>
          <a:custGeom>
            <a:avLst/>
            <a:gdLst/>
            <a:ahLst/>
            <a:cxnLst/>
            <a:rect l="0" t="0" r="r" b="b"/>
            <a:pathLst>
              <a:path w="256974" h="284665">
                <a:moveTo>
                  <a:pt x="0" y="103532"/>
                </a:moveTo>
                <a:lnTo>
                  <a:pt x="107506" y="284665"/>
                </a:lnTo>
                <a:lnTo>
                  <a:pt x="256974" y="0"/>
                </a:lnTo>
                <a:close/>
              </a:path>
            </a:pathLst>
          </a:custGeom>
          <a:solidFill>
            <a:srgbClr val="C07C49"/>
          </a:solidFill>
          <a:ln>
            <a:noFill/>
          </a:ln>
        </p:spPr>
        <p:txBody>
          <a:bodyPr rtlCol="0" anchor="ctr"/>
          <a:lstStyle/>
          <a:p>
            <a:pPr algn="ctr"/>
            <a:endParaRPr lang="pl-PL" dirty="0"/>
          </a:p>
        </p:txBody>
      </p:sp>
      <p:sp>
        <p:nvSpPr>
          <p:cNvPr id="35" name="!!Postać 5"/>
          <p:cNvSpPr/>
          <p:nvPr/>
        </p:nvSpPr>
        <p:spPr>
          <a:xfrm>
            <a:off x="8003586" y="2807142"/>
            <a:ext cx="157797" cy="289862"/>
          </a:xfrm>
          <a:custGeom>
            <a:avLst/>
            <a:gdLst/>
            <a:ahLst/>
            <a:cxnLst/>
            <a:rect l="0" t="0" r="r" b="b"/>
            <a:pathLst>
              <a:path w="157797" h="289862">
                <a:moveTo>
                  <a:pt x="50291" y="0"/>
                </a:moveTo>
                <a:lnTo>
                  <a:pt x="0" y="289862"/>
                </a:lnTo>
                <a:lnTo>
                  <a:pt x="157797" y="181133"/>
                </a:lnTo>
                <a:close/>
              </a:path>
            </a:pathLst>
          </a:custGeom>
          <a:solidFill>
            <a:srgbClr val="9C6037"/>
          </a:solidFill>
          <a:ln>
            <a:noFill/>
          </a:ln>
        </p:spPr>
        <p:txBody>
          <a:bodyPr rtlCol="0" anchor="ctr"/>
          <a:lstStyle/>
          <a:p>
            <a:pPr algn="ctr"/>
            <a:endParaRPr lang="pl-PL" dirty="0"/>
          </a:p>
        </p:txBody>
      </p:sp>
      <p:sp>
        <p:nvSpPr>
          <p:cNvPr id="36" name="!!Postać 6"/>
          <p:cNvSpPr/>
          <p:nvPr/>
        </p:nvSpPr>
        <p:spPr>
          <a:xfrm>
            <a:off x="8003586" y="2988275"/>
            <a:ext cx="157797" cy="257305"/>
          </a:xfrm>
          <a:custGeom>
            <a:avLst/>
            <a:gdLst/>
            <a:ahLst/>
            <a:cxnLst/>
            <a:rect l="0" t="0" r="r" b="b"/>
            <a:pathLst>
              <a:path w="157797" h="257305">
                <a:moveTo>
                  <a:pt x="0" y="108729"/>
                </a:moveTo>
                <a:lnTo>
                  <a:pt x="156012" y="257305"/>
                </a:lnTo>
                <a:lnTo>
                  <a:pt x="157797" y="0"/>
                </a:lnTo>
                <a:close/>
              </a:path>
            </a:pathLst>
          </a:custGeom>
          <a:solidFill>
            <a:srgbClr val="7A4627"/>
          </a:solidFill>
          <a:ln>
            <a:noFill/>
          </a:ln>
        </p:spPr>
        <p:txBody>
          <a:bodyPr rtlCol="0" anchor="ctr"/>
          <a:lstStyle/>
          <a:p>
            <a:pPr algn="ctr"/>
            <a:endParaRPr lang="pl-PL" dirty="0"/>
          </a:p>
        </p:txBody>
      </p:sp>
      <p:sp>
        <p:nvSpPr>
          <p:cNvPr id="37" name="!!Postać 7"/>
          <p:cNvSpPr/>
          <p:nvPr/>
        </p:nvSpPr>
        <p:spPr>
          <a:xfrm>
            <a:off x="8003586" y="3097004"/>
            <a:ext cx="156012" cy="245943"/>
          </a:xfrm>
          <a:custGeom>
            <a:avLst/>
            <a:gdLst/>
            <a:ahLst/>
            <a:cxnLst/>
            <a:rect l="0" t="0" r="r" b="b"/>
            <a:pathLst>
              <a:path w="156012" h="245943">
                <a:moveTo>
                  <a:pt x="0" y="0"/>
                </a:moveTo>
                <a:lnTo>
                  <a:pt x="4661" y="245943"/>
                </a:lnTo>
                <a:lnTo>
                  <a:pt x="156012" y="148575"/>
                </a:lnTo>
                <a:close/>
              </a:path>
            </a:pathLst>
          </a:custGeom>
          <a:solidFill>
            <a:srgbClr val="9C6037"/>
          </a:solidFill>
          <a:ln>
            <a:noFill/>
          </a:ln>
        </p:spPr>
        <p:txBody>
          <a:bodyPr rtlCol="0" anchor="ctr"/>
          <a:lstStyle/>
          <a:p>
            <a:pPr algn="ctr"/>
            <a:endParaRPr lang="pl-PL" dirty="0"/>
          </a:p>
        </p:txBody>
      </p:sp>
      <p:sp>
        <p:nvSpPr>
          <p:cNvPr id="38" name="!!Postać 8"/>
          <p:cNvSpPr/>
          <p:nvPr/>
        </p:nvSpPr>
        <p:spPr>
          <a:xfrm>
            <a:off x="8008246" y="3245579"/>
            <a:ext cx="187959" cy="306116"/>
          </a:xfrm>
          <a:custGeom>
            <a:avLst/>
            <a:gdLst/>
            <a:ahLst/>
            <a:cxnLst/>
            <a:rect l="0" t="0" r="r" b="b"/>
            <a:pathLst>
              <a:path w="187959" h="306116">
                <a:moveTo>
                  <a:pt x="0" y="97367"/>
                </a:moveTo>
                <a:lnTo>
                  <a:pt x="187959" y="306116"/>
                </a:lnTo>
                <a:lnTo>
                  <a:pt x="151352" y="0"/>
                </a:lnTo>
                <a:close/>
              </a:path>
            </a:pathLst>
          </a:custGeom>
          <a:solidFill>
            <a:srgbClr val="7A4627"/>
          </a:solidFill>
          <a:ln>
            <a:noFill/>
          </a:ln>
        </p:spPr>
        <p:txBody>
          <a:bodyPr rtlCol="0" anchor="ctr"/>
          <a:lstStyle/>
          <a:p>
            <a:pPr algn="ctr"/>
            <a:endParaRPr lang="pl-PL" dirty="0"/>
          </a:p>
        </p:txBody>
      </p:sp>
      <p:sp>
        <p:nvSpPr>
          <p:cNvPr id="39" name="!!Postać 9"/>
          <p:cNvSpPr/>
          <p:nvPr/>
        </p:nvSpPr>
        <p:spPr>
          <a:xfrm>
            <a:off x="8008246" y="3342946"/>
            <a:ext cx="97392" cy="262502"/>
          </a:xfrm>
          <a:custGeom>
            <a:avLst/>
            <a:gdLst/>
            <a:ahLst/>
            <a:cxnLst/>
            <a:rect l="0" t="0" r="r" b="b"/>
            <a:pathLst>
              <a:path w="97392" h="262502">
                <a:moveTo>
                  <a:pt x="0" y="0"/>
                </a:moveTo>
                <a:lnTo>
                  <a:pt x="36276" y="200800"/>
                </a:lnTo>
                <a:lnTo>
                  <a:pt x="97392" y="262502"/>
                </a:lnTo>
                <a:close/>
              </a:path>
            </a:pathLst>
          </a:custGeom>
          <a:solidFill>
            <a:srgbClr val="9C6037"/>
          </a:solidFill>
          <a:ln>
            <a:noFill/>
          </a:ln>
        </p:spPr>
        <p:txBody>
          <a:bodyPr rtlCol="0" anchor="ctr"/>
          <a:lstStyle/>
          <a:p>
            <a:pPr algn="ctr"/>
            <a:endParaRPr lang="pl-PL" dirty="0"/>
          </a:p>
        </p:txBody>
      </p:sp>
      <p:sp>
        <p:nvSpPr>
          <p:cNvPr id="40" name="!!Postać 10"/>
          <p:cNvSpPr/>
          <p:nvPr/>
        </p:nvSpPr>
        <p:spPr>
          <a:xfrm>
            <a:off x="8008246" y="3342946"/>
            <a:ext cx="187959" cy="262502"/>
          </a:xfrm>
          <a:custGeom>
            <a:avLst/>
            <a:gdLst/>
            <a:ahLst/>
            <a:cxnLst/>
            <a:rect l="0" t="0" r="r" b="b"/>
            <a:pathLst>
              <a:path w="187959" h="262502">
                <a:moveTo>
                  <a:pt x="0" y="0"/>
                </a:moveTo>
                <a:lnTo>
                  <a:pt x="97392" y="262502"/>
                </a:lnTo>
                <a:lnTo>
                  <a:pt x="187959" y="208749"/>
                </a:lnTo>
                <a:close/>
              </a:path>
            </a:pathLst>
          </a:custGeom>
          <a:solidFill>
            <a:srgbClr val="7A4627"/>
          </a:solidFill>
          <a:ln>
            <a:noFill/>
          </a:ln>
        </p:spPr>
        <p:txBody>
          <a:bodyPr rtlCol="0" anchor="ctr"/>
          <a:lstStyle/>
          <a:p>
            <a:pPr algn="ctr"/>
            <a:endParaRPr lang="pl-PL" dirty="0"/>
          </a:p>
        </p:txBody>
      </p:sp>
      <p:sp>
        <p:nvSpPr>
          <p:cNvPr id="41" name="!!Postać 11"/>
          <p:cNvSpPr/>
          <p:nvPr/>
        </p:nvSpPr>
        <p:spPr>
          <a:xfrm>
            <a:off x="8447147" y="2558654"/>
            <a:ext cx="253636" cy="158409"/>
          </a:xfrm>
          <a:custGeom>
            <a:avLst/>
            <a:gdLst/>
            <a:ahLst/>
            <a:cxnLst/>
            <a:rect l="0" t="0" r="r" b="b"/>
            <a:pathLst>
              <a:path w="253636" h="158409">
                <a:moveTo>
                  <a:pt x="0" y="0"/>
                </a:moveTo>
                <a:lnTo>
                  <a:pt x="253636" y="71792"/>
                </a:lnTo>
                <a:lnTo>
                  <a:pt x="120397" y="158409"/>
                </a:lnTo>
                <a:close/>
              </a:path>
            </a:pathLst>
          </a:custGeom>
          <a:solidFill>
            <a:srgbClr val="9C6037"/>
          </a:solidFill>
          <a:ln>
            <a:noFill/>
          </a:ln>
        </p:spPr>
        <p:txBody>
          <a:bodyPr rtlCol="0" anchor="ctr"/>
          <a:lstStyle/>
          <a:p>
            <a:pPr algn="ctr"/>
            <a:endParaRPr lang="pl-PL" dirty="0"/>
          </a:p>
        </p:txBody>
      </p:sp>
      <p:sp>
        <p:nvSpPr>
          <p:cNvPr id="42" name="!!Postać 12"/>
          <p:cNvSpPr/>
          <p:nvPr/>
        </p:nvSpPr>
        <p:spPr>
          <a:xfrm>
            <a:off x="8567544" y="2630446"/>
            <a:ext cx="244744" cy="216442"/>
          </a:xfrm>
          <a:custGeom>
            <a:avLst/>
            <a:gdLst/>
            <a:ahLst/>
            <a:cxnLst/>
            <a:rect l="0" t="0" r="r" b="b"/>
            <a:pathLst>
              <a:path w="244744" h="216442">
                <a:moveTo>
                  <a:pt x="133238" y="0"/>
                </a:moveTo>
                <a:lnTo>
                  <a:pt x="244744" y="216442"/>
                </a:lnTo>
                <a:lnTo>
                  <a:pt x="0" y="86617"/>
                </a:lnTo>
                <a:close/>
              </a:path>
            </a:pathLst>
          </a:custGeom>
          <a:solidFill>
            <a:srgbClr val="7A4627"/>
          </a:solidFill>
          <a:ln>
            <a:noFill/>
          </a:ln>
        </p:spPr>
        <p:txBody>
          <a:bodyPr rtlCol="0" anchor="ctr"/>
          <a:lstStyle/>
          <a:p>
            <a:pPr algn="ctr"/>
            <a:endParaRPr lang="pl-PL" dirty="0"/>
          </a:p>
        </p:txBody>
      </p:sp>
      <p:sp>
        <p:nvSpPr>
          <p:cNvPr id="43" name="!!Postać 13"/>
          <p:cNvSpPr/>
          <p:nvPr/>
        </p:nvSpPr>
        <p:spPr>
          <a:xfrm>
            <a:off x="8567544" y="2717063"/>
            <a:ext cx="244744" cy="298729"/>
          </a:xfrm>
          <a:custGeom>
            <a:avLst/>
            <a:gdLst/>
            <a:ahLst/>
            <a:cxnLst/>
            <a:rect l="0" t="0" r="r" b="b"/>
            <a:pathLst>
              <a:path w="244744" h="298729">
                <a:moveTo>
                  <a:pt x="244744" y="129826"/>
                </a:moveTo>
                <a:lnTo>
                  <a:pt x="118893" y="298729"/>
                </a:lnTo>
                <a:lnTo>
                  <a:pt x="0" y="0"/>
                </a:lnTo>
                <a:close/>
              </a:path>
            </a:pathLst>
          </a:custGeom>
          <a:solidFill>
            <a:srgbClr val="9C6037"/>
          </a:solidFill>
          <a:ln>
            <a:noFill/>
          </a:ln>
        </p:spPr>
        <p:txBody>
          <a:bodyPr rtlCol="0" anchor="ctr"/>
          <a:lstStyle/>
          <a:p>
            <a:pPr algn="ctr"/>
            <a:endParaRPr lang="pl-PL" dirty="0"/>
          </a:p>
        </p:txBody>
      </p:sp>
      <p:sp>
        <p:nvSpPr>
          <p:cNvPr id="44" name="!!Postać 14"/>
          <p:cNvSpPr/>
          <p:nvPr/>
        </p:nvSpPr>
        <p:spPr>
          <a:xfrm>
            <a:off x="8686437" y="2846888"/>
            <a:ext cx="145567" cy="293531"/>
          </a:xfrm>
          <a:custGeom>
            <a:avLst/>
            <a:gdLst/>
            <a:ahLst/>
            <a:cxnLst/>
            <a:rect l="0" t="0" r="r" b="b"/>
            <a:pathLst>
              <a:path w="145567" h="293531">
                <a:moveTo>
                  <a:pt x="125851" y="0"/>
                </a:moveTo>
                <a:lnTo>
                  <a:pt x="145567" y="293531"/>
                </a:lnTo>
                <a:lnTo>
                  <a:pt x="0" y="168903"/>
                </a:lnTo>
                <a:close/>
              </a:path>
            </a:pathLst>
          </a:custGeom>
          <a:solidFill>
            <a:srgbClr val="7A4627"/>
          </a:solidFill>
          <a:ln>
            <a:noFill/>
          </a:ln>
        </p:spPr>
        <p:txBody>
          <a:bodyPr rtlCol="0" anchor="ctr"/>
          <a:lstStyle/>
          <a:p>
            <a:pPr algn="ctr"/>
            <a:endParaRPr lang="pl-PL" dirty="0"/>
          </a:p>
        </p:txBody>
      </p:sp>
      <p:sp>
        <p:nvSpPr>
          <p:cNvPr id="45" name="!!Postać 15"/>
          <p:cNvSpPr/>
          <p:nvPr/>
        </p:nvSpPr>
        <p:spPr>
          <a:xfrm>
            <a:off x="8661317" y="3015791"/>
            <a:ext cx="170688" cy="256082"/>
          </a:xfrm>
          <a:custGeom>
            <a:avLst/>
            <a:gdLst/>
            <a:ahLst/>
            <a:cxnLst/>
            <a:rect l="0" t="0" r="r" b="b"/>
            <a:pathLst>
              <a:path w="170688" h="256082">
                <a:moveTo>
                  <a:pt x="170688" y="124628"/>
                </a:moveTo>
                <a:lnTo>
                  <a:pt x="0" y="256082"/>
                </a:lnTo>
                <a:lnTo>
                  <a:pt x="25121" y="0"/>
                </a:lnTo>
                <a:close/>
              </a:path>
            </a:pathLst>
          </a:custGeom>
          <a:solidFill>
            <a:srgbClr val="5D331C"/>
          </a:solidFill>
          <a:ln>
            <a:noFill/>
          </a:ln>
        </p:spPr>
        <p:txBody>
          <a:bodyPr rtlCol="0" anchor="ctr"/>
          <a:lstStyle/>
          <a:p>
            <a:pPr algn="ctr"/>
            <a:endParaRPr lang="pl-PL" dirty="0"/>
          </a:p>
        </p:txBody>
      </p:sp>
      <p:sp>
        <p:nvSpPr>
          <p:cNvPr id="46" name="!!Postać 16"/>
          <p:cNvSpPr/>
          <p:nvPr/>
        </p:nvSpPr>
        <p:spPr>
          <a:xfrm>
            <a:off x="8661317" y="3140419"/>
            <a:ext cx="170688" cy="244108"/>
          </a:xfrm>
          <a:custGeom>
            <a:avLst/>
            <a:gdLst/>
            <a:ahLst/>
            <a:cxnLst/>
            <a:rect l="0" t="0" r="r" b="b"/>
            <a:pathLst>
              <a:path w="170688" h="244108">
                <a:moveTo>
                  <a:pt x="170688" y="0"/>
                </a:moveTo>
                <a:lnTo>
                  <a:pt x="140345" y="244108"/>
                </a:lnTo>
                <a:lnTo>
                  <a:pt x="0" y="131454"/>
                </a:lnTo>
                <a:close/>
              </a:path>
            </a:pathLst>
          </a:custGeom>
          <a:solidFill>
            <a:srgbClr val="7A4627"/>
          </a:solidFill>
          <a:ln>
            <a:noFill/>
          </a:ln>
        </p:spPr>
        <p:txBody>
          <a:bodyPr rtlCol="0" anchor="ctr"/>
          <a:lstStyle/>
          <a:p>
            <a:pPr algn="ctr"/>
            <a:endParaRPr lang="pl-PL" dirty="0"/>
          </a:p>
        </p:txBody>
      </p:sp>
      <p:sp>
        <p:nvSpPr>
          <p:cNvPr id="47" name="!!Postać 17"/>
          <p:cNvSpPr/>
          <p:nvPr/>
        </p:nvSpPr>
        <p:spPr>
          <a:xfrm>
            <a:off x="8592913" y="3271873"/>
            <a:ext cx="208749" cy="300613"/>
          </a:xfrm>
          <a:custGeom>
            <a:avLst/>
            <a:gdLst/>
            <a:ahLst/>
            <a:cxnLst/>
            <a:rect l="0" t="0" r="r" b="b"/>
            <a:pathLst>
              <a:path w="208749" h="300613">
                <a:moveTo>
                  <a:pt x="208749" y="112654"/>
                </a:moveTo>
                <a:lnTo>
                  <a:pt x="0" y="300613"/>
                </a:lnTo>
                <a:lnTo>
                  <a:pt x="68404" y="0"/>
                </a:lnTo>
                <a:close/>
              </a:path>
            </a:pathLst>
          </a:custGeom>
          <a:solidFill>
            <a:srgbClr val="5D331C"/>
          </a:solidFill>
          <a:ln>
            <a:noFill/>
          </a:ln>
        </p:spPr>
        <p:txBody>
          <a:bodyPr rtlCol="0" anchor="ctr"/>
          <a:lstStyle/>
          <a:p>
            <a:pPr algn="ctr"/>
            <a:endParaRPr lang="pl-PL" dirty="0"/>
          </a:p>
        </p:txBody>
      </p:sp>
      <p:sp>
        <p:nvSpPr>
          <p:cNvPr id="48" name="!!Postać 18"/>
          <p:cNvSpPr/>
          <p:nvPr/>
        </p:nvSpPr>
        <p:spPr>
          <a:xfrm>
            <a:off x="8677364" y="3384528"/>
            <a:ext cx="124297" cy="250884"/>
          </a:xfrm>
          <a:custGeom>
            <a:avLst/>
            <a:gdLst/>
            <a:ahLst/>
            <a:cxnLst/>
            <a:rect l="0" t="0" r="r" b="b"/>
            <a:pathLst>
              <a:path w="124297" h="250884">
                <a:moveTo>
                  <a:pt x="124297" y="0"/>
                </a:moveTo>
                <a:lnTo>
                  <a:pt x="67231" y="195908"/>
                </a:lnTo>
                <a:lnTo>
                  <a:pt x="0" y="250884"/>
                </a:lnTo>
                <a:close/>
              </a:path>
            </a:pathLst>
          </a:custGeom>
          <a:solidFill>
            <a:srgbClr val="7A4627"/>
          </a:solidFill>
          <a:ln>
            <a:noFill/>
          </a:ln>
        </p:spPr>
        <p:txBody>
          <a:bodyPr rtlCol="0" anchor="ctr"/>
          <a:lstStyle/>
          <a:p>
            <a:pPr algn="ctr"/>
            <a:endParaRPr lang="pl-PL" dirty="0"/>
          </a:p>
        </p:txBody>
      </p:sp>
      <p:sp>
        <p:nvSpPr>
          <p:cNvPr id="49" name="!!Postać 19"/>
          <p:cNvSpPr/>
          <p:nvPr/>
        </p:nvSpPr>
        <p:spPr>
          <a:xfrm>
            <a:off x="8592913" y="3384528"/>
            <a:ext cx="208749" cy="250884"/>
          </a:xfrm>
          <a:custGeom>
            <a:avLst/>
            <a:gdLst/>
            <a:ahLst/>
            <a:cxnLst/>
            <a:rect l="0" t="0" r="r" b="b"/>
            <a:pathLst>
              <a:path w="208749" h="250884">
                <a:moveTo>
                  <a:pt x="208749" y="0"/>
                </a:moveTo>
                <a:lnTo>
                  <a:pt x="84452" y="250884"/>
                </a:lnTo>
                <a:lnTo>
                  <a:pt x="0" y="187959"/>
                </a:lnTo>
                <a:close/>
              </a:path>
            </a:pathLst>
          </a:custGeom>
          <a:solidFill>
            <a:srgbClr val="5D331C"/>
          </a:solidFill>
          <a:ln>
            <a:noFill/>
          </a:ln>
        </p:spPr>
        <p:txBody>
          <a:bodyPr rtlCol="0" anchor="ctr"/>
          <a:lstStyle/>
          <a:p>
            <a:pPr algn="ctr"/>
            <a:endParaRPr lang="pl-PL" dirty="0"/>
          </a:p>
        </p:txBody>
      </p:sp>
      <p:sp>
        <p:nvSpPr>
          <p:cNvPr id="50" name="!!Postać 20"/>
          <p:cNvSpPr/>
          <p:nvPr/>
        </p:nvSpPr>
        <p:spPr>
          <a:xfrm>
            <a:off x="8310851" y="2558654"/>
            <a:ext cx="256693" cy="158409"/>
          </a:xfrm>
          <a:custGeom>
            <a:avLst/>
            <a:gdLst/>
            <a:ahLst/>
            <a:cxnLst/>
            <a:rect l="0" t="0" r="r" b="b"/>
            <a:pathLst>
              <a:path w="256693" h="158409">
                <a:moveTo>
                  <a:pt x="136296" y="0"/>
                </a:moveTo>
                <a:lnTo>
                  <a:pt x="0" y="144956"/>
                </a:lnTo>
                <a:lnTo>
                  <a:pt x="256693" y="158409"/>
                </a:lnTo>
                <a:close/>
              </a:path>
            </a:pathLst>
          </a:custGeom>
          <a:solidFill>
            <a:srgbClr val="9C6037"/>
          </a:solidFill>
          <a:ln>
            <a:noFill/>
          </a:ln>
        </p:spPr>
        <p:txBody>
          <a:bodyPr rtlCol="0" anchor="ctr"/>
          <a:lstStyle/>
          <a:p>
            <a:pPr algn="ctr"/>
            <a:endParaRPr lang="pl-PL" dirty="0"/>
          </a:p>
        </p:txBody>
      </p:sp>
      <p:sp>
        <p:nvSpPr>
          <p:cNvPr id="51" name="!!Postać 21"/>
          <p:cNvSpPr/>
          <p:nvPr/>
        </p:nvSpPr>
        <p:spPr>
          <a:xfrm>
            <a:off x="8302245" y="4029782"/>
            <a:ext cx="87629" cy="327149"/>
          </a:xfrm>
          <a:custGeom>
            <a:avLst/>
            <a:gdLst/>
            <a:ahLst/>
            <a:cxnLst/>
            <a:rect l="0" t="0" r="r" b="b"/>
            <a:pathLst>
              <a:path w="87629" h="327149">
                <a:moveTo>
                  <a:pt x="0" y="0"/>
                </a:moveTo>
                <a:lnTo>
                  <a:pt x="87629" y="0"/>
                </a:lnTo>
                <a:lnTo>
                  <a:pt x="17526" y="327149"/>
                </a:lnTo>
                <a:close/>
              </a:path>
            </a:pathLst>
          </a:custGeom>
          <a:solidFill>
            <a:srgbClr val="E2E2E2"/>
          </a:solidFill>
          <a:ln>
            <a:noFill/>
          </a:ln>
        </p:spPr>
        <p:txBody>
          <a:bodyPr rtlCol="0" anchor="ctr"/>
          <a:lstStyle/>
          <a:p>
            <a:pPr algn="ctr"/>
            <a:endParaRPr lang="pl-PL" dirty="0"/>
          </a:p>
        </p:txBody>
      </p:sp>
      <p:sp>
        <p:nvSpPr>
          <p:cNvPr id="52" name="!!Postać 22"/>
          <p:cNvSpPr/>
          <p:nvPr/>
        </p:nvSpPr>
        <p:spPr>
          <a:xfrm>
            <a:off x="8319771" y="4029782"/>
            <a:ext cx="70103" cy="327149"/>
          </a:xfrm>
          <a:custGeom>
            <a:avLst/>
            <a:gdLst/>
            <a:ahLst/>
            <a:cxnLst/>
            <a:rect l="0" t="0" r="r" b="b"/>
            <a:pathLst>
              <a:path w="70103" h="327149">
                <a:moveTo>
                  <a:pt x="70103" y="0"/>
                </a:moveTo>
                <a:lnTo>
                  <a:pt x="58419" y="327149"/>
                </a:lnTo>
                <a:lnTo>
                  <a:pt x="0" y="327149"/>
                </a:lnTo>
                <a:close/>
              </a:path>
            </a:pathLst>
          </a:custGeom>
          <a:solidFill>
            <a:srgbClr val="CDCDCD"/>
          </a:solidFill>
          <a:ln>
            <a:noFill/>
          </a:ln>
        </p:spPr>
        <p:txBody>
          <a:bodyPr rtlCol="0" anchor="ctr"/>
          <a:lstStyle/>
          <a:p>
            <a:pPr algn="ctr"/>
            <a:endParaRPr lang="pl-PL" dirty="0"/>
          </a:p>
        </p:txBody>
      </p:sp>
      <p:sp>
        <p:nvSpPr>
          <p:cNvPr id="53" name="!!Postać 23"/>
          <p:cNvSpPr/>
          <p:nvPr/>
        </p:nvSpPr>
        <p:spPr>
          <a:xfrm>
            <a:off x="8185406" y="4345247"/>
            <a:ext cx="221994" cy="70103"/>
          </a:xfrm>
          <a:custGeom>
            <a:avLst/>
            <a:gdLst/>
            <a:ahLst/>
            <a:cxnLst/>
            <a:rect l="0" t="0" r="r" b="b"/>
            <a:pathLst>
              <a:path w="221994" h="70103">
                <a:moveTo>
                  <a:pt x="70103" y="0"/>
                </a:moveTo>
                <a:lnTo>
                  <a:pt x="210310" y="0"/>
                </a:lnTo>
                <a:lnTo>
                  <a:pt x="221994" y="70103"/>
                </a:lnTo>
                <a:lnTo>
                  <a:pt x="0" y="58419"/>
                </a:lnTo>
                <a:close/>
              </a:path>
            </a:pathLst>
          </a:custGeom>
          <a:solidFill>
            <a:srgbClr val="F2F2F2"/>
          </a:solidFill>
          <a:ln>
            <a:noFill/>
          </a:ln>
        </p:spPr>
        <p:txBody>
          <a:bodyPr rtlCol="0" anchor="ctr"/>
          <a:lstStyle/>
          <a:p>
            <a:pPr algn="ctr"/>
            <a:endParaRPr lang="pl-PL" dirty="0"/>
          </a:p>
        </p:txBody>
      </p:sp>
      <p:sp>
        <p:nvSpPr>
          <p:cNvPr id="54" name="!!Postać 24"/>
          <p:cNvSpPr/>
          <p:nvPr/>
        </p:nvSpPr>
        <p:spPr>
          <a:xfrm>
            <a:off x="8173722" y="4403667"/>
            <a:ext cx="233678" cy="58419"/>
          </a:xfrm>
          <a:custGeom>
            <a:avLst/>
            <a:gdLst/>
            <a:ahLst/>
            <a:cxnLst/>
            <a:rect l="0" t="0" r="r" b="b"/>
            <a:pathLst>
              <a:path w="233678" h="58419">
                <a:moveTo>
                  <a:pt x="11684" y="0"/>
                </a:moveTo>
                <a:lnTo>
                  <a:pt x="233678" y="11684"/>
                </a:lnTo>
                <a:lnTo>
                  <a:pt x="221994" y="58419"/>
                </a:lnTo>
                <a:lnTo>
                  <a:pt x="0" y="58419"/>
                </a:lnTo>
                <a:close/>
              </a:path>
            </a:pathLst>
          </a:custGeom>
          <a:solidFill>
            <a:srgbClr val="EE312F"/>
          </a:solidFill>
          <a:ln>
            <a:noFill/>
          </a:ln>
        </p:spPr>
        <p:txBody>
          <a:bodyPr rtlCol="0" anchor="ctr"/>
          <a:lstStyle/>
          <a:p>
            <a:pPr algn="ctr"/>
            <a:endParaRPr lang="pl-PL" dirty="0"/>
          </a:p>
        </p:txBody>
      </p:sp>
      <p:sp>
        <p:nvSpPr>
          <p:cNvPr id="55" name="!!Postać 25"/>
          <p:cNvSpPr/>
          <p:nvPr/>
        </p:nvSpPr>
        <p:spPr>
          <a:xfrm>
            <a:off x="8424926" y="4029782"/>
            <a:ext cx="70103" cy="327149"/>
          </a:xfrm>
          <a:custGeom>
            <a:avLst/>
            <a:gdLst/>
            <a:ahLst/>
            <a:cxnLst/>
            <a:rect l="0" t="0" r="r" b="b"/>
            <a:pathLst>
              <a:path w="70103" h="327149">
                <a:moveTo>
                  <a:pt x="0" y="0"/>
                </a:moveTo>
                <a:lnTo>
                  <a:pt x="70103" y="327149"/>
                </a:lnTo>
                <a:lnTo>
                  <a:pt x="11684" y="327149"/>
                </a:lnTo>
                <a:close/>
              </a:path>
            </a:pathLst>
          </a:custGeom>
          <a:solidFill>
            <a:srgbClr val="D2D2D2"/>
          </a:solidFill>
          <a:ln>
            <a:noFill/>
          </a:ln>
        </p:spPr>
        <p:txBody>
          <a:bodyPr rtlCol="0" anchor="ctr"/>
          <a:lstStyle/>
          <a:p>
            <a:pPr algn="ctr"/>
            <a:endParaRPr lang="pl-PL" dirty="0"/>
          </a:p>
        </p:txBody>
      </p:sp>
      <p:sp>
        <p:nvSpPr>
          <p:cNvPr id="56" name="!!Postać 26"/>
          <p:cNvSpPr/>
          <p:nvPr/>
        </p:nvSpPr>
        <p:spPr>
          <a:xfrm>
            <a:off x="8424926" y="4029782"/>
            <a:ext cx="87629" cy="327149"/>
          </a:xfrm>
          <a:custGeom>
            <a:avLst/>
            <a:gdLst/>
            <a:ahLst/>
            <a:cxnLst/>
            <a:rect l="0" t="0" r="r" b="b"/>
            <a:pathLst>
              <a:path w="87629" h="327149">
                <a:moveTo>
                  <a:pt x="0" y="0"/>
                </a:moveTo>
                <a:lnTo>
                  <a:pt x="87629" y="0"/>
                </a:lnTo>
                <a:lnTo>
                  <a:pt x="70103" y="327149"/>
                </a:lnTo>
                <a:close/>
              </a:path>
            </a:pathLst>
          </a:custGeom>
          <a:solidFill>
            <a:srgbClr val="BABABA"/>
          </a:solidFill>
          <a:ln>
            <a:noFill/>
          </a:ln>
        </p:spPr>
        <p:txBody>
          <a:bodyPr rtlCol="0" anchor="ctr"/>
          <a:lstStyle/>
          <a:p>
            <a:pPr algn="ctr"/>
            <a:endParaRPr lang="pl-PL" dirty="0"/>
          </a:p>
        </p:txBody>
      </p:sp>
      <p:sp>
        <p:nvSpPr>
          <p:cNvPr id="57" name="!!Postać 27"/>
          <p:cNvSpPr/>
          <p:nvPr/>
        </p:nvSpPr>
        <p:spPr>
          <a:xfrm>
            <a:off x="8407400" y="4345247"/>
            <a:ext cx="221994" cy="70103"/>
          </a:xfrm>
          <a:custGeom>
            <a:avLst/>
            <a:gdLst/>
            <a:ahLst/>
            <a:cxnLst/>
            <a:rect l="0" t="0" r="r" b="b"/>
            <a:pathLst>
              <a:path w="221994" h="70103">
                <a:moveTo>
                  <a:pt x="11684" y="0"/>
                </a:moveTo>
                <a:lnTo>
                  <a:pt x="151890" y="0"/>
                </a:lnTo>
                <a:lnTo>
                  <a:pt x="221994" y="58419"/>
                </a:lnTo>
                <a:lnTo>
                  <a:pt x="0" y="70103"/>
                </a:lnTo>
                <a:close/>
              </a:path>
            </a:pathLst>
          </a:custGeom>
          <a:solidFill>
            <a:srgbClr val="DCDCDC"/>
          </a:solidFill>
          <a:ln>
            <a:noFill/>
          </a:ln>
        </p:spPr>
        <p:txBody>
          <a:bodyPr rtlCol="0" anchor="ctr"/>
          <a:lstStyle/>
          <a:p>
            <a:pPr algn="ctr"/>
            <a:endParaRPr lang="pl-PL" dirty="0"/>
          </a:p>
        </p:txBody>
      </p:sp>
      <p:sp>
        <p:nvSpPr>
          <p:cNvPr id="58" name="!!Postać 28"/>
          <p:cNvSpPr/>
          <p:nvPr/>
        </p:nvSpPr>
        <p:spPr>
          <a:xfrm>
            <a:off x="8407400" y="4403667"/>
            <a:ext cx="233678" cy="58419"/>
          </a:xfrm>
          <a:custGeom>
            <a:avLst/>
            <a:gdLst/>
            <a:ahLst/>
            <a:cxnLst/>
            <a:rect l="0" t="0" r="r" b="b"/>
            <a:pathLst>
              <a:path w="233678" h="58419">
                <a:moveTo>
                  <a:pt x="0" y="11684"/>
                </a:moveTo>
                <a:lnTo>
                  <a:pt x="221994" y="0"/>
                </a:lnTo>
                <a:lnTo>
                  <a:pt x="233678" y="58419"/>
                </a:lnTo>
                <a:lnTo>
                  <a:pt x="11684" y="58419"/>
                </a:lnTo>
                <a:close/>
              </a:path>
            </a:pathLst>
          </a:custGeom>
          <a:solidFill>
            <a:srgbClr val="CF1723"/>
          </a:solidFill>
          <a:ln>
            <a:noFill/>
          </a:ln>
        </p:spPr>
        <p:txBody>
          <a:bodyPr rtlCol="0" anchor="ctr"/>
          <a:lstStyle/>
          <a:p>
            <a:pPr algn="ctr"/>
            <a:endParaRPr lang="pl-PL" dirty="0"/>
          </a:p>
        </p:txBody>
      </p:sp>
      <p:sp>
        <p:nvSpPr>
          <p:cNvPr id="59" name="!!Postać 29"/>
          <p:cNvSpPr/>
          <p:nvPr/>
        </p:nvSpPr>
        <p:spPr>
          <a:xfrm>
            <a:off x="8360664" y="3282014"/>
            <a:ext cx="93471" cy="105155"/>
          </a:xfrm>
          <a:custGeom>
            <a:avLst/>
            <a:gdLst/>
            <a:ahLst/>
            <a:cxnLst/>
            <a:rect l="0" t="0" r="r" b="b"/>
            <a:pathLst>
              <a:path w="93471" h="105155">
                <a:moveTo>
                  <a:pt x="0" y="0"/>
                </a:moveTo>
                <a:lnTo>
                  <a:pt x="93471" y="0"/>
                </a:lnTo>
                <a:lnTo>
                  <a:pt x="93471" y="105155"/>
                </a:lnTo>
                <a:lnTo>
                  <a:pt x="0" y="105155"/>
                </a:lnTo>
                <a:close/>
              </a:path>
            </a:pathLst>
          </a:custGeom>
          <a:solidFill>
            <a:srgbClr val="C4C4C4"/>
          </a:solidFill>
          <a:ln>
            <a:noFill/>
          </a:ln>
        </p:spPr>
        <p:txBody>
          <a:bodyPr rtlCol="0" anchor="ctr"/>
          <a:lstStyle/>
          <a:p>
            <a:pPr algn="ctr"/>
            <a:endParaRPr lang="pl-PL" dirty="0"/>
          </a:p>
        </p:txBody>
      </p:sp>
      <p:sp>
        <p:nvSpPr>
          <p:cNvPr id="60" name="!!Postać 30"/>
          <p:cNvSpPr/>
          <p:nvPr/>
        </p:nvSpPr>
        <p:spPr>
          <a:xfrm>
            <a:off x="8185406" y="3352117"/>
            <a:ext cx="221994" cy="268729"/>
          </a:xfrm>
          <a:custGeom>
            <a:avLst/>
            <a:gdLst/>
            <a:ahLst/>
            <a:cxnLst/>
            <a:rect l="0" t="0" r="r" b="b"/>
            <a:pathLst>
              <a:path w="221994" h="268729">
                <a:moveTo>
                  <a:pt x="0" y="58419"/>
                </a:moveTo>
                <a:lnTo>
                  <a:pt x="221994" y="0"/>
                </a:lnTo>
                <a:lnTo>
                  <a:pt x="221994" y="268729"/>
                </a:lnTo>
                <a:close/>
              </a:path>
            </a:pathLst>
          </a:custGeom>
          <a:solidFill>
            <a:srgbClr val="EE312F"/>
          </a:solidFill>
          <a:ln>
            <a:noFill/>
          </a:ln>
        </p:spPr>
        <p:txBody>
          <a:bodyPr rtlCol="0" anchor="ctr"/>
          <a:lstStyle/>
          <a:p>
            <a:pPr algn="ctr"/>
            <a:endParaRPr lang="pl-PL" dirty="0"/>
          </a:p>
        </p:txBody>
      </p:sp>
      <p:sp>
        <p:nvSpPr>
          <p:cNvPr id="61" name="!!Postać 31"/>
          <p:cNvSpPr/>
          <p:nvPr/>
        </p:nvSpPr>
        <p:spPr>
          <a:xfrm>
            <a:off x="8407400" y="3352117"/>
            <a:ext cx="221994" cy="268729"/>
          </a:xfrm>
          <a:custGeom>
            <a:avLst/>
            <a:gdLst/>
            <a:ahLst/>
            <a:cxnLst/>
            <a:rect l="0" t="0" r="r" b="b"/>
            <a:pathLst>
              <a:path w="221994" h="268729">
                <a:moveTo>
                  <a:pt x="0" y="0"/>
                </a:moveTo>
                <a:lnTo>
                  <a:pt x="221994" y="58419"/>
                </a:lnTo>
                <a:lnTo>
                  <a:pt x="0" y="268729"/>
                </a:lnTo>
                <a:close/>
              </a:path>
            </a:pathLst>
          </a:custGeom>
          <a:solidFill>
            <a:srgbClr val="CF1723"/>
          </a:solidFill>
          <a:ln>
            <a:noFill/>
          </a:ln>
        </p:spPr>
        <p:txBody>
          <a:bodyPr rtlCol="0" anchor="ctr"/>
          <a:lstStyle/>
          <a:p>
            <a:pPr algn="ctr"/>
            <a:endParaRPr lang="pl-PL" dirty="0"/>
          </a:p>
        </p:txBody>
      </p:sp>
      <p:sp>
        <p:nvSpPr>
          <p:cNvPr id="62" name="!!Postać 32"/>
          <p:cNvSpPr/>
          <p:nvPr/>
        </p:nvSpPr>
        <p:spPr>
          <a:xfrm>
            <a:off x="8185406" y="3410537"/>
            <a:ext cx="221994" cy="280413"/>
          </a:xfrm>
          <a:custGeom>
            <a:avLst/>
            <a:gdLst/>
            <a:ahLst/>
            <a:cxnLst/>
            <a:rect l="0" t="0" r="r" b="b"/>
            <a:pathLst>
              <a:path w="221994" h="280413">
                <a:moveTo>
                  <a:pt x="0" y="0"/>
                </a:moveTo>
                <a:lnTo>
                  <a:pt x="221994" y="210310"/>
                </a:lnTo>
                <a:lnTo>
                  <a:pt x="221994" y="280413"/>
                </a:lnTo>
                <a:lnTo>
                  <a:pt x="58419" y="280413"/>
                </a:lnTo>
                <a:close/>
              </a:path>
            </a:pathLst>
          </a:custGeom>
          <a:solidFill>
            <a:srgbClr val="CF1723"/>
          </a:solidFill>
          <a:ln>
            <a:noFill/>
          </a:ln>
        </p:spPr>
        <p:txBody>
          <a:bodyPr rtlCol="0" anchor="ctr"/>
          <a:lstStyle/>
          <a:p>
            <a:pPr algn="ctr"/>
            <a:endParaRPr lang="pl-PL" dirty="0"/>
          </a:p>
        </p:txBody>
      </p:sp>
      <p:sp>
        <p:nvSpPr>
          <p:cNvPr id="63" name="!!Postać 33"/>
          <p:cNvSpPr/>
          <p:nvPr/>
        </p:nvSpPr>
        <p:spPr>
          <a:xfrm>
            <a:off x="8407400" y="3410537"/>
            <a:ext cx="221994" cy="280413"/>
          </a:xfrm>
          <a:custGeom>
            <a:avLst/>
            <a:gdLst/>
            <a:ahLst/>
            <a:cxnLst/>
            <a:rect l="0" t="0" r="r" b="b"/>
            <a:pathLst>
              <a:path w="221994" h="280413">
                <a:moveTo>
                  <a:pt x="221994" y="0"/>
                </a:moveTo>
                <a:lnTo>
                  <a:pt x="163574" y="280413"/>
                </a:lnTo>
                <a:lnTo>
                  <a:pt x="0" y="280413"/>
                </a:lnTo>
                <a:lnTo>
                  <a:pt x="0" y="210310"/>
                </a:lnTo>
                <a:close/>
              </a:path>
            </a:pathLst>
          </a:custGeom>
          <a:solidFill>
            <a:srgbClr val="95161D"/>
          </a:solidFill>
          <a:ln>
            <a:noFill/>
          </a:ln>
        </p:spPr>
        <p:txBody>
          <a:bodyPr rtlCol="0" anchor="ctr"/>
          <a:lstStyle/>
          <a:p>
            <a:pPr algn="ctr"/>
            <a:endParaRPr lang="pl-PL" dirty="0"/>
          </a:p>
        </p:txBody>
      </p:sp>
      <p:sp>
        <p:nvSpPr>
          <p:cNvPr id="64" name="!!Postać 34"/>
          <p:cNvSpPr/>
          <p:nvPr/>
        </p:nvSpPr>
        <p:spPr>
          <a:xfrm>
            <a:off x="8243826" y="3679266"/>
            <a:ext cx="163574" cy="385568"/>
          </a:xfrm>
          <a:custGeom>
            <a:avLst/>
            <a:gdLst/>
            <a:ahLst/>
            <a:cxnLst/>
            <a:rect l="0" t="0" r="r" b="b"/>
            <a:pathLst>
              <a:path w="163574" h="385568">
                <a:moveTo>
                  <a:pt x="0" y="0"/>
                </a:moveTo>
                <a:lnTo>
                  <a:pt x="163574" y="0"/>
                </a:lnTo>
                <a:lnTo>
                  <a:pt x="23368" y="385568"/>
                </a:lnTo>
                <a:close/>
              </a:path>
            </a:pathLst>
          </a:custGeom>
          <a:solidFill>
            <a:srgbClr val="EE312F"/>
          </a:solidFill>
          <a:ln>
            <a:noFill/>
          </a:ln>
        </p:spPr>
        <p:txBody>
          <a:bodyPr rtlCol="0" anchor="ctr"/>
          <a:lstStyle/>
          <a:p>
            <a:pPr algn="ctr"/>
            <a:endParaRPr lang="pl-PL" dirty="0"/>
          </a:p>
        </p:txBody>
      </p:sp>
      <p:sp>
        <p:nvSpPr>
          <p:cNvPr id="65" name="!!Postać 35"/>
          <p:cNvSpPr/>
          <p:nvPr/>
        </p:nvSpPr>
        <p:spPr>
          <a:xfrm>
            <a:off x="8091935" y="3679266"/>
            <a:ext cx="175258" cy="385568"/>
          </a:xfrm>
          <a:custGeom>
            <a:avLst/>
            <a:gdLst/>
            <a:ahLst/>
            <a:cxnLst/>
            <a:rect l="0" t="0" r="r" b="b"/>
            <a:pathLst>
              <a:path w="175258" h="385568">
                <a:moveTo>
                  <a:pt x="151890" y="0"/>
                </a:moveTo>
                <a:lnTo>
                  <a:pt x="175258" y="385568"/>
                </a:lnTo>
                <a:lnTo>
                  <a:pt x="0" y="385568"/>
                </a:lnTo>
                <a:close/>
              </a:path>
            </a:pathLst>
          </a:custGeom>
          <a:solidFill>
            <a:srgbClr val="CF1723"/>
          </a:solidFill>
          <a:ln>
            <a:noFill/>
          </a:ln>
        </p:spPr>
        <p:txBody>
          <a:bodyPr rtlCol="0" anchor="ctr"/>
          <a:lstStyle/>
          <a:p>
            <a:pPr algn="ctr"/>
            <a:endParaRPr lang="pl-PL" dirty="0"/>
          </a:p>
        </p:txBody>
      </p:sp>
      <p:sp>
        <p:nvSpPr>
          <p:cNvPr id="66" name="!!Postać 36"/>
          <p:cNvSpPr/>
          <p:nvPr/>
        </p:nvSpPr>
        <p:spPr>
          <a:xfrm>
            <a:off x="8267193" y="3679266"/>
            <a:ext cx="140207" cy="385568"/>
          </a:xfrm>
          <a:custGeom>
            <a:avLst/>
            <a:gdLst/>
            <a:ahLst/>
            <a:cxnLst/>
            <a:rect l="0" t="0" r="r" b="b"/>
            <a:pathLst>
              <a:path w="140207" h="385568">
                <a:moveTo>
                  <a:pt x="140207" y="0"/>
                </a:moveTo>
                <a:lnTo>
                  <a:pt x="140207" y="385568"/>
                </a:lnTo>
                <a:lnTo>
                  <a:pt x="0" y="385568"/>
                </a:lnTo>
                <a:close/>
              </a:path>
            </a:pathLst>
          </a:custGeom>
          <a:solidFill>
            <a:srgbClr val="CF1723"/>
          </a:solidFill>
          <a:ln>
            <a:noFill/>
          </a:ln>
        </p:spPr>
        <p:txBody>
          <a:bodyPr rtlCol="0" anchor="ctr"/>
          <a:lstStyle/>
          <a:p>
            <a:pPr algn="ctr"/>
            <a:endParaRPr lang="pl-PL" dirty="0"/>
          </a:p>
        </p:txBody>
      </p:sp>
      <p:sp>
        <p:nvSpPr>
          <p:cNvPr id="67" name="!!Postać 37"/>
          <p:cNvSpPr/>
          <p:nvPr/>
        </p:nvSpPr>
        <p:spPr>
          <a:xfrm>
            <a:off x="8407400" y="3679266"/>
            <a:ext cx="140207" cy="385568"/>
          </a:xfrm>
          <a:custGeom>
            <a:avLst/>
            <a:gdLst/>
            <a:ahLst/>
            <a:cxnLst/>
            <a:rect l="0" t="0" r="r" b="b"/>
            <a:pathLst>
              <a:path w="140207" h="385568">
                <a:moveTo>
                  <a:pt x="0" y="0"/>
                </a:moveTo>
                <a:lnTo>
                  <a:pt x="140207" y="385568"/>
                </a:lnTo>
                <a:lnTo>
                  <a:pt x="0" y="385568"/>
                </a:lnTo>
                <a:close/>
              </a:path>
            </a:pathLst>
          </a:custGeom>
          <a:solidFill>
            <a:srgbClr val="95161D"/>
          </a:solidFill>
          <a:ln>
            <a:noFill/>
          </a:ln>
        </p:spPr>
        <p:txBody>
          <a:bodyPr rtlCol="0" anchor="ctr"/>
          <a:lstStyle/>
          <a:p>
            <a:pPr algn="ctr"/>
            <a:endParaRPr lang="pl-PL" dirty="0"/>
          </a:p>
        </p:txBody>
      </p:sp>
      <p:sp>
        <p:nvSpPr>
          <p:cNvPr id="68" name="!!Postać 38"/>
          <p:cNvSpPr/>
          <p:nvPr/>
        </p:nvSpPr>
        <p:spPr>
          <a:xfrm>
            <a:off x="8407400" y="3679266"/>
            <a:ext cx="163574" cy="385568"/>
          </a:xfrm>
          <a:custGeom>
            <a:avLst/>
            <a:gdLst/>
            <a:ahLst/>
            <a:cxnLst/>
            <a:rect l="0" t="0" r="r" b="b"/>
            <a:pathLst>
              <a:path w="163574" h="385568">
                <a:moveTo>
                  <a:pt x="0" y="0"/>
                </a:moveTo>
                <a:lnTo>
                  <a:pt x="163574" y="0"/>
                </a:lnTo>
                <a:lnTo>
                  <a:pt x="140207" y="385568"/>
                </a:lnTo>
                <a:close/>
              </a:path>
            </a:pathLst>
          </a:custGeom>
          <a:solidFill>
            <a:srgbClr val="CF1723"/>
          </a:solidFill>
          <a:ln>
            <a:noFill/>
          </a:ln>
        </p:spPr>
        <p:txBody>
          <a:bodyPr rtlCol="0" anchor="ctr"/>
          <a:lstStyle/>
          <a:p>
            <a:pPr algn="ctr"/>
            <a:endParaRPr lang="pl-PL" dirty="0"/>
          </a:p>
        </p:txBody>
      </p:sp>
      <p:sp>
        <p:nvSpPr>
          <p:cNvPr id="69" name="!!Postać 39"/>
          <p:cNvSpPr/>
          <p:nvPr/>
        </p:nvSpPr>
        <p:spPr>
          <a:xfrm>
            <a:off x="8547607" y="3679266"/>
            <a:ext cx="175258" cy="385568"/>
          </a:xfrm>
          <a:custGeom>
            <a:avLst/>
            <a:gdLst/>
            <a:ahLst/>
            <a:cxnLst/>
            <a:rect l="0" t="0" r="r" b="b"/>
            <a:pathLst>
              <a:path w="175258" h="385568">
                <a:moveTo>
                  <a:pt x="23368" y="0"/>
                </a:moveTo>
                <a:lnTo>
                  <a:pt x="175258" y="385568"/>
                </a:lnTo>
                <a:lnTo>
                  <a:pt x="0" y="385568"/>
                </a:lnTo>
                <a:close/>
              </a:path>
            </a:pathLst>
          </a:custGeom>
          <a:solidFill>
            <a:srgbClr val="95161D"/>
          </a:solidFill>
          <a:ln>
            <a:noFill/>
          </a:ln>
        </p:spPr>
        <p:txBody>
          <a:bodyPr rtlCol="0" anchor="ctr"/>
          <a:lstStyle/>
          <a:p>
            <a:pPr algn="ctr"/>
            <a:endParaRPr lang="pl-PL" dirty="0"/>
          </a:p>
        </p:txBody>
      </p:sp>
      <p:sp>
        <p:nvSpPr>
          <p:cNvPr id="70" name="!!Postać 40"/>
          <p:cNvSpPr/>
          <p:nvPr/>
        </p:nvSpPr>
        <p:spPr>
          <a:xfrm>
            <a:off x="8391352" y="2651997"/>
            <a:ext cx="335873" cy="301530"/>
          </a:xfrm>
          <a:custGeom>
            <a:avLst/>
            <a:gdLst/>
            <a:ahLst/>
            <a:cxnLst/>
            <a:rect l="0" t="0" r="r" b="b"/>
            <a:pathLst>
              <a:path w="335873" h="301530">
                <a:moveTo>
                  <a:pt x="50902" y="0"/>
                </a:moveTo>
                <a:lnTo>
                  <a:pt x="335873" y="143634"/>
                </a:lnTo>
                <a:lnTo>
                  <a:pt x="0" y="301530"/>
                </a:lnTo>
                <a:close/>
              </a:path>
            </a:pathLst>
          </a:custGeom>
          <a:solidFill>
            <a:srgbClr val="ECECEC"/>
          </a:solidFill>
          <a:ln>
            <a:noFill/>
          </a:ln>
        </p:spPr>
        <p:txBody>
          <a:bodyPr rtlCol="0" anchor="ctr"/>
          <a:lstStyle/>
          <a:p>
            <a:pPr algn="ctr"/>
            <a:endParaRPr lang="pl-PL" dirty="0"/>
          </a:p>
        </p:txBody>
      </p:sp>
      <p:sp>
        <p:nvSpPr>
          <p:cNvPr id="71" name="!!Postać 41"/>
          <p:cNvSpPr/>
          <p:nvPr/>
        </p:nvSpPr>
        <p:spPr>
          <a:xfrm>
            <a:off x="8391352" y="2795631"/>
            <a:ext cx="335873" cy="373983"/>
          </a:xfrm>
          <a:custGeom>
            <a:avLst/>
            <a:gdLst/>
            <a:ahLst/>
            <a:cxnLst/>
            <a:rect l="0" t="0" r="r" b="b"/>
            <a:pathLst>
              <a:path w="335873" h="373983">
                <a:moveTo>
                  <a:pt x="335873" y="0"/>
                </a:moveTo>
                <a:lnTo>
                  <a:pt x="327973" y="373983"/>
                </a:lnTo>
                <a:lnTo>
                  <a:pt x="0" y="157896"/>
                </a:lnTo>
                <a:close/>
              </a:path>
            </a:pathLst>
          </a:custGeom>
          <a:solidFill>
            <a:srgbClr val="DADADA"/>
          </a:solidFill>
          <a:ln>
            <a:noFill/>
          </a:ln>
        </p:spPr>
        <p:txBody>
          <a:bodyPr rtlCol="0" anchor="ctr"/>
          <a:lstStyle/>
          <a:p>
            <a:pPr algn="ctr"/>
            <a:endParaRPr lang="pl-PL" dirty="0"/>
          </a:p>
        </p:txBody>
      </p:sp>
      <p:sp>
        <p:nvSpPr>
          <p:cNvPr id="72" name="!!Postać 42"/>
          <p:cNvSpPr/>
          <p:nvPr/>
        </p:nvSpPr>
        <p:spPr>
          <a:xfrm>
            <a:off x="8391352" y="2953527"/>
            <a:ext cx="327973" cy="363538"/>
          </a:xfrm>
          <a:custGeom>
            <a:avLst/>
            <a:gdLst/>
            <a:ahLst/>
            <a:cxnLst/>
            <a:rect l="0" t="0" r="r" b="b"/>
            <a:pathLst>
              <a:path w="327973" h="363538">
                <a:moveTo>
                  <a:pt x="327973" y="216087"/>
                </a:moveTo>
                <a:lnTo>
                  <a:pt x="16048" y="363538"/>
                </a:lnTo>
                <a:lnTo>
                  <a:pt x="0" y="0"/>
                </a:lnTo>
                <a:close/>
              </a:path>
            </a:pathLst>
          </a:custGeom>
          <a:solidFill>
            <a:srgbClr val="CECECE"/>
          </a:solidFill>
          <a:ln>
            <a:noFill/>
          </a:ln>
        </p:spPr>
        <p:txBody>
          <a:bodyPr rtlCol="0" anchor="ctr"/>
          <a:lstStyle/>
          <a:p>
            <a:pPr algn="ctr"/>
            <a:endParaRPr lang="pl-PL" dirty="0"/>
          </a:p>
        </p:txBody>
      </p:sp>
      <p:sp>
        <p:nvSpPr>
          <p:cNvPr id="73" name="!!Postać 43"/>
          <p:cNvSpPr/>
          <p:nvPr/>
        </p:nvSpPr>
        <p:spPr>
          <a:xfrm>
            <a:off x="8112596" y="2953527"/>
            <a:ext cx="294804" cy="363538"/>
          </a:xfrm>
          <a:custGeom>
            <a:avLst/>
            <a:gdLst/>
            <a:ahLst/>
            <a:cxnLst/>
            <a:rect l="0" t="0" r="r" b="b"/>
            <a:pathLst>
              <a:path w="294804" h="363538">
                <a:moveTo>
                  <a:pt x="294804" y="363538"/>
                </a:moveTo>
                <a:lnTo>
                  <a:pt x="0" y="184290"/>
                </a:lnTo>
                <a:lnTo>
                  <a:pt x="278756" y="0"/>
                </a:lnTo>
                <a:close/>
              </a:path>
            </a:pathLst>
          </a:custGeom>
          <a:solidFill>
            <a:srgbClr val="E2E2E2"/>
          </a:solidFill>
          <a:ln>
            <a:noFill/>
          </a:ln>
        </p:spPr>
        <p:txBody>
          <a:bodyPr rtlCol="0" anchor="ctr"/>
          <a:lstStyle/>
          <a:p>
            <a:pPr algn="ctr"/>
            <a:endParaRPr lang="pl-PL" dirty="0"/>
          </a:p>
        </p:txBody>
      </p:sp>
      <p:sp>
        <p:nvSpPr>
          <p:cNvPr id="74" name="!!Postać 44"/>
          <p:cNvSpPr/>
          <p:nvPr/>
        </p:nvSpPr>
        <p:spPr>
          <a:xfrm>
            <a:off x="8112596" y="2765056"/>
            <a:ext cx="278756" cy="372760"/>
          </a:xfrm>
          <a:custGeom>
            <a:avLst/>
            <a:gdLst/>
            <a:ahLst/>
            <a:cxnLst/>
            <a:rect l="0" t="0" r="r" b="b"/>
            <a:pathLst>
              <a:path w="278756" h="372760">
                <a:moveTo>
                  <a:pt x="0" y="372760"/>
                </a:moveTo>
                <a:lnTo>
                  <a:pt x="31235" y="0"/>
                </a:lnTo>
                <a:lnTo>
                  <a:pt x="278756" y="188471"/>
                </a:lnTo>
                <a:close/>
              </a:path>
            </a:pathLst>
          </a:custGeom>
          <a:solidFill>
            <a:srgbClr val="F3F3F3"/>
          </a:solidFill>
          <a:ln>
            <a:noFill/>
          </a:ln>
        </p:spPr>
        <p:txBody>
          <a:bodyPr rtlCol="0" anchor="ctr"/>
          <a:lstStyle/>
          <a:p>
            <a:pPr algn="ctr"/>
            <a:endParaRPr lang="pl-PL" dirty="0"/>
          </a:p>
        </p:txBody>
      </p:sp>
      <p:sp>
        <p:nvSpPr>
          <p:cNvPr id="75" name="!!Postać 45"/>
          <p:cNvSpPr/>
          <p:nvPr/>
        </p:nvSpPr>
        <p:spPr>
          <a:xfrm>
            <a:off x="8143832" y="2651997"/>
            <a:ext cx="298423" cy="301530"/>
          </a:xfrm>
          <a:custGeom>
            <a:avLst/>
            <a:gdLst/>
            <a:ahLst/>
            <a:cxnLst/>
            <a:rect l="0" t="0" r="r" b="b"/>
            <a:pathLst>
              <a:path w="298423" h="301530">
                <a:moveTo>
                  <a:pt x="0" y="113059"/>
                </a:moveTo>
                <a:lnTo>
                  <a:pt x="298423" y="0"/>
                </a:lnTo>
                <a:lnTo>
                  <a:pt x="247521" y="301530"/>
                </a:lnTo>
                <a:close/>
              </a:path>
            </a:pathLst>
          </a:custGeom>
          <a:solidFill>
            <a:srgbClr val="FBFBFB"/>
          </a:solidFill>
          <a:ln>
            <a:noFill/>
          </a:ln>
        </p:spPr>
        <p:txBody>
          <a:bodyPr rtlCol="0" anchor="ctr"/>
          <a:lstStyle/>
          <a:p>
            <a:pPr algn="ctr"/>
            <a:endParaRPr lang="pl-PL" dirty="0"/>
          </a:p>
        </p:txBody>
      </p:sp>
      <p:sp>
        <p:nvSpPr>
          <p:cNvPr id="76" name="!!Postać 46"/>
          <p:cNvSpPr/>
          <p:nvPr/>
        </p:nvSpPr>
        <p:spPr>
          <a:xfrm>
            <a:off x="8112596" y="2651997"/>
            <a:ext cx="614629" cy="665069"/>
          </a:xfrm>
          <a:custGeom>
            <a:avLst/>
            <a:gdLst/>
            <a:ahLst/>
            <a:cxnLst/>
            <a:rect l="0" t="0" r="r" b="b"/>
            <a:pathLst>
              <a:path w="614629" h="665069">
                <a:moveTo>
                  <a:pt x="329659" y="0"/>
                </a:moveTo>
                <a:lnTo>
                  <a:pt x="614629" y="143634"/>
                </a:lnTo>
                <a:lnTo>
                  <a:pt x="606729" y="517617"/>
                </a:lnTo>
                <a:lnTo>
                  <a:pt x="294804" y="665069"/>
                </a:lnTo>
                <a:lnTo>
                  <a:pt x="0" y="485820"/>
                </a:lnTo>
                <a:lnTo>
                  <a:pt x="31235" y="113059"/>
                </a:lnTo>
                <a:close/>
              </a:path>
            </a:pathLst>
          </a:custGeom>
          <a:solidFill>
            <a:srgbClr val="EE312F">
              <a:alpha val="48000"/>
            </a:srgbClr>
          </a:solidFill>
          <a:ln>
            <a:noFill/>
          </a:ln>
        </p:spPr>
        <p:txBody>
          <a:bodyPr rtlCol="0" anchor="ctr"/>
          <a:lstStyle/>
          <a:p>
            <a:pPr algn="ctr"/>
            <a:endParaRPr lang="pl-PL" dirty="0"/>
          </a:p>
        </p:txBody>
      </p:sp>
      <p:sp>
        <p:nvSpPr>
          <p:cNvPr id="77" name="!!Postać 47"/>
          <p:cNvSpPr/>
          <p:nvPr/>
        </p:nvSpPr>
        <p:spPr>
          <a:xfrm>
            <a:off x="8118661" y="2605325"/>
            <a:ext cx="326039" cy="235241"/>
          </a:xfrm>
          <a:custGeom>
            <a:avLst/>
            <a:gdLst/>
            <a:ahLst/>
            <a:cxnLst/>
            <a:rect l="0" t="0" r="r" b="b"/>
            <a:pathLst>
              <a:path w="326039" h="235241">
                <a:moveTo>
                  <a:pt x="0" y="193512"/>
                </a:moveTo>
                <a:lnTo>
                  <a:pt x="326039" y="0"/>
                </a:lnTo>
                <a:lnTo>
                  <a:pt x="126512" y="235241"/>
                </a:lnTo>
                <a:close/>
              </a:path>
            </a:pathLst>
          </a:custGeom>
          <a:solidFill>
            <a:srgbClr val="9C6037"/>
          </a:solidFill>
          <a:ln>
            <a:noFill/>
          </a:ln>
        </p:spPr>
        <p:txBody>
          <a:bodyPr rtlCol="0" anchor="ctr"/>
          <a:lstStyle/>
          <a:p>
            <a:pPr algn="ctr"/>
            <a:endParaRPr lang="pl-PL" dirty="0"/>
          </a:p>
        </p:txBody>
      </p:sp>
      <p:sp>
        <p:nvSpPr>
          <p:cNvPr id="78" name="!!Postać 48"/>
          <p:cNvSpPr/>
          <p:nvPr/>
        </p:nvSpPr>
        <p:spPr>
          <a:xfrm>
            <a:off x="8245174" y="2605325"/>
            <a:ext cx="200800" cy="235241"/>
          </a:xfrm>
          <a:custGeom>
            <a:avLst/>
            <a:gdLst/>
            <a:ahLst/>
            <a:cxnLst/>
            <a:rect l="0" t="0" r="r" b="b"/>
            <a:pathLst>
              <a:path w="200800" h="235241">
                <a:moveTo>
                  <a:pt x="0" y="235241"/>
                </a:moveTo>
                <a:lnTo>
                  <a:pt x="199527" y="0"/>
                </a:lnTo>
                <a:lnTo>
                  <a:pt x="200800" y="198965"/>
                </a:lnTo>
                <a:close/>
              </a:path>
            </a:pathLst>
          </a:custGeom>
          <a:solidFill>
            <a:srgbClr val="C07C49"/>
          </a:solidFill>
          <a:ln>
            <a:noFill/>
          </a:ln>
        </p:spPr>
        <p:txBody>
          <a:bodyPr rtlCol="0" anchor="ctr"/>
          <a:lstStyle/>
          <a:p>
            <a:pPr algn="ctr"/>
            <a:endParaRPr lang="pl-PL" dirty="0"/>
          </a:p>
        </p:txBody>
      </p:sp>
      <p:sp>
        <p:nvSpPr>
          <p:cNvPr id="79" name="!!Postać 49"/>
          <p:cNvSpPr/>
          <p:nvPr/>
        </p:nvSpPr>
        <p:spPr>
          <a:xfrm>
            <a:off x="8444701" y="2605325"/>
            <a:ext cx="185513" cy="255421"/>
          </a:xfrm>
          <a:custGeom>
            <a:avLst/>
            <a:gdLst/>
            <a:ahLst/>
            <a:cxnLst/>
            <a:rect l="0" t="0" r="r" b="b"/>
            <a:pathLst>
              <a:path w="185513" h="255421">
                <a:moveTo>
                  <a:pt x="1273" y="198965"/>
                </a:moveTo>
                <a:lnTo>
                  <a:pt x="0" y="0"/>
                </a:lnTo>
                <a:lnTo>
                  <a:pt x="185513" y="255421"/>
                </a:lnTo>
                <a:close/>
              </a:path>
            </a:pathLst>
          </a:custGeom>
          <a:solidFill>
            <a:srgbClr val="9C6037"/>
          </a:solidFill>
          <a:ln>
            <a:noFill/>
          </a:ln>
        </p:spPr>
        <p:txBody>
          <a:bodyPr rtlCol="0" anchor="ctr"/>
          <a:lstStyle/>
          <a:p>
            <a:pPr algn="ctr"/>
            <a:endParaRPr lang="pl-PL" dirty="0"/>
          </a:p>
        </p:txBody>
      </p:sp>
      <p:sp>
        <p:nvSpPr>
          <p:cNvPr id="80" name="!!Postać 50"/>
          <p:cNvSpPr/>
          <p:nvPr/>
        </p:nvSpPr>
        <p:spPr>
          <a:xfrm>
            <a:off x="8444701" y="2605325"/>
            <a:ext cx="316305" cy="255421"/>
          </a:xfrm>
          <a:custGeom>
            <a:avLst/>
            <a:gdLst/>
            <a:ahLst/>
            <a:cxnLst/>
            <a:rect l="0" t="0" r="r" b="b"/>
            <a:pathLst>
              <a:path w="316305" h="255421">
                <a:moveTo>
                  <a:pt x="185513" y="255421"/>
                </a:moveTo>
                <a:lnTo>
                  <a:pt x="0" y="0"/>
                </a:lnTo>
                <a:lnTo>
                  <a:pt x="316305" y="215475"/>
                </a:lnTo>
                <a:close/>
              </a:path>
            </a:pathLst>
          </a:custGeom>
          <a:solidFill>
            <a:srgbClr val="7A4627"/>
          </a:solidFill>
          <a:ln>
            <a:noFill/>
          </a:ln>
        </p:spPr>
        <p:txBody>
          <a:bodyPr rtlCol="0" anchor="ctr"/>
          <a:lstStyle/>
          <a:p>
            <a:pPr algn="ctr"/>
            <a:endParaRPr lang="pl-PL" dirty="0"/>
          </a:p>
        </p:txBody>
      </p:sp>
      <p:sp>
        <p:nvSpPr>
          <p:cNvPr id="81" name="!!Postać 51"/>
          <p:cNvSpPr/>
          <p:nvPr/>
        </p:nvSpPr>
        <p:spPr>
          <a:xfrm>
            <a:off x="8059198" y="2774584"/>
            <a:ext cx="139304" cy="489133"/>
          </a:xfrm>
          <a:custGeom>
            <a:avLst/>
            <a:gdLst/>
            <a:ahLst/>
            <a:cxnLst/>
            <a:rect l="0" t="0" r="r" b="b"/>
            <a:pathLst>
              <a:path w="139304" h="489133">
                <a:moveTo>
                  <a:pt x="43184" y="0"/>
                </a:moveTo>
                <a:lnTo>
                  <a:pt x="139304" y="63537"/>
                </a:lnTo>
                <a:lnTo>
                  <a:pt x="85956" y="411739"/>
                </a:lnTo>
                <a:lnTo>
                  <a:pt x="0" y="489133"/>
                </a:lnTo>
                <a:close/>
              </a:path>
            </a:pathLst>
          </a:custGeom>
          <a:solidFill>
            <a:srgbClr val="C07C49"/>
          </a:solidFill>
          <a:ln>
            <a:noFill/>
          </a:ln>
        </p:spPr>
        <p:txBody>
          <a:bodyPr rtlCol="0" anchor="ctr"/>
          <a:lstStyle/>
          <a:p>
            <a:pPr algn="ctr"/>
            <a:endParaRPr lang="pl-PL" dirty="0"/>
          </a:p>
        </p:txBody>
      </p:sp>
      <p:sp>
        <p:nvSpPr>
          <p:cNvPr id="82" name="!!Postać 52"/>
          <p:cNvSpPr/>
          <p:nvPr/>
        </p:nvSpPr>
        <p:spPr>
          <a:xfrm>
            <a:off x="8665217" y="2809439"/>
            <a:ext cx="102234" cy="490968"/>
          </a:xfrm>
          <a:custGeom>
            <a:avLst/>
            <a:gdLst/>
            <a:ahLst/>
            <a:cxnLst/>
            <a:rect l="0" t="0" r="r" b="b"/>
            <a:pathLst>
              <a:path w="102234" h="490968">
                <a:moveTo>
                  <a:pt x="102234" y="0"/>
                </a:moveTo>
                <a:lnTo>
                  <a:pt x="0" y="53142"/>
                </a:lnTo>
                <a:lnTo>
                  <a:pt x="16659" y="405012"/>
                </a:lnTo>
                <a:lnTo>
                  <a:pt x="94054" y="490968"/>
                </a:lnTo>
                <a:close/>
              </a:path>
            </a:pathLst>
          </a:custGeom>
          <a:solidFill>
            <a:srgbClr val="7A4627"/>
          </a:solidFill>
          <a:ln>
            <a:noFill/>
          </a:ln>
        </p:spPr>
        <p:txBody>
          <a:bodyPr rtlCol="0" anchor="ctr"/>
          <a:lstStyle/>
          <a:p>
            <a:pPr algn="ctr"/>
            <a:endParaRPr lang="pl-PL" dirty="0"/>
          </a:p>
        </p:txBody>
      </p:sp>
      <p:sp>
        <p:nvSpPr>
          <p:cNvPr id="83" name="!!Postać oko L"/>
          <p:cNvSpPr/>
          <p:nvPr/>
        </p:nvSpPr>
        <p:spPr>
          <a:xfrm>
            <a:off x="8246727" y="2922548"/>
            <a:ext cx="90591" cy="98235"/>
          </a:xfrm>
          <a:custGeom>
            <a:avLst/>
            <a:gdLst/>
            <a:ahLst/>
            <a:cxnLst/>
            <a:rect l="0" t="0" r="r" b="b"/>
            <a:pathLst>
              <a:path w="90591" h="98235">
                <a:moveTo>
                  <a:pt x="33781" y="25170"/>
                </a:moveTo>
                <a:lnTo>
                  <a:pt x="62186" y="41284"/>
                </a:lnTo>
                <a:lnTo>
                  <a:pt x="90591" y="57397"/>
                </a:lnTo>
                <a:lnTo>
                  <a:pt x="88451" y="98235"/>
                </a:lnTo>
                <a:lnTo>
                  <a:pt x="59281" y="96706"/>
                </a:lnTo>
                <a:lnTo>
                  <a:pt x="30112" y="95177"/>
                </a:lnTo>
                <a:lnTo>
                  <a:pt x="32863" y="42672"/>
                </a:lnTo>
                <a:lnTo>
                  <a:pt x="0" y="0"/>
                </a:lnTo>
                <a:close/>
              </a:path>
            </a:pathLst>
          </a:custGeom>
          <a:solidFill>
            <a:srgbClr val="151515"/>
          </a:solidFill>
          <a:ln>
            <a:noFill/>
          </a:ln>
        </p:spPr>
        <p:txBody>
          <a:bodyPr rtlCol="0" anchor="ctr"/>
          <a:lstStyle/>
          <a:p>
            <a:pPr algn="ctr"/>
            <a:endParaRPr lang="pl-PL" dirty="0"/>
          </a:p>
        </p:txBody>
      </p:sp>
      <p:sp>
        <p:nvSpPr>
          <p:cNvPr id="84" name="!!Postać oko P"/>
          <p:cNvSpPr/>
          <p:nvPr/>
        </p:nvSpPr>
        <p:spPr>
          <a:xfrm>
            <a:off x="8510196" y="2941504"/>
            <a:ext cx="98235" cy="91509"/>
          </a:xfrm>
          <a:custGeom>
            <a:avLst/>
            <a:gdLst/>
            <a:ahLst/>
            <a:cxnLst/>
            <a:rect l="0" t="0" r="r" b="b"/>
            <a:pathLst>
              <a:path w="98235" h="91509">
                <a:moveTo>
                  <a:pt x="62008" y="21501"/>
                </a:moveTo>
                <a:lnTo>
                  <a:pt x="32074" y="34557"/>
                </a:lnTo>
                <a:lnTo>
                  <a:pt x="2140" y="47614"/>
                </a:lnTo>
                <a:lnTo>
                  <a:pt x="0" y="88451"/>
                </a:lnTo>
                <a:lnTo>
                  <a:pt x="29170" y="89980"/>
                </a:lnTo>
                <a:lnTo>
                  <a:pt x="58339" y="91509"/>
                </a:lnTo>
                <a:lnTo>
                  <a:pt x="61091" y="39003"/>
                </a:lnTo>
                <a:lnTo>
                  <a:pt x="98235" y="0"/>
                </a:lnTo>
                <a:close/>
              </a:path>
            </a:pathLst>
          </a:custGeom>
          <a:solidFill>
            <a:srgbClr val="151515"/>
          </a:solidFill>
          <a:ln>
            <a:noFill/>
          </a:ln>
        </p:spPr>
        <p:txBody>
          <a:bodyPr rtlCol="0" anchor="ctr"/>
          <a:lstStyle/>
          <a:p>
            <a:pPr algn="ctr"/>
            <a:endParaRPr lang="pl-PL" dirty="0"/>
          </a:p>
        </p:txBody>
      </p:sp>
      <p:sp>
        <p:nvSpPr>
          <p:cNvPr id="85" name="!!Postać brew L"/>
          <p:cNvSpPr/>
          <p:nvPr/>
        </p:nvSpPr>
        <p:spPr>
          <a:xfrm>
            <a:off x="8251007" y="2811703"/>
            <a:ext cx="138180" cy="100681"/>
          </a:xfrm>
          <a:custGeom>
            <a:avLst/>
            <a:gdLst/>
            <a:ahLst/>
            <a:cxnLst/>
            <a:rect l="0" t="0" r="r" b="b"/>
            <a:pathLst>
              <a:path w="138180" h="100681">
                <a:moveTo>
                  <a:pt x="1529" y="0"/>
                </a:moveTo>
                <a:lnTo>
                  <a:pt x="138180" y="71511"/>
                </a:lnTo>
                <a:lnTo>
                  <a:pt x="136651" y="100681"/>
                </a:lnTo>
                <a:lnTo>
                  <a:pt x="0" y="29170"/>
                </a:lnTo>
                <a:close/>
              </a:path>
            </a:pathLst>
          </a:custGeom>
          <a:solidFill>
            <a:srgbClr val="151515"/>
          </a:solidFill>
          <a:ln>
            <a:noFill/>
          </a:ln>
        </p:spPr>
        <p:txBody>
          <a:bodyPr rtlCol="0" anchor="ctr"/>
          <a:lstStyle/>
          <a:p>
            <a:pPr algn="ctr"/>
            <a:endParaRPr lang="pl-PL" dirty="0"/>
          </a:p>
        </p:txBody>
      </p:sp>
      <p:sp>
        <p:nvSpPr>
          <p:cNvPr id="86" name="!!Postać brew P"/>
          <p:cNvSpPr/>
          <p:nvPr/>
        </p:nvSpPr>
        <p:spPr>
          <a:xfrm>
            <a:off x="8469334" y="2830659"/>
            <a:ext cx="144906" cy="86005"/>
          </a:xfrm>
          <a:custGeom>
            <a:avLst/>
            <a:gdLst/>
            <a:ahLst/>
            <a:cxnLst/>
            <a:rect l="0" t="0" r="r" b="b"/>
            <a:pathLst>
              <a:path w="144906" h="86005">
                <a:moveTo>
                  <a:pt x="144906" y="0"/>
                </a:moveTo>
                <a:lnTo>
                  <a:pt x="1529" y="56835"/>
                </a:lnTo>
                <a:lnTo>
                  <a:pt x="0" y="86005"/>
                </a:lnTo>
                <a:lnTo>
                  <a:pt x="143378" y="29170"/>
                </a:lnTo>
                <a:close/>
              </a:path>
            </a:pathLst>
          </a:custGeom>
          <a:solidFill>
            <a:srgbClr val="151515"/>
          </a:solidFill>
          <a:ln>
            <a:noFill/>
          </a:ln>
        </p:spPr>
        <p:txBody>
          <a:bodyPr rtlCol="0" anchor="ctr"/>
          <a:lstStyle/>
          <a:p>
            <a:pPr algn="ctr"/>
            <a:endParaRPr lang="pl-PL" dirty="0"/>
          </a:p>
        </p:txBody>
      </p:sp>
      <p:sp>
        <p:nvSpPr>
          <p:cNvPr id="87" name="!!Postać usta"/>
          <p:cNvSpPr/>
          <p:nvPr/>
        </p:nvSpPr>
        <p:spPr>
          <a:xfrm>
            <a:off x="8340731" y="3130380"/>
            <a:ext cx="151682" cy="122513"/>
          </a:xfrm>
          <a:custGeom>
            <a:avLst/>
            <a:gdLst/>
            <a:ahLst/>
            <a:cxnLst/>
            <a:rect l="0" t="0" r="r" b="b"/>
            <a:pathLst>
              <a:path w="151682" h="122513">
                <a:moveTo>
                  <a:pt x="0" y="7693"/>
                </a:moveTo>
                <a:lnTo>
                  <a:pt x="76453" y="0"/>
                </a:lnTo>
                <a:lnTo>
                  <a:pt x="151682" y="15643"/>
                </a:lnTo>
                <a:lnTo>
                  <a:pt x="123455" y="107763"/>
                </a:lnTo>
                <a:lnTo>
                  <a:pt x="70032" y="122513"/>
                </a:lnTo>
                <a:lnTo>
                  <a:pt x="18444" y="102259"/>
                </a:lnTo>
                <a:close/>
              </a:path>
            </a:pathLst>
          </a:custGeom>
          <a:solidFill>
            <a:srgbClr val="8E1219"/>
          </a:solidFill>
          <a:ln>
            <a:noFill/>
          </a:ln>
        </p:spPr>
        <p:txBody>
          <a:bodyPr rtlCol="0" anchor="ctr"/>
          <a:lstStyle/>
          <a:p>
            <a:pPr algn="ctr"/>
            <a:endParaRPr lang="pl-PL" dirty="0"/>
          </a:p>
        </p:txBody>
      </p:sp>
      <p:sp>
        <p:nvSpPr>
          <p:cNvPr id="88" name="!!Postać 58"/>
          <p:cNvSpPr/>
          <p:nvPr/>
        </p:nvSpPr>
        <p:spPr>
          <a:xfrm>
            <a:off x="8134613" y="3384529"/>
            <a:ext cx="151063" cy="190860"/>
          </a:xfrm>
          <a:custGeom>
            <a:avLst/>
            <a:gdLst/>
            <a:ahLst/>
            <a:cxnLst/>
            <a:rect l="0" t="0" r="r" b="b"/>
            <a:pathLst>
              <a:path w="151063" h="190860">
                <a:moveTo>
                  <a:pt x="0" y="30240"/>
                </a:moveTo>
                <a:lnTo>
                  <a:pt x="112858" y="0"/>
                </a:lnTo>
                <a:lnTo>
                  <a:pt x="151063" y="165156"/>
                </a:lnTo>
                <a:lnTo>
                  <a:pt x="55134" y="190860"/>
                </a:lnTo>
                <a:close/>
              </a:path>
            </a:pathLst>
          </a:custGeom>
          <a:solidFill>
            <a:srgbClr val="EE312F"/>
          </a:solidFill>
          <a:ln>
            <a:noFill/>
          </a:ln>
        </p:spPr>
        <p:txBody>
          <a:bodyPr rtlCol="0" anchor="ctr"/>
          <a:lstStyle/>
          <a:p>
            <a:pPr algn="ctr"/>
            <a:endParaRPr lang="pl-PL" dirty="0"/>
          </a:p>
        </p:txBody>
      </p:sp>
      <p:sp>
        <p:nvSpPr>
          <p:cNvPr id="89" name="!!Postać 59"/>
          <p:cNvSpPr/>
          <p:nvPr/>
        </p:nvSpPr>
        <p:spPr>
          <a:xfrm>
            <a:off x="8193878" y="3545554"/>
            <a:ext cx="115288" cy="156597"/>
          </a:xfrm>
          <a:custGeom>
            <a:avLst/>
            <a:gdLst/>
            <a:ahLst/>
            <a:cxnLst/>
            <a:rect l="0" t="0" r="r" b="b"/>
            <a:pathLst>
              <a:path w="115288" h="156597">
                <a:moveTo>
                  <a:pt x="0" y="22680"/>
                </a:moveTo>
                <a:lnTo>
                  <a:pt x="84643" y="0"/>
                </a:lnTo>
                <a:lnTo>
                  <a:pt x="115288" y="136941"/>
                </a:lnTo>
                <a:lnTo>
                  <a:pt x="41931" y="156597"/>
                </a:lnTo>
                <a:close/>
              </a:path>
            </a:pathLst>
          </a:custGeom>
          <a:solidFill>
            <a:srgbClr val="E8E8E8"/>
          </a:solidFill>
          <a:ln>
            <a:noFill/>
          </a:ln>
        </p:spPr>
        <p:txBody>
          <a:bodyPr rtlCol="0" anchor="ctr"/>
          <a:lstStyle/>
          <a:p>
            <a:pPr algn="ctr"/>
            <a:endParaRPr lang="pl-PL" dirty="0"/>
          </a:p>
        </p:txBody>
      </p:sp>
      <p:sp>
        <p:nvSpPr>
          <p:cNvPr id="90" name="!!Postać 60"/>
          <p:cNvSpPr/>
          <p:nvPr/>
        </p:nvSpPr>
        <p:spPr>
          <a:xfrm>
            <a:off x="8262312" y="3646542"/>
            <a:ext cx="227836" cy="75945"/>
          </a:xfrm>
          <a:custGeom>
            <a:avLst/>
            <a:gdLst/>
            <a:ahLst/>
            <a:cxnLst/>
            <a:rect l="0" t="0" r="r" b="b"/>
            <a:pathLst>
              <a:path w="227836" h="75945">
                <a:moveTo>
                  <a:pt x="0" y="75945"/>
                </a:moveTo>
                <a:lnTo>
                  <a:pt x="0" y="0"/>
                </a:lnTo>
                <a:lnTo>
                  <a:pt x="227836" y="5842"/>
                </a:lnTo>
                <a:lnTo>
                  <a:pt x="227836" y="70103"/>
                </a:lnTo>
                <a:close/>
              </a:path>
            </a:pathLst>
          </a:custGeom>
          <a:solidFill>
            <a:srgbClr val="F4F4F4"/>
          </a:solidFill>
          <a:ln>
            <a:noFill/>
          </a:ln>
        </p:spPr>
        <p:txBody>
          <a:bodyPr rtlCol="0" anchor="ctr"/>
          <a:lstStyle/>
          <a:p>
            <a:pPr algn="ctr"/>
            <a:endParaRPr lang="pl-PL" dirty="0"/>
          </a:p>
        </p:txBody>
      </p:sp>
      <p:sp>
        <p:nvSpPr>
          <p:cNvPr id="91" name="!!Postać 61"/>
          <p:cNvSpPr/>
          <p:nvPr/>
        </p:nvSpPr>
        <p:spPr>
          <a:xfrm>
            <a:off x="8408361" y="3640700"/>
            <a:ext cx="58419" cy="87629"/>
          </a:xfrm>
          <a:custGeom>
            <a:avLst/>
            <a:gdLst/>
            <a:ahLst/>
            <a:cxnLst/>
            <a:rect l="0" t="0" r="r" b="b"/>
            <a:pathLst>
              <a:path w="58419" h="87629">
                <a:moveTo>
                  <a:pt x="0" y="87629"/>
                </a:moveTo>
                <a:lnTo>
                  <a:pt x="0" y="0"/>
                </a:lnTo>
                <a:lnTo>
                  <a:pt x="58419" y="0"/>
                </a:lnTo>
                <a:lnTo>
                  <a:pt x="58419" y="87629"/>
                </a:lnTo>
                <a:close/>
              </a:path>
            </a:pathLst>
          </a:custGeom>
          <a:solidFill>
            <a:srgbClr val="151515"/>
          </a:solidFill>
          <a:ln>
            <a:noFill/>
          </a:ln>
        </p:spPr>
        <p:txBody>
          <a:bodyPr rtlCol="0" anchor="ctr"/>
          <a:lstStyle/>
          <a:p>
            <a:pPr algn="ctr"/>
            <a:endParaRPr lang="pl-PL" dirty="0"/>
          </a:p>
        </p:txBody>
      </p:sp>
      <p:sp>
        <p:nvSpPr>
          <p:cNvPr id="92" name="!!Postać 62"/>
          <p:cNvSpPr/>
          <p:nvPr/>
        </p:nvSpPr>
        <p:spPr>
          <a:xfrm>
            <a:off x="8420045" y="3664068"/>
            <a:ext cx="35052" cy="40894"/>
          </a:xfrm>
          <a:custGeom>
            <a:avLst/>
            <a:gdLst/>
            <a:ahLst/>
            <a:cxnLst/>
            <a:rect l="0" t="0" r="r" b="b"/>
            <a:pathLst>
              <a:path w="35052" h="40894">
                <a:moveTo>
                  <a:pt x="0" y="40894"/>
                </a:moveTo>
                <a:lnTo>
                  <a:pt x="0" y="0"/>
                </a:lnTo>
                <a:lnTo>
                  <a:pt x="35052" y="0"/>
                </a:lnTo>
                <a:lnTo>
                  <a:pt x="35052" y="40894"/>
                </a:lnTo>
                <a:close/>
              </a:path>
            </a:pathLst>
          </a:custGeom>
          <a:solidFill>
            <a:srgbClr val="FFFFFF"/>
          </a:solidFill>
          <a:ln>
            <a:noFill/>
          </a:ln>
        </p:spPr>
        <p:txBody>
          <a:bodyPr rtlCol="0" anchor="ctr"/>
          <a:lstStyle/>
          <a:p>
            <a:pPr algn="ctr"/>
            <a:endParaRPr lang="pl-PL" dirty="0"/>
          </a:p>
        </p:txBody>
      </p:sp>
      <p:sp>
        <p:nvSpPr>
          <p:cNvPr id="93" name="!!Postać 63"/>
          <p:cNvSpPr/>
          <p:nvPr/>
        </p:nvSpPr>
        <p:spPr>
          <a:xfrm>
            <a:off x="8478464" y="3629016"/>
            <a:ext cx="122681" cy="110997"/>
          </a:xfrm>
          <a:custGeom>
            <a:avLst/>
            <a:gdLst/>
            <a:ahLst/>
            <a:cxnLst/>
            <a:rect l="0" t="0" r="r" b="b"/>
            <a:pathLst>
              <a:path w="122681" h="110997">
                <a:moveTo>
                  <a:pt x="0" y="105155"/>
                </a:moveTo>
                <a:lnTo>
                  <a:pt x="0" y="5842"/>
                </a:lnTo>
                <a:lnTo>
                  <a:pt x="70103" y="0"/>
                </a:lnTo>
                <a:lnTo>
                  <a:pt x="122681" y="29210"/>
                </a:lnTo>
                <a:lnTo>
                  <a:pt x="122681" y="81787"/>
                </a:lnTo>
                <a:lnTo>
                  <a:pt x="70103" y="110997"/>
                </a:lnTo>
                <a:close/>
              </a:path>
            </a:pathLst>
          </a:custGeom>
          <a:solidFill>
            <a:srgbClr val="FAFAFA"/>
          </a:solidFill>
          <a:ln>
            <a:noFill/>
          </a:ln>
        </p:spPr>
        <p:txBody>
          <a:bodyPr rtlCol="0" anchor="ctr"/>
          <a:lstStyle/>
          <a:p>
            <a:pPr algn="ctr"/>
            <a:endParaRPr lang="pl-PL" dirty="0"/>
          </a:p>
        </p:txBody>
      </p:sp>
      <p:sp>
        <p:nvSpPr>
          <p:cNvPr id="94" name="!!Postać 64"/>
          <p:cNvSpPr/>
          <p:nvPr/>
        </p:nvSpPr>
        <p:spPr>
          <a:xfrm>
            <a:off x="8529124" y="3384529"/>
            <a:ext cx="151063" cy="190860"/>
          </a:xfrm>
          <a:custGeom>
            <a:avLst/>
            <a:gdLst/>
            <a:ahLst/>
            <a:cxnLst/>
            <a:rect l="0" t="0" r="r" b="b"/>
            <a:pathLst>
              <a:path w="151063" h="190860">
                <a:moveTo>
                  <a:pt x="151063" y="30240"/>
                </a:moveTo>
                <a:lnTo>
                  <a:pt x="38205" y="0"/>
                </a:lnTo>
                <a:lnTo>
                  <a:pt x="0" y="165156"/>
                </a:lnTo>
                <a:lnTo>
                  <a:pt x="95929" y="190860"/>
                </a:lnTo>
                <a:close/>
              </a:path>
            </a:pathLst>
          </a:custGeom>
          <a:solidFill>
            <a:srgbClr val="CF1723"/>
          </a:solidFill>
          <a:ln>
            <a:noFill/>
          </a:ln>
        </p:spPr>
        <p:txBody>
          <a:bodyPr rtlCol="0" anchor="ctr"/>
          <a:lstStyle/>
          <a:p>
            <a:pPr algn="ctr"/>
            <a:endParaRPr lang="pl-PL" dirty="0"/>
          </a:p>
        </p:txBody>
      </p:sp>
      <p:sp>
        <p:nvSpPr>
          <p:cNvPr id="95" name="!!Postać 65"/>
          <p:cNvSpPr/>
          <p:nvPr/>
        </p:nvSpPr>
        <p:spPr>
          <a:xfrm>
            <a:off x="8505633" y="3545554"/>
            <a:ext cx="115288" cy="156597"/>
          </a:xfrm>
          <a:custGeom>
            <a:avLst/>
            <a:gdLst/>
            <a:ahLst/>
            <a:cxnLst/>
            <a:rect l="0" t="0" r="r" b="b"/>
            <a:pathLst>
              <a:path w="115288" h="156597">
                <a:moveTo>
                  <a:pt x="115288" y="22680"/>
                </a:moveTo>
                <a:lnTo>
                  <a:pt x="30645" y="0"/>
                </a:lnTo>
                <a:lnTo>
                  <a:pt x="0" y="136941"/>
                </a:lnTo>
                <a:lnTo>
                  <a:pt x="73357" y="156597"/>
                </a:lnTo>
                <a:close/>
              </a:path>
            </a:pathLst>
          </a:custGeom>
          <a:solidFill>
            <a:srgbClr val="D2D2D2"/>
          </a:solidFill>
          <a:ln>
            <a:noFill/>
          </a:ln>
        </p:spPr>
        <p:txBody>
          <a:bodyPr rtlCol="0" anchor="ctr"/>
          <a:lstStyle/>
          <a:p>
            <a:pPr algn="ctr"/>
            <a:endParaRPr lang="pl-PL" dirty="0"/>
          </a:p>
        </p:txBody>
      </p:sp>
      <p:sp>
        <p:nvSpPr>
          <p:cNvPr id="96" name="!!Postać 66"/>
          <p:cNvSpPr/>
          <p:nvPr/>
        </p:nvSpPr>
        <p:spPr>
          <a:xfrm>
            <a:off x="8322442" y="3646189"/>
            <a:ext cx="233079" cy="89694"/>
          </a:xfrm>
          <a:custGeom>
            <a:avLst/>
            <a:gdLst/>
            <a:ahLst/>
            <a:cxnLst/>
            <a:rect l="0" t="0" r="r" b="b"/>
            <a:pathLst>
              <a:path w="233079" h="89694">
                <a:moveTo>
                  <a:pt x="233079" y="75656"/>
                </a:moveTo>
                <a:lnTo>
                  <a:pt x="226460" y="0"/>
                </a:lnTo>
                <a:lnTo>
                  <a:pt x="0" y="25677"/>
                </a:lnTo>
                <a:lnTo>
                  <a:pt x="5601" y="89694"/>
                </a:lnTo>
                <a:close/>
              </a:path>
            </a:pathLst>
          </a:custGeom>
          <a:solidFill>
            <a:srgbClr val="DEDEDE"/>
          </a:solidFill>
          <a:ln>
            <a:noFill/>
          </a:ln>
        </p:spPr>
        <p:txBody>
          <a:bodyPr rtlCol="0" anchor="ctr"/>
          <a:lstStyle/>
          <a:p>
            <a:pPr algn="ctr"/>
            <a:endParaRPr lang="pl-PL" dirty="0"/>
          </a:p>
        </p:txBody>
      </p:sp>
      <p:sp>
        <p:nvSpPr>
          <p:cNvPr id="97" name="!!Postać 67"/>
          <p:cNvSpPr/>
          <p:nvPr/>
        </p:nvSpPr>
        <p:spPr>
          <a:xfrm>
            <a:off x="8212376" y="3653388"/>
            <a:ext cx="128833" cy="110865"/>
          </a:xfrm>
          <a:custGeom>
            <a:avLst/>
            <a:gdLst/>
            <a:ahLst/>
            <a:cxnLst/>
            <a:rect l="0" t="0" r="r" b="b"/>
            <a:pathLst>
              <a:path w="128833" h="110865">
                <a:moveTo>
                  <a:pt x="128833" y="98935"/>
                </a:moveTo>
                <a:lnTo>
                  <a:pt x="120177" y="0"/>
                </a:lnTo>
                <a:lnTo>
                  <a:pt x="49832" y="290"/>
                </a:lnTo>
                <a:lnTo>
                  <a:pt x="0" y="33971"/>
                </a:lnTo>
                <a:lnTo>
                  <a:pt x="4582" y="86349"/>
                </a:lnTo>
                <a:lnTo>
                  <a:pt x="59506" y="110865"/>
                </a:lnTo>
                <a:close/>
              </a:path>
            </a:pathLst>
          </a:custGeom>
          <a:solidFill>
            <a:srgbClr val="E4E4E4"/>
          </a:solidFill>
          <a:ln>
            <a:noFill/>
          </a:ln>
        </p:spPr>
        <p:txBody>
          <a:bodyPr rtlCol="0" anchor="ctr"/>
          <a:lstStyle/>
          <a:p>
            <a:pPr algn="ctr"/>
            <a:endParaRPr lang="pl-PL"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xmlns:p14="http://schemas.microsoft.com/office/powerpoint/2010/main">
  <p:cSld name="Właśnie weszliście w tryb Homo Urgens">
    <p:bg>
      <p:bgPr>
        <a:solidFill>
          <a:srgbClr val="EE312F"/>
        </a:solidFill>
        <a:effectLst/>
      </p:bgPr>
    </p:bg>
    <p:spTree>
      <p:nvGrpSpPr>
        <p:cNvPr id="1" name=""/>
        <p:cNvGrpSpPr/>
        <p:nvPr/>
      </p:nvGrpSpPr>
      <p:grpSpPr>
        <a:xfrm>
          <a:off x="0" y="0"/>
          <a:ext cx="0" cy="0"/>
          <a:chOff x="0" y="0"/>
          <a:chExt cx="0" cy="0"/>
        </a:xfrm>
      </p:grpSpPr>
      <p:sp>
        <p:nvSpPr>
          <p:cNvPr id="2" name="Orbita – ćwiartka"/>
          <p:cNvSpPr/>
          <p:nvPr/>
        </p:nvSpPr>
        <p:spPr>
          <a:xfrm>
            <a:off x="8394700" y="2203450"/>
            <a:ext cx="2895600" cy="2895600"/>
          </a:xfrm>
          <a:prstGeom prst="arc">
            <a:avLst>
              <a:gd name="adj1" fmla="val 16200000"/>
              <a:gd name="adj2" fmla="val 0"/>
            </a:avLst>
          </a:prstGeom>
          <a:noFill/>
          <a:ln w="152400">
            <a:solidFill>
              <a:srgbClr val="FFFFFF">
                <a:alpha val="13000"/>
              </a:srgbClr>
            </a:solidFill>
          </a:ln>
        </p:spPr>
        <p:txBody>
          <a:bodyPr rtlCol="0" anchor="ctr"/>
          <a:lstStyle/>
          <a:p>
            <a:pPr algn="ctr"/>
            <a:endParaRPr lang="pl-PL" dirty="0"/>
          </a:p>
        </p:txBody>
      </p:sp>
      <p:sp>
        <p:nvSpPr>
          <p:cNvPr id="3" name="Orbita – ćwiartka 2"/>
          <p:cNvSpPr/>
          <p:nvPr/>
        </p:nvSpPr>
        <p:spPr>
          <a:xfrm rot="5400000">
            <a:off x="7727950" y="2362200"/>
            <a:ext cx="2895600" cy="2895600"/>
          </a:xfrm>
          <a:prstGeom prst="arc">
            <a:avLst>
              <a:gd name="adj1" fmla="val 16200000"/>
              <a:gd name="adj2" fmla="val 0"/>
            </a:avLst>
          </a:prstGeom>
          <a:noFill/>
          <a:ln w="152400">
            <a:solidFill>
              <a:srgbClr val="FFFFFF">
                <a:alpha val="13000"/>
              </a:srgbClr>
            </a:solidFill>
          </a:ln>
        </p:spPr>
        <p:txBody>
          <a:bodyPr rtlCol="0" anchor="ctr"/>
          <a:lstStyle/>
          <a:p>
            <a:pPr algn="ctr"/>
            <a:endParaRPr lang="pl-PL" dirty="0"/>
          </a:p>
        </p:txBody>
      </p:sp>
      <p:sp>
        <p:nvSpPr>
          <p:cNvPr id="4" name="Orbita – ćwiartka 3"/>
          <p:cNvSpPr/>
          <p:nvPr/>
        </p:nvSpPr>
        <p:spPr>
          <a:xfrm rot="10800000">
            <a:off x="7569200" y="1377950"/>
            <a:ext cx="2895600" cy="2895600"/>
          </a:xfrm>
          <a:prstGeom prst="arc">
            <a:avLst>
              <a:gd name="adj1" fmla="val 16200000"/>
              <a:gd name="adj2" fmla="val 0"/>
            </a:avLst>
          </a:prstGeom>
          <a:noFill/>
          <a:ln w="152400">
            <a:solidFill>
              <a:srgbClr val="FFFFFF">
                <a:alpha val="13000"/>
              </a:srgbClr>
            </a:solidFill>
          </a:ln>
        </p:spPr>
        <p:txBody>
          <a:bodyPr rtlCol="0" anchor="ctr"/>
          <a:lstStyle/>
          <a:p>
            <a:pPr algn="ctr"/>
            <a:endParaRPr lang="pl-PL" dirty="0"/>
          </a:p>
        </p:txBody>
      </p:sp>
      <p:sp>
        <p:nvSpPr>
          <p:cNvPr id="5" name="Orbita – ćwiartka 4"/>
          <p:cNvSpPr/>
          <p:nvPr/>
        </p:nvSpPr>
        <p:spPr>
          <a:xfrm rot="16200000">
            <a:off x="8870950" y="1219200"/>
            <a:ext cx="2895600" cy="2895600"/>
          </a:xfrm>
          <a:prstGeom prst="arc">
            <a:avLst>
              <a:gd name="adj1" fmla="val 16200000"/>
              <a:gd name="adj2" fmla="val 0"/>
            </a:avLst>
          </a:prstGeom>
          <a:noFill/>
          <a:ln w="152400">
            <a:solidFill>
              <a:srgbClr val="FFFFFF">
                <a:alpha val="13000"/>
              </a:srgbClr>
            </a:solidFill>
          </a:ln>
        </p:spPr>
        <p:txBody>
          <a:bodyPr rtlCol="0" anchor="ctr"/>
          <a:lstStyle/>
          <a:p>
            <a:pPr algn="ctr"/>
            <a:endParaRPr lang="pl-PL" dirty="0"/>
          </a:p>
        </p:txBody>
      </p:sp>
      <p:sp>
        <p:nvSpPr>
          <p:cNvPr id="6" name="Tekst: Właśnie weszliście w tryb"/>
          <p:cNvSpPr txBox="1"/>
          <p:nvPr/>
        </p:nvSpPr>
        <p:spPr>
          <a:xfrm>
            <a:off x="825500" y="1174750"/>
            <a:ext cx="5905500" cy="259080"/>
          </a:xfrm>
          <a:prstGeom prst="rect">
            <a:avLst/>
          </a:prstGeom>
          <a:noFill/>
          <a:ln>
            <a:noFill/>
          </a:ln>
        </p:spPr>
        <p:txBody>
          <a:bodyPr wrap="none" lIns="0" tIns="0" rIns="0" bIns="0" rtlCol="0" anchor="t">
            <a:noAutofit/>
          </a:bodyPr>
          <a:lstStyle/>
          <a:p>
            <a:pPr algn="l">
              <a:spcBef>
                <a:spcPts val="0"/>
              </a:spcBef>
              <a:spcAft>
                <a:spcPts val="0"/>
              </a:spcAft>
              <a:buNone/>
            </a:pPr>
            <a:r>
              <a:rPr lang="pl-PL" sz="1700" b="1" kern="100" dirty="0">
                <a:solidFill>
                  <a:srgbClr val="FFFFFF"/>
                </a:solidFill>
                <a:latin typeface="Lato"/>
                <a:cs typeface="Lato"/>
              </a:rPr>
              <a:t>Właśnie weszliście w tryb</a:t>
            </a:r>
            <a:endParaRPr lang="pl-PL" sz="1700" b="1" kern="100" dirty="0">
              <a:solidFill>
                <a:srgbClr val="FFFFFF"/>
              </a:solidFill>
              <a:latin typeface="Lato"/>
              <a:cs typeface="Lato"/>
            </a:endParaRPr>
          </a:p>
        </p:txBody>
      </p:sp>
      <p:sp>
        <p:nvSpPr>
          <p:cNvPr id="7" name="Tekst: H O M O U R G E N S · 1"/>
          <p:cNvSpPr txBox="1"/>
          <p:nvPr/>
        </p:nvSpPr>
        <p:spPr>
          <a:xfrm>
            <a:off x="825500" y="1729716"/>
            <a:ext cx="5905500" cy="1194816"/>
          </a:xfrm>
          <a:prstGeom prst="rect">
            <a:avLst/>
          </a:prstGeom>
          <a:noFill/>
          <a:ln>
            <a:noFill/>
          </a:ln>
        </p:spPr>
        <p:txBody>
          <a:bodyPr wrap="none" lIns="0" tIns="0" rIns="0" bIns="0" rtlCol="0" anchor="ctr">
            <a:noAutofit/>
          </a:bodyPr>
          <a:lstStyle/>
          <a:p>
            <a:pPr algn="l">
              <a:spcBef>
                <a:spcPts val="0"/>
              </a:spcBef>
              <a:spcAft>
                <a:spcPts val="0"/>
              </a:spcAft>
              <a:buNone/>
            </a:pPr>
            <a:r>
              <a:rPr lang="pl-PL" sz="9600" kern="100" spc="-432" dirty="0">
                <a:solidFill>
                  <a:srgbClr val="FFFFFF"/>
                </a:solidFill>
                <a:latin typeface="Lato Black"/>
                <a:cs typeface="Lato Black"/>
              </a:rPr>
              <a:t>HOMO</a:t>
            </a:r>
            <a:endParaRPr lang="pl-PL" sz="9600" kern="100" spc="-432" dirty="0">
              <a:solidFill>
                <a:srgbClr val="FFFFFF"/>
              </a:solidFill>
              <a:latin typeface="Lato Black"/>
              <a:cs typeface="Lato Black"/>
            </a:endParaRPr>
          </a:p>
        </p:txBody>
      </p:sp>
      <p:sp>
        <p:nvSpPr>
          <p:cNvPr id="8" name="Tekst: H O M O U R G E N S · 2"/>
          <p:cNvSpPr txBox="1"/>
          <p:nvPr/>
        </p:nvSpPr>
        <p:spPr>
          <a:xfrm>
            <a:off x="825500" y="2924532"/>
            <a:ext cx="5905500" cy="1194816"/>
          </a:xfrm>
          <a:prstGeom prst="rect">
            <a:avLst/>
          </a:prstGeom>
          <a:noFill/>
          <a:ln>
            <a:noFill/>
          </a:ln>
        </p:spPr>
        <p:txBody>
          <a:bodyPr wrap="none" lIns="0" tIns="0" rIns="0" bIns="0" rtlCol="0" anchor="ctr">
            <a:noAutofit/>
          </a:bodyPr>
          <a:lstStyle/>
          <a:p>
            <a:pPr algn="l">
              <a:spcBef>
                <a:spcPts val="0"/>
              </a:spcBef>
              <a:spcAft>
                <a:spcPts val="0"/>
              </a:spcAft>
              <a:buNone/>
            </a:pPr>
            <a:r>
              <a:rPr lang="pl-PL" sz="9600" kern="100" spc="-432" dirty="0">
                <a:solidFill>
                  <a:srgbClr val="FFFFFF"/>
                </a:solidFill>
                <a:latin typeface="Lato Black"/>
                <a:cs typeface="Lato Black"/>
              </a:rPr>
              <a:t>URGENS</a:t>
            </a:r>
            <a:endParaRPr lang="pl-PL" sz="9600" kern="100" spc="-432" dirty="0">
              <a:solidFill>
                <a:srgbClr val="FFFFFF"/>
              </a:solidFill>
              <a:latin typeface="Lato Black"/>
              <a:cs typeface="Lato Black"/>
            </a:endParaRPr>
          </a:p>
        </p:txBody>
      </p:sp>
      <p:sp>
        <p:nvSpPr>
          <p:cNvPr id="9" name="Linia"/>
          <p:cNvSpPr/>
          <p:nvPr/>
        </p:nvSpPr>
        <p:spPr>
          <a:xfrm>
            <a:off x="825500" y="4281884"/>
            <a:ext cx="5905500" cy="19050"/>
          </a:xfrm>
          <a:prstGeom prst="rect">
            <a:avLst/>
          </a:prstGeom>
          <a:solidFill>
            <a:srgbClr val="FFFFFF">
              <a:alpha val="44000"/>
            </a:srgbClr>
          </a:solidFill>
          <a:ln>
            <a:noFill/>
          </a:ln>
        </p:spPr>
        <p:txBody>
          <a:bodyPr rtlCol="0" anchor="ctr"/>
          <a:lstStyle/>
          <a:p>
            <a:pPr algn="ctr"/>
            <a:endParaRPr lang="pl-PL" dirty="0"/>
          </a:p>
        </p:txBody>
      </p:sp>
      <p:sp>
        <p:nvSpPr>
          <p:cNvPr id="10" name="Tekst: TERAZ"/>
          <p:cNvSpPr txBox="1"/>
          <p:nvPr/>
        </p:nvSpPr>
        <p:spPr>
          <a:xfrm>
            <a:off x="825500" y="4542234"/>
            <a:ext cx="5905500" cy="889000"/>
          </a:xfrm>
          <a:prstGeom prst="rect">
            <a:avLst/>
          </a:prstGeom>
          <a:noFill/>
          <a:ln>
            <a:noFill/>
          </a:ln>
        </p:spPr>
        <p:txBody>
          <a:bodyPr wrap="none" lIns="0" tIns="0" rIns="0" bIns="0" rtlCol="0" anchor="t">
            <a:noAutofit/>
          </a:bodyPr>
          <a:lstStyle/>
          <a:p>
            <a:pPr algn="l">
              <a:spcBef>
                <a:spcPts val="0"/>
              </a:spcBef>
              <a:spcAft>
                <a:spcPts val="0"/>
              </a:spcAft>
              <a:buNone/>
            </a:pPr>
            <a:r>
              <a:rPr lang="pl-PL" sz="7000" kern="100" spc="-350" dirty="0">
                <a:solidFill>
                  <a:srgbClr val="FFFFFF"/>
                </a:solidFill>
                <a:latin typeface="Lato Black"/>
                <a:cs typeface="Lato Black"/>
              </a:rPr>
              <a:t>TERAZ</a:t>
            </a:r>
            <a:endParaRPr lang="pl-PL" sz="7000" kern="100" spc="-350" dirty="0">
              <a:solidFill>
                <a:srgbClr val="FFFFFF"/>
              </a:solidFill>
              <a:latin typeface="Lato Black"/>
              <a:cs typeface="Lato Black"/>
            </a:endParaRPr>
          </a:p>
        </p:txBody>
      </p:sp>
      <p:sp>
        <p:nvSpPr>
          <p:cNvPr id="11"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FFFFFF">
                    <a:alpha val="66700"/>
                  </a:srgbClr>
                </a:solidFill>
                <a:latin typeface="Lato"/>
                <a:cs typeface="Lato"/>
              </a:rPr>
              <a:t>05 / 23</a:t>
            </a:r>
            <a:endParaRPr lang="pl-PL" sz="1100" kern="100" spc="66" dirty="0">
              <a:solidFill>
                <a:srgbClr val="FFFFFF">
                  <a:alpha val="66700"/>
                </a:srgbClr>
              </a:solidFill>
              <a:latin typeface="Lato"/>
              <a:cs typeface="Lato"/>
            </a:endParaRPr>
          </a:p>
        </p:txBody>
      </p:sp>
      <p:sp>
        <p:nvSpPr>
          <p:cNvPr id="12" name="!!Postęp"/>
          <p:cNvSpPr/>
          <p:nvPr/>
        </p:nvSpPr>
        <p:spPr>
          <a:xfrm>
            <a:off x="1240" y="6826250"/>
            <a:ext cx="2647950" cy="31750"/>
          </a:xfrm>
          <a:prstGeom prst="rect">
            <a:avLst/>
          </a:prstGeom>
          <a:solidFill>
            <a:srgbClr val="FFFFFF"/>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xmlns:p14="http://schemas.microsoft.com/office/powerpoint/2010/main">
  <p:cSld name="Kiedyś jeden sklep. Teraz aplikacja szybkich dostaw.">
    <p:bg>
      <p:bgPr>
        <a:solidFill>
          <a:srgbClr val="FFFFFF"/>
        </a:solidFill>
        <a:effectLst/>
      </p:bgPr>
    </p:bg>
    <p:spTree>
      <p:nvGrpSpPr>
        <p:cNvPr id="1" name=""/>
        <p:cNvGrpSpPr/>
        <p:nvPr/>
      </p:nvGrpSpPr>
      <p:grpSpPr>
        <a:xfrm>
          <a:off x="0" y="0"/>
          <a:ext cx="0" cy="0"/>
          <a:chOff x="0" y="0"/>
          <a:chExt cx="0" cy="0"/>
        </a:xfrm>
      </p:grpSpPr>
      <p:sp>
        <p:nvSpPr>
          <p:cNvPr id="2" name="Kształt"/>
          <p:cNvSpPr/>
          <p:nvPr/>
        </p:nvSpPr>
        <p:spPr>
          <a:xfrm>
            <a:off x="6089650" y="1206500"/>
            <a:ext cx="12700" cy="4445000"/>
          </a:xfrm>
          <a:prstGeom prst="rect">
            <a:avLst/>
          </a:prstGeom>
          <a:solidFill>
            <a:srgbClr val="E3E3E3"/>
          </a:solidFill>
          <a:ln>
            <a:noFill/>
          </a:ln>
        </p:spPr>
        <p:txBody>
          <a:bodyPr rtlCol="0" anchor="ctr"/>
          <a:lstStyle/>
          <a:p>
            <a:pPr algn="ctr"/>
            <a:endParaRPr lang="pl-PL" dirty="0"/>
          </a:p>
        </p:txBody>
      </p:sp>
      <p:sp>
        <p:nvSpPr>
          <p:cNvPr id="3" name="Tekst: Kiedyś"/>
          <p:cNvSpPr txBox="1"/>
          <p:nvPr/>
        </p:nvSpPr>
        <p:spPr>
          <a:xfrm>
            <a:off x="825500" y="1111250"/>
            <a:ext cx="4826000" cy="205740"/>
          </a:xfrm>
          <a:prstGeom prst="rect">
            <a:avLst/>
          </a:prstGeom>
          <a:noFill/>
          <a:ln>
            <a:noFill/>
          </a:ln>
        </p:spPr>
        <p:txBody>
          <a:bodyPr wrap="none" lIns="0" tIns="0" rIns="0" bIns="0" rtlCol="0" anchor="t">
            <a:noAutofit/>
          </a:bodyPr>
          <a:lstStyle/>
          <a:p>
            <a:pPr algn="l">
              <a:spcBef>
                <a:spcPts val="0"/>
              </a:spcBef>
              <a:spcAft>
                <a:spcPts val="0"/>
              </a:spcAft>
              <a:buNone/>
            </a:pPr>
            <a:r>
              <a:rPr lang="pl-PL" sz="1350" b="1" kern="100" cap="all" spc="189" dirty="0">
                <a:solidFill>
                  <a:srgbClr val="EE312F"/>
                </a:solidFill>
                <a:latin typeface="Lato"/>
                <a:cs typeface="Lato"/>
              </a:rPr>
              <a:t>Kiedyś</a:t>
            </a:r>
            <a:endParaRPr lang="pl-PL" sz="1350" b="1" kern="100" cap="all" spc="189" dirty="0">
              <a:solidFill>
                <a:srgbClr val="EE312F"/>
              </a:solidFill>
              <a:latin typeface="Lato"/>
              <a:cs typeface="Lato"/>
            </a:endParaRPr>
          </a:p>
        </p:txBody>
      </p:sp>
      <p:sp>
        <p:nvSpPr>
          <p:cNvPr id="4" name="Tekst: Jeden sklep w okolicy. · 1"/>
          <p:cNvSpPr txBox="1"/>
          <p:nvPr/>
        </p:nvSpPr>
        <p:spPr>
          <a:xfrm>
            <a:off x="825500" y="1478867"/>
            <a:ext cx="4826000" cy="484632"/>
          </a:xfrm>
          <a:prstGeom prst="rect">
            <a:avLst/>
          </a:prstGeom>
          <a:noFill/>
          <a:ln>
            <a:noFill/>
          </a:ln>
        </p:spPr>
        <p:txBody>
          <a:bodyPr wrap="none" lIns="0" tIns="0" rIns="0" bIns="0" rtlCol="0" anchor="ctr">
            <a:noAutofit/>
          </a:bodyPr>
          <a:lstStyle/>
          <a:p>
            <a:pPr algn="l">
              <a:spcBef>
                <a:spcPts val="0"/>
              </a:spcBef>
              <a:spcAft>
                <a:spcPts val="0"/>
              </a:spcAft>
              <a:buNone/>
            </a:pPr>
            <a:r>
              <a:rPr lang="pl-PL" sz="3600" kern="100" spc="-126" dirty="0">
                <a:solidFill>
                  <a:srgbClr val="151515"/>
                </a:solidFill>
                <a:latin typeface="Lato Black"/>
                <a:cs typeface="Lato Black"/>
              </a:rPr>
              <a:t>Jeden sklep</a:t>
            </a:r>
            <a:endParaRPr lang="pl-PL" sz="3600" kern="100" spc="-126" dirty="0">
              <a:solidFill>
                <a:srgbClr val="151515"/>
              </a:solidFill>
              <a:latin typeface="Lato Black"/>
              <a:cs typeface="Lato Black"/>
            </a:endParaRPr>
          </a:p>
        </p:txBody>
      </p:sp>
      <p:sp>
        <p:nvSpPr>
          <p:cNvPr id="5" name="Tekst: Jeden sklep w okolicy. · 2"/>
          <p:cNvSpPr txBox="1"/>
          <p:nvPr/>
        </p:nvSpPr>
        <p:spPr>
          <a:xfrm>
            <a:off x="825500" y="1963499"/>
            <a:ext cx="4826000" cy="484632"/>
          </a:xfrm>
          <a:prstGeom prst="rect">
            <a:avLst/>
          </a:prstGeom>
          <a:noFill/>
          <a:ln>
            <a:noFill/>
          </a:ln>
        </p:spPr>
        <p:txBody>
          <a:bodyPr wrap="none" lIns="0" tIns="0" rIns="0" bIns="0" rtlCol="0" anchor="ctr">
            <a:noAutofit/>
          </a:bodyPr>
          <a:lstStyle/>
          <a:p>
            <a:pPr algn="l">
              <a:spcBef>
                <a:spcPts val="0"/>
              </a:spcBef>
              <a:spcAft>
                <a:spcPts val="0"/>
              </a:spcAft>
              <a:buNone/>
            </a:pPr>
            <a:r>
              <a:rPr lang="pl-PL" sz="3600" kern="100" spc="-126" dirty="0">
                <a:solidFill>
                  <a:srgbClr val="151515"/>
                </a:solidFill>
                <a:latin typeface="Lato Black"/>
                <a:cs typeface="Lato Black"/>
              </a:rPr>
              <a:t>w okolicy.</a:t>
            </a:r>
            <a:endParaRPr lang="pl-PL" sz="3600" kern="100" spc="-126" dirty="0">
              <a:solidFill>
                <a:srgbClr val="151515"/>
              </a:solidFill>
              <a:latin typeface="Lato Black"/>
              <a:cs typeface="Lato Black"/>
            </a:endParaRPr>
          </a:p>
        </p:txBody>
      </p:sp>
      <p:sp>
        <p:nvSpPr>
          <p:cNvPr id="6" name="Tekst: W promieniu kilku kilometrów. Otwarty w  · 1"/>
          <p:cNvSpPr txBox="1"/>
          <p:nvPr/>
        </p:nvSpPr>
        <p:spPr>
          <a:xfrm>
            <a:off x="825500" y="2528094"/>
            <a:ext cx="4826000" cy="257175"/>
          </a:xfrm>
          <a:prstGeom prst="rect">
            <a:avLst/>
          </a:prstGeom>
          <a:noFill/>
          <a:ln>
            <a:noFill/>
          </a:ln>
        </p:spPr>
        <p:txBody>
          <a:bodyPr wrap="none" lIns="0" tIns="0" rIns="0" bIns="0" rtlCol="0" anchor="ctr">
            <a:noAutofit/>
          </a:bodyPr>
          <a:lstStyle/>
          <a:p>
            <a:pPr algn="l">
              <a:spcBef>
                <a:spcPts val="0"/>
              </a:spcBef>
              <a:spcAft>
                <a:spcPts val="0"/>
              </a:spcAft>
              <a:buNone/>
            </a:pPr>
            <a:r>
              <a:rPr lang="pl-PL" sz="1500" kern="100" dirty="0">
                <a:solidFill>
                  <a:srgbClr val="555555"/>
                </a:solidFill>
                <a:latin typeface="Lato"/>
                <a:cs typeface="Lato"/>
              </a:rPr>
              <a:t>W promieniu kilku kilometrów.</a:t>
            </a:r>
            <a:endParaRPr lang="pl-PL" sz="1500" kern="100" dirty="0">
              <a:solidFill>
                <a:srgbClr val="555555"/>
              </a:solidFill>
              <a:latin typeface="Lato"/>
              <a:cs typeface="Lato"/>
            </a:endParaRPr>
          </a:p>
        </p:txBody>
      </p:sp>
      <p:sp>
        <p:nvSpPr>
          <p:cNvPr id="7" name="Tekst: W promieniu kilku kilometrów. Otwarty w  · 2"/>
          <p:cNvSpPr txBox="1"/>
          <p:nvPr/>
        </p:nvSpPr>
        <p:spPr>
          <a:xfrm>
            <a:off x="825500" y="2785269"/>
            <a:ext cx="4826000" cy="257175"/>
          </a:xfrm>
          <a:prstGeom prst="rect">
            <a:avLst/>
          </a:prstGeom>
          <a:noFill/>
          <a:ln>
            <a:noFill/>
          </a:ln>
        </p:spPr>
        <p:txBody>
          <a:bodyPr wrap="none" lIns="0" tIns="0" rIns="0" bIns="0" rtlCol="0" anchor="ctr">
            <a:noAutofit/>
          </a:bodyPr>
          <a:lstStyle/>
          <a:p>
            <a:pPr algn="l">
              <a:spcBef>
                <a:spcPts val="0"/>
              </a:spcBef>
              <a:spcAft>
                <a:spcPts val="0"/>
              </a:spcAft>
              <a:buNone/>
            </a:pPr>
            <a:r>
              <a:rPr lang="pl-PL" sz="1500" kern="100" dirty="0">
                <a:solidFill>
                  <a:srgbClr val="555555"/>
                </a:solidFill>
                <a:latin typeface="Lato"/>
                <a:cs typeface="Lato"/>
              </a:rPr>
              <a:t>Otwarty w swoich godzinach.</a:t>
            </a:r>
            <a:endParaRPr lang="pl-PL" sz="1500" kern="100" dirty="0">
              <a:solidFill>
                <a:srgbClr val="555555"/>
              </a:solidFill>
              <a:latin typeface="Lato"/>
              <a:cs typeface="Lato"/>
            </a:endParaRPr>
          </a:p>
        </p:txBody>
      </p:sp>
      <p:sp>
        <p:nvSpPr>
          <p:cNvPr id="8" name="Kształt 2"/>
          <p:cNvSpPr/>
          <p:nvPr/>
        </p:nvSpPr>
        <p:spPr>
          <a:xfrm>
            <a:off x="825500" y="3365500"/>
            <a:ext cx="4826000" cy="2095500"/>
          </a:xfrm>
          <a:prstGeom prst="roundRect">
            <a:avLst>
              <a:gd name="adj" fmla="val 6667"/>
            </a:avLst>
          </a:prstGeom>
          <a:solidFill>
            <a:srgbClr val="F2EEE7"/>
          </a:solidFill>
          <a:ln>
            <a:noFill/>
          </a:ln>
        </p:spPr>
        <p:txBody>
          <a:bodyPr rtlCol="0" anchor="ctr"/>
          <a:lstStyle/>
          <a:p>
            <a:pPr algn="ctr"/>
            <a:endParaRPr lang="pl-PL" dirty="0"/>
          </a:p>
        </p:txBody>
      </p:sp>
      <p:sp>
        <p:nvSpPr>
          <p:cNvPr id="9" name="Kształt 3"/>
          <p:cNvSpPr/>
          <p:nvPr/>
        </p:nvSpPr>
        <p:spPr>
          <a:xfrm>
            <a:off x="825500" y="3810000"/>
            <a:ext cx="4826000" cy="101600"/>
          </a:xfrm>
          <a:prstGeom prst="rect">
            <a:avLst/>
          </a:prstGeom>
          <a:solidFill>
            <a:srgbClr val="FFFFFF"/>
          </a:solidFill>
          <a:ln>
            <a:noFill/>
          </a:ln>
        </p:spPr>
        <p:txBody>
          <a:bodyPr rtlCol="0" anchor="ctr"/>
          <a:lstStyle/>
          <a:p>
            <a:pPr algn="ctr"/>
            <a:endParaRPr lang="pl-PL" dirty="0"/>
          </a:p>
        </p:txBody>
      </p:sp>
      <p:sp>
        <p:nvSpPr>
          <p:cNvPr id="10" name="Kształt 4"/>
          <p:cNvSpPr/>
          <p:nvPr/>
        </p:nvSpPr>
        <p:spPr>
          <a:xfrm>
            <a:off x="825500" y="4445000"/>
            <a:ext cx="4826000" cy="101600"/>
          </a:xfrm>
          <a:prstGeom prst="rect">
            <a:avLst/>
          </a:prstGeom>
          <a:solidFill>
            <a:srgbClr val="FFFFFF"/>
          </a:solidFill>
          <a:ln>
            <a:noFill/>
          </a:ln>
        </p:spPr>
        <p:txBody>
          <a:bodyPr rtlCol="0" anchor="ctr"/>
          <a:lstStyle/>
          <a:p>
            <a:pPr algn="ctr"/>
            <a:endParaRPr lang="pl-PL" dirty="0"/>
          </a:p>
        </p:txBody>
      </p:sp>
      <p:sp>
        <p:nvSpPr>
          <p:cNvPr id="11" name="Kształt 5"/>
          <p:cNvSpPr/>
          <p:nvPr/>
        </p:nvSpPr>
        <p:spPr>
          <a:xfrm>
            <a:off x="825500" y="5080000"/>
            <a:ext cx="4826000" cy="101600"/>
          </a:xfrm>
          <a:prstGeom prst="rect">
            <a:avLst/>
          </a:prstGeom>
          <a:solidFill>
            <a:srgbClr val="FFFFFF"/>
          </a:solidFill>
          <a:ln>
            <a:noFill/>
          </a:ln>
        </p:spPr>
        <p:txBody>
          <a:bodyPr rtlCol="0" anchor="ctr"/>
          <a:lstStyle/>
          <a:p>
            <a:pPr algn="ctr"/>
            <a:endParaRPr lang="pl-PL" dirty="0"/>
          </a:p>
        </p:txBody>
      </p:sp>
      <p:sp>
        <p:nvSpPr>
          <p:cNvPr id="12" name="Kształt 6"/>
          <p:cNvSpPr/>
          <p:nvPr/>
        </p:nvSpPr>
        <p:spPr>
          <a:xfrm>
            <a:off x="1524000" y="3365500"/>
            <a:ext cx="101600" cy="2095500"/>
          </a:xfrm>
          <a:prstGeom prst="rect">
            <a:avLst/>
          </a:prstGeom>
          <a:solidFill>
            <a:srgbClr val="FFFFFF"/>
          </a:solidFill>
          <a:ln>
            <a:noFill/>
          </a:ln>
        </p:spPr>
        <p:txBody>
          <a:bodyPr rtlCol="0" anchor="ctr"/>
          <a:lstStyle/>
          <a:p>
            <a:pPr algn="ctr"/>
            <a:endParaRPr lang="pl-PL" dirty="0"/>
          </a:p>
        </p:txBody>
      </p:sp>
      <p:sp>
        <p:nvSpPr>
          <p:cNvPr id="13" name="Kształt 7"/>
          <p:cNvSpPr/>
          <p:nvPr/>
        </p:nvSpPr>
        <p:spPr>
          <a:xfrm>
            <a:off x="2730500" y="3365500"/>
            <a:ext cx="101600" cy="2095500"/>
          </a:xfrm>
          <a:prstGeom prst="rect">
            <a:avLst/>
          </a:prstGeom>
          <a:solidFill>
            <a:srgbClr val="FFFFFF"/>
          </a:solidFill>
          <a:ln>
            <a:noFill/>
          </a:ln>
        </p:spPr>
        <p:txBody>
          <a:bodyPr rtlCol="0" anchor="ctr"/>
          <a:lstStyle/>
          <a:p>
            <a:pPr algn="ctr"/>
            <a:endParaRPr lang="pl-PL" dirty="0"/>
          </a:p>
        </p:txBody>
      </p:sp>
      <p:sp>
        <p:nvSpPr>
          <p:cNvPr id="14" name="Kształt 8"/>
          <p:cNvSpPr/>
          <p:nvPr/>
        </p:nvSpPr>
        <p:spPr>
          <a:xfrm>
            <a:off x="3810000" y="3365500"/>
            <a:ext cx="101600" cy="2095500"/>
          </a:xfrm>
          <a:prstGeom prst="rect">
            <a:avLst/>
          </a:prstGeom>
          <a:solidFill>
            <a:srgbClr val="FFFFFF"/>
          </a:solidFill>
          <a:ln>
            <a:noFill/>
          </a:ln>
        </p:spPr>
        <p:txBody>
          <a:bodyPr rtlCol="0" anchor="ctr"/>
          <a:lstStyle/>
          <a:p>
            <a:pPr algn="ctr"/>
            <a:endParaRPr lang="pl-PL" dirty="0"/>
          </a:p>
        </p:txBody>
      </p:sp>
      <p:sp>
        <p:nvSpPr>
          <p:cNvPr id="15" name="Kształt 9"/>
          <p:cNvSpPr/>
          <p:nvPr/>
        </p:nvSpPr>
        <p:spPr>
          <a:xfrm>
            <a:off x="4889500" y="3365500"/>
            <a:ext cx="101600" cy="2095500"/>
          </a:xfrm>
          <a:prstGeom prst="rect">
            <a:avLst/>
          </a:prstGeom>
          <a:solidFill>
            <a:srgbClr val="FFFFFF"/>
          </a:solidFill>
          <a:ln>
            <a:noFill/>
          </a:ln>
        </p:spPr>
        <p:txBody>
          <a:bodyPr rtlCol="0" anchor="ctr"/>
          <a:lstStyle/>
          <a:p>
            <a:pPr algn="ctr"/>
            <a:endParaRPr lang="pl-PL" dirty="0"/>
          </a:p>
        </p:txBody>
      </p:sp>
      <p:sp>
        <p:nvSpPr>
          <p:cNvPr id="16" name="Kształt 10"/>
          <p:cNvSpPr/>
          <p:nvPr/>
        </p:nvSpPr>
        <p:spPr>
          <a:xfrm>
            <a:off x="1965325" y="3679825"/>
            <a:ext cx="1631950" cy="1631950"/>
          </a:xfrm>
          <a:prstGeom prst="ellipse">
            <a:avLst/>
          </a:prstGeom>
          <a:solidFill>
            <a:srgbClr val="EE312F">
              <a:alpha val="7000"/>
            </a:srgbClr>
          </a:solidFill>
          <a:ln w="19050">
            <a:solidFill>
              <a:srgbClr val="EE312F">
                <a:alpha val="50000"/>
              </a:srgbClr>
            </a:solidFill>
          </a:ln>
        </p:spPr>
        <p:txBody>
          <a:bodyPr rtlCol="0" anchor="ctr"/>
          <a:lstStyle/>
          <a:p>
            <a:pPr algn="ctr"/>
            <a:endParaRPr lang="pl-PL" dirty="0"/>
          </a:p>
        </p:txBody>
      </p:sp>
      <p:sp>
        <p:nvSpPr>
          <p:cNvPr id="17" name="Kształt 11"/>
          <p:cNvSpPr/>
          <p:nvPr/>
        </p:nvSpPr>
        <p:spPr>
          <a:xfrm>
            <a:off x="2755900" y="4495800"/>
            <a:ext cx="50800" cy="660400"/>
          </a:xfrm>
          <a:prstGeom prst="roundRect">
            <a:avLst>
              <a:gd name="adj" fmla="val 50000"/>
            </a:avLst>
          </a:prstGeom>
          <a:solidFill>
            <a:srgbClr val="EE312F"/>
          </a:solidFill>
          <a:ln>
            <a:noFill/>
          </a:ln>
        </p:spPr>
        <p:txBody>
          <a:bodyPr rtlCol="0" anchor="ctr"/>
          <a:lstStyle/>
          <a:p>
            <a:pPr algn="ctr"/>
            <a:endParaRPr lang="pl-PL" dirty="0"/>
          </a:p>
        </p:txBody>
      </p:sp>
      <p:sp>
        <p:nvSpPr>
          <p:cNvPr id="18" name="Kształt 12"/>
          <p:cNvSpPr/>
          <p:nvPr/>
        </p:nvSpPr>
        <p:spPr>
          <a:xfrm>
            <a:off x="2755900" y="5105400"/>
            <a:ext cx="635000" cy="50800"/>
          </a:xfrm>
          <a:prstGeom prst="roundRect">
            <a:avLst>
              <a:gd name="adj" fmla="val 50000"/>
            </a:avLst>
          </a:prstGeom>
          <a:solidFill>
            <a:srgbClr val="EE312F"/>
          </a:solidFill>
          <a:ln>
            <a:noFill/>
          </a:ln>
        </p:spPr>
        <p:txBody>
          <a:bodyPr rtlCol="0" anchor="ctr"/>
          <a:lstStyle/>
          <a:p>
            <a:pPr algn="ctr"/>
            <a:endParaRPr lang="pl-PL" dirty="0"/>
          </a:p>
        </p:txBody>
      </p:sp>
      <p:sp>
        <p:nvSpPr>
          <p:cNvPr id="19" name="Kształt 13"/>
          <p:cNvSpPr/>
          <p:nvPr/>
        </p:nvSpPr>
        <p:spPr>
          <a:xfrm>
            <a:off x="2622550" y="4292600"/>
            <a:ext cx="317500" cy="304800"/>
          </a:xfrm>
          <a:custGeom>
            <a:avLst/>
            <a:gdLst/>
            <a:ahLst/>
            <a:cxnLst/>
            <a:rect l="0" t="0" r="r" b="b"/>
            <a:pathLst>
              <a:path w="317500" h="304800">
                <a:moveTo>
                  <a:pt x="158750" y="0"/>
                </a:moveTo>
                <a:lnTo>
                  <a:pt x="317500" y="133350"/>
                </a:lnTo>
                <a:lnTo>
                  <a:pt x="273050" y="133350"/>
                </a:lnTo>
                <a:lnTo>
                  <a:pt x="273050" y="304800"/>
                </a:lnTo>
                <a:lnTo>
                  <a:pt x="44450" y="304800"/>
                </a:lnTo>
                <a:lnTo>
                  <a:pt x="44450" y="133350"/>
                </a:lnTo>
                <a:lnTo>
                  <a:pt x="0" y="133350"/>
                </a:lnTo>
                <a:close/>
              </a:path>
            </a:pathLst>
          </a:custGeom>
          <a:solidFill>
            <a:srgbClr val="151515"/>
          </a:solidFill>
          <a:ln>
            <a:noFill/>
          </a:ln>
        </p:spPr>
        <p:txBody>
          <a:bodyPr rtlCol="0" anchor="ctr"/>
          <a:lstStyle/>
          <a:p>
            <a:pPr algn="ctr"/>
            <a:endParaRPr lang="pl-PL" dirty="0"/>
          </a:p>
        </p:txBody>
      </p:sp>
      <p:sp>
        <p:nvSpPr>
          <p:cNvPr id="20" name="Kształt 14"/>
          <p:cNvSpPr/>
          <p:nvPr/>
        </p:nvSpPr>
        <p:spPr>
          <a:xfrm>
            <a:off x="2749550" y="4495800"/>
            <a:ext cx="63500" cy="101600"/>
          </a:xfrm>
          <a:custGeom>
            <a:avLst/>
            <a:gdLst/>
            <a:ahLst/>
            <a:cxnLst/>
            <a:rect l="0" t="0" r="r" b="b"/>
            <a:pathLst>
              <a:path w="63500" h="101600">
                <a:moveTo>
                  <a:pt x="0" y="0"/>
                </a:moveTo>
                <a:lnTo>
                  <a:pt x="63500" y="0"/>
                </a:lnTo>
                <a:lnTo>
                  <a:pt x="63500" y="101600"/>
                </a:lnTo>
                <a:lnTo>
                  <a:pt x="0" y="101600"/>
                </a:lnTo>
                <a:close/>
              </a:path>
            </a:pathLst>
          </a:custGeom>
          <a:solidFill>
            <a:srgbClr val="FFFFFF"/>
          </a:solidFill>
          <a:ln>
            <a:noFill/>
          </a:ln>
        </p:spPr>
        <p:txBody>
          <a:bodyPr rtlCol="0" anchor="ctr"/>
          <a:lstStyle/>
          <a:p>
            <a:pPr algn="ctr"/>
            <a:endParaRPr lang="pl-PL" dirty="0"/>
          </a:p>
        </p:txBody>
      </p:sp>
      <p:sp>
        <p:nvSpPr>
          <p:cNvPr id="21" name="Kształt 15"/>
          <p:cNvSpPr/>
          <p:nvPr/>
        </p:nvSpPr>
        <p:spPr>
          <a:xfrm>
            <a:off x="3225800" y="5041900"/>
            <a:ext cx="304800" cy="215900"/>
          </a:xfrm>
          <a:custGeom>
            <a:avLst/>
            <a:gdLst/>
            <a:ahLst/>
            <a:cxnLst/>
            <a:rect l="0" t="0" r="r" b="b"/>
            <a:pathLst>
              <a:path w="304800" h="215900">
                <a:moveTo>
                  <a:pt x="0" y="0"/>
                </a:moveTo>
                <a:lnTo>
                  <a:pt x="304800" y="0"/>
                </a:lnTo>
                <a:lnTo>
                  <a:pt x="304800" y="215900"/>
                </a:lnTo>
                <a:lnTo>
                  <a:pt x="0" y="215900"/>
                </a:lnTo>
                <a:close/>
              </a:path>
            </a:pathLst>
          </a:custGeom>
          <a:solidFill>
            <a:srgbClr val="FFFFFF"/>
          </a:solidFill>
          <a:ln w="19050">
            <a:solidFill>
              <a:srgbClr val="151515"/>
            </a:solidFill>
            <a:round/>
          </a:ln>
        </p:spPr>
        <p:txBody>
          <a:bodyPr rtlCol="0" anchor="ctr"/>
          <a:lstStyle/>
          <a:p>
            <a:pPr algn="ctr"/>
            <a:endParaRPr lang="pl-PL" dirty="0"/>
          </a:p>
        </p:txBody>
      </p:sp>
      <p:sp>
        <p:nvSpPr>
          <p:cNvPr id="22" name="Kształt 16"/>
          <p:cNvSpPr/>
          <p:nvPr/>
        </p:nvSpPr>
        <p:spPr>
          <a:xfrm>
            <a:off x="3200400" y="4940300"/>
            <a:ext cx="88900" cy="101600"/>
          </a:xfrm>
          <a:custGeom>
            <a:avLst/>
            <a:gdLst/>
            <a:ahLst/>
            <a:cxnLst/>
            <a:rect l="0" t="0" r="r" b="b"/>
            <a:pathLst>
              <a:path w="88900" h="101600">
                <a:moveTo>
                  <a:pt x="0" y="0"/>
                </a:moveTo>
                <a:lnTo>
                  <a:pt x="88900" y="0"/>
                </a:lnTo>
                <a:lnTo>
                  <a:pt x="88900" y="101600"/>
                </a:lnTo>
                <a:lnTo>
                  <a:pt x="0" y="101600"/>
                </a:lnTo>
                <a:close/>
              </a:path>
            </a:pathLst>
          </a:custGeom>
          <a:solidFill>
            <a:srgbClr val="EE312F"/>
          </a:solidFill>
          <a:ln w="12700">
            <a:solidFill>
              <a:srgbClr val="151515"/>
            </a:solidFill>
            <a:round/>
          </a:ln>
        </p:spPr>
        <p:txBody>
          <a:bodyPr rtlCol="0" anchor="ctr"/>
          <a:lstStyle/>
          <a:p>
            <a:pPr algn="ctr"/>
            <a:endParaRPr lang="pl-PL" dirty="0"/>
          </a:p>
        </p:txBody>
      </p:sp>
      <p:sp>
        <p:nvSpPr>
          <p:cNvPr id="23" name="Kształt 17"/>
          <p:cNvSpPr/>
          <p:nvPr/>
        </p:nvSpPr>
        <p:spPr>
          <a:xfrm>
            <a:off x="3289300" y="4940300"/>
            <a:ext cx="88900" cy="101600"/>
          </a:xfrm>
          <a:custGeom>
            <a:avLst/>
            <a:gdLst/>
            <a:ahLst/>
            <a:cxnLst/>
            <a:rect l="0" t="0" r="r" b="b"/>
            <a:pathLst>
              <a:path w="88900" h="101600">
                <a:moveTo>
                  <a:pt x="0" y="0"/>
                </a:moveTo>
                <a:lnTo>
                  <a:pt x="88900" y="0"/>
                </a:lnTo>
                <a:lnTo>
                  <a:pt x="88900" y="101600"/>
                </a:lnTo>
                <a:lnTo>
                  <a:pt x="0" y="101600"/>
                </a:lnTo>
                <a:close/>
              </a:path>
            </a:pathLst>
          </a:custGeom>
          <a:solidFill>
            <a:srgbClr val="FFFFFF"/>
          </a:solidFill>
          <a:ln w="12700">
            <a:solidFill>
              <a:srgbClr val="151515"/>
            </a:solidFill>
            <a:round/>
          </a:ln>
        </p:spPr>
        <p:txBody>
          <a:bodyPr rtlCol="0" anchor="ctr"/>
          <a:lstStyle/>
          <a:p>
            <a:pPr algn="ctr"/>
            <a:endParaRPr lang="pl-PL" dirty="0"/>
          </a:p>
        </p:txBody>
      </p:sp>
      <p:sp>
        <p:nvSpPr>
          <p:cNvPr id="24" name="Kształt 18"/>
          <p:cNvSpPr/>
          <p:nvPr/>
        </p:nvSpPr>
        <p:spPr>
          <a:xfrm>
            <a:off x="3378200" y="4940300"/>
            <a:ext cx="88900" cy="101600"/>
          </a:xfrm>
          <a:custGeom>
            <a:avLst/>
            <a:gdLst/>
            <a:ahLst/>
            <a:cxnLst/>
            <a:rect l="0" t="0" r="r" b="b"/>
            <a:pathLst>
              <a:path w="88900" h="101600">
                <a:moveTo>
                  <a:pt x="0" y="0"/>
                </a:moveTo>
                <a:lnTo>
                  <a:pt x="88900" y="0"/>
                </a:lnTo>
                <a:lnTo>
                  <a:pt x="88900" y="101600"/>
                </a:lnTo>
                <a:lnTo>
                  <a:pt x="0" y="101600"/>
                </a:lnTo>
                <a:close/>
              </a:path>
            </a:pathLst>
          </a:custGeom>
          <a:solidFill>
            <a:srgbClr val="EE312F"/>
          </a:solidFill>
          <a:ln w="12700">
            <a:solidFill>
              <a:srgbClr val="151515"/>
            </a:solidFill>
            <a:round/>
          </a:ln>
        </p:spPr>
        <p:txBody>
          <a:bodyPr rtlCol="0" anchor="ctr"/>
          <a:lstStyle/>
          <a:p>
            <a:pPr algn="ctr"/>
            <a:endParaRPr lang="pl-PL" dirty="0"/>
          </a:p>
        </p:txBody>
      </p:sp>
      <p:sp>
        <p:nvSpPr>
          <p:cNvPr id="25" name="Kształt 19"/>
          <p:cNvSpPr/>
          <p:nvPr/>
        </p:nvSpPr>
        <p:spPr>
          <a:xfrm>
            <a:off x="3467100" y="4940300"/>
            <a:ext cx="88900" cy="101600"/>
          </a:xfrm>
          <a:custGeom>
            <a:avLst/>
            <a:gdLst/>
            <a:ahLst/>
            <a:cxnLst/>
            <a:rect l="0" t="0" r="r" b="b"/>
            <a:pathLst>
              <a:path w="88900" h="101600">
                <a:moveTo>
                  <a:pt x="0" y="0"/>
                </a:moveTo>
                <a:lnTo>
                  <a:pt x="88900" y="0"/>
                </a:lnTo>
                <a:lnTo>
                  <a:pt x="88900" y="101600"/>
                </a:lnTo>
                <a:lnTo>
                  <a:pt x="0" y="101600"/>
                </a:lnTo>
                <a:close/>
              </a:path>
            </a:pathLst>
          </a:custGeom>
          <a:solidFill>
            <a:srgbClr val="FFFFFF"/>
          </a:solidFill>
          <a:ln w="12700">
            <a:solidFill>
              <a:srgbClr val="151515"/>
            </a:solidFill>
            <a:round/>
          </a:ln>
        </p:spPr>
        <p:txBody>
          <a:bodyPr rtlCol="0" anchor="ctr"/>
          <a:lstStyle/>
          <a:p>
            <a:pPr algn="ctr"/>
            <a:endParaRPr lang="pl-PL" dirty="0"/>
          </a:p>
        </p:txBody>
      </p:sp>
      <p:sp>
        <p:nvSpPr>
          <p:cNvPr id="26" name="Kształt 20"/>
          <p:cNvSpPr/>
          <p:nvPr/>
        </p:nvSpPr>
        <p:spPr>
          <a:xfrm>
            <a:off x="3340100" y="5130800"/>
            <a:ext cx="76200" cy="127000"/>
          </a:xfrm>
          <a:custGeom>
            <a:avLst/>
            <a:gdLst/>
            <a:ahLst/>
            <a:cxnLst/>
            <a:rect l="0" t="0" r="r" b="b"/>
            <a:pathLst>
              <a:path w="76200" h="127000">
                <a:moveTo>
                  <a:pt x="0" y="0"/>
                </a:moveTo>
                <a:lnTo>
                  <a:pt x="76200" y="0"/>
                </a:lnTo>
                <a:lnTo>
                  <a:pt x="76200" y="127000"/>
                </a:lnTo>
                <a:lnTo>
                  <a:pt x="0" y="127000"/>
                </a:lnTo>
                <a:close/>
              </a:path>
            </a:pathLst>
          </a:custGeom>
          <a:solidFill>
            <a:srgbClr val="151515"/>
          </a:solidFill>
          <a:ln>
            <a:noFill/>
          </a:ln>
        </p:spPr>
        <p:txBody>
          <a:bodyPr rtlCol="0" anchor="ctr"/>
          <a:lstStyle/>
          <a:p>
            <a:pPr algn="ctr"/>
            <a:endParaRPr lang="pl-PL" dirty="0"/>
          </a:p>
        </p:txBody>
      </p:sp>
      <p:sp>
        <p:nvSpPr>
          <p:cNvPr id="27" name="Kształt 21"/>
          <p:cNvSpPr/>
          <p:nvPr/>
        </p:nvSpPr>
        <p:spPr>
          <a:xfrm>
            <a:off x="2094012" y="3949700"/>
            <a:ext cx="457200" cy="228600"/>
          </a:xfrm>
          <a:prstGeom prst="roundRect">
            <a:avLst>
              <a:gd name="adj" fmla="val 50000"/>
            </a:avLst>
          </a:prstGeom>
          <a:solidFill>
            <a:srgbClr val="FFFFFF"/>
          </a:solidFill>
          <a:ln>
            <a:noFill/>
          </a:ln>
          <a:effectLst>
            <a:outerShdw blurRad="88900" dist="38100" dir="5400000" algn="ctr" rotWithShape="0">
              <a:srgbClr val="000000">
                <a:alpha val="6700"/>
              </a:srgbClr>
            </a:outerShdw>
          </a:effectLst>
        </p:spPr>
        <p:txBody>
          <a:bodyPr rtlCol="0" anchor="ctr"/>
          <a:lstStyle/>
          <a:p>
            <a:pPr algn="ctr"/>
            <a:endParaRPr lang="pl-PL" dirty="0"/>
          </a:p>
        </p:txBody>
      </p:sp>
      <p:sp>
        <p:nvSpPr>
          <p:cNvPr id="28" name="Tekst: Dom"/>
          <p:cNvSpPr txBox="1"/>
          <p:nvPr/>
        </p:nvSpPr>
        <p:spPr>
          <a:xfrm>
            <a:off x="2182912" y="3987800"/>
            <a:ext cx="484108" cy="152400"/>
          </a:xfrm>
          <a:prstGeom prst="rect">
            <a:avLst/>
          </a:prstGeom>
          <a:noFill/>
          <a:ln>
            <a:noFill/>
          </a:ln>
        </p:spPr>
        <p:txBody>
          <a:bodyPr wrap="none" lIns="0" tIns="0" rIns="0" bIns="0" rtlCol="0" anchor="t">
            <a:noAutofit/>
          </a:bodyPr>
          <a:lstStyle/>
          <a:p>
            <a:pPr algn="l">
              <a:spcBef>
                <a:spcPts val="0"/>
              </a:spcBef>
              <a:spcAft>
                <a:spcPts val="0"/>
              </a:spcAft>
              <a:buNone/>
            </a:pPr>
            <a:r>
              <a:rPr lang="pl-PL" sz="1000" kern="100" dirty="0">
                <a:solidFill>
                  <a:srgbClr val="151515"/>
                </a:solidFill>
                <a:latin typeface="Lato Black"/>
                <a:cs typeface="Lato Black"/>
              </a:rPr>
              <a:t>Dom</a:t>
            </a:r>
            <a:endParaRPr lang="pl-PL" sz="1000" kern="100" dirty="0">
              <a:solidFill>
                <a:srgbClr val="151515"/>
              </a:solidFill>
              <a:latin typeface="Lato Black"/>
              <a:cs typeface="Lato Black"/>
            </a:endParaRPr>
          </a:p>
        </p:txBody>
      </p:sp>
      <p:sp>
        <p:nvSpPr>
          <p:cNvPr id="29" name="Kształt 22"/>
          <p:cNvSpPr/>
          <p:nvPr/>
        </p:nvSpPr>
        <p:spPr>
          <a:xfrm>
            <a:off x="3657699" y="4864100"/>
            <a:ext cx="488950" cy="228600"/>
          </a:xfrm>
          <a:prstGeom prst="roundRect">
            <a:avLst>
              <a:gd name="adj" fmla="val 50000"/>
            </a:avLst>
          </a:prstGeom>
          <a:solidFill>
            <a:srgbClr val="FFFFFF"/>
          </a:solidFill>
          <a:ln>
            <a:noFill/>
          </a:ln>
          <a:effectLst>
            <a:outerShdw blurRad="88900" dist="38100" dir="5400000" algn="ctr" rotWithShape="0">
              <a:srgbClr val="000000">
                <a:alpha val="6700"/>
              </a:srgbClr>
            </a:outerShdw>
          </a:effectLst>
        </p:spPr>
        <p:txBody>
          <a:bodyPr rtlCol="0" anchor="ctr"/>
          <a:lstStyle/>
          <a:p>
            <a:pPr algn="ctr"/>
            <a:endParaRPr lang="pl-PL" dirty="0"/>
          </a:p>
        </p:txBody>
      </p:sp>
      <p:sp>
        <p:nvSpPr>
          <p:cNvPr id="30" name="Tekst: Sklep"/>
          <p:cNvSpPr txBox="1"/>
          <p:nvPr/>
        </p:nvSpPr>
        <p:spPr>
          <a:xfrm>
            <a:off x="3746599" y="4902200"/>
            <a:ext cx="526018" cy="152400"/>
          </a:xfrm>
          <a:prstGeom prst="rect">
            <a:avLst/>
          </a:prstGeom>
          <a:noFill/>
          <a:ln>
            <a:noFill/>
          </a:ln>
        </p:spPr>
        <p:txBody>
          <a:bodyPr wrap="none" lIns="0" tIns="0" rIns="0" bIns="0" rtlCol="0" anchor="t">
            <a:noAutofit/>
          </a:bodyPr>
          <a:lstStyle/>
          <a:p>
            <a:pPr algn="l">
              <a:spcBef>
                <a:spcPts val="0"/>
              </a:spcBef>
              <a:spcAft>
                <a:spcPts val="0"/>
              </a:spcAft>
              <a:buNone/>
            </a:pPr>
            <a:r>
              <a:rPr lang="pl-PL" sz="1000" kern="100" dirty="0">
                <a:solidFill>
                  <a:srgbClr val="151515"/>
                </a:solidFill>
                <a:latin typeface="Lato Black"/>
                <a:cs typeface="Lato Black"/>
              </a:rPr>
              <a:t>Sklep</a:t>
            </a:r>
            <a:endParaRPr lang="pl-PL" sz="1000" kern="100" dirty="0">
              <a:solidFill>
                <a:srgbClr val="151515"/>
              </a:solidFill>
              <a:latin typeface="Lato Black"/>
              <a:cs typeface="Lato Black"/>
            </a:endParaRPr>
          </a:p>
        </p:txBody>
      </p:sp>
      <p:sp>
        <p:nvSpPr>
          <p:cNvPr id="31" name="Tekst: Teraz"/>
          <p:cNvSpPr txBox="1"/>
          <p:nvPr/>
        </p:nvSpPr>
        <p:spPr>
          <a:xfrm>
            <a:off x="6540500" y="1111250"/>
            <a:ext cx="4826000" cy="205740"/>
          </a:xfrm>
          <a:prstGeom prst="rect">
            <a:avLst/>
          </a:prstGeom>
          <a:noFill/>
          <a:ln>
            <a:noFill/>
          </a:ln>
        </p:spPr>
        <p:txBody>
          <a:bodyPr wrap="none" lIns="0" tIns="0" rIns="0" bIns="0" rtlCol="0" anchor="t">
            <a:noAutofit/>
          </a:bodyPr>
          <a:lstStyle/>
          <a:p>
            <a:pPr algn="l">
              <a:spcBef>
                <a:spcPts val="0"/>
              </a:spcBef>
              <a:spcAft>
                <a:spcPts val="0"/>
              </a:spcAft>
              <a:buNone/>
            </a:pPr>
            <a:r>
              <a:rPr lang="pl-PL" sz="1350" b="1" kern="100" cap="all" spc="189" dirty="0">
                <a:solidFill>
                  <a:srgbClr val="EE312F"/>
                </a:solidFill>
                <a:latin typeface="Lato"/>
                <a:cs typeface="Lato"/>
              </a:rPr>
              <a:t>Teraz</a:t>
            </a:r>
            <a:endParaRPr lang="pl-PL" sz="1350" b="1" kern="100" cap="all" spc="189" dirty="0">
              <a:solidFill>
                <a:srgbClr val="EE312F"/>
              </a:solidFill>
              <a:latin typeface="Lato"/>
              <a:cs typeface="Lato"/>
            </a:endParaRPr>
          </a:p>
        </p:txBody>
      </p:sp>
      <p:sp>
        <p:nvSpPr>
          <p:cNvPr id="32" name="Tekst: Aplikacja szybkich dostaw. · 1"/>
          <p:cNvSpPr txBox="1"/>
          <p:nvPr/>
        </p:nvSpPr>
        <p:spPr>
          <a:xfrm>
            <a:off x="6540500" y="1478867"/>
            <a:ext cx="4826000" cy="484632"/>
          </a:xfrm>
          <a:prstGeom prst="rect">
            <a:avLst/>
          </a:prstGeom>
          <a:noFill/>
          <a:ln>
            <a:noFill/>
          </a:ln>
        </p:spPr>
        <p:txBody>
          <a:bodyPr wrap="none" lIns="0" tIns="0" rIns="0" bIns="0" rtlCol="0" anchor="ctr">
            <a:noAutofit/>
          </a:bodyPr>
          <a:lstStyle/>
          <a:p>
            <a:pPr algn="l">
              <a:spcBef>
                <a:spcPts val="0"/>
              </a:spcBef>
              <a:spcAft>
                <a:spcPts val="0"/>
              </a:spcAft>
              <a:buNone/>
            </a:pPr>
            <a:r>
              <a:rPr lang="pl-PL" sz="3600" kern="100" spc="-126" dirty="0">
                <a:solidFill>
                  <a:srgbClr val="151515"/>
                </a:solidFill>
                <a:latin typeface="Lato Black"/>
                <a:cs typeface="Lato Black"/>
              </a:rPr>
              <a:t>Aplikacja</a:t>
            </a:r>
            <a:endParaRPr lang="pl-PL" sz="3600" kern="100" spc="-126" dirty="0">
              <a:solidFill>
                <a:srgbClr val="151515"/>
              </a:solidFill>
              <a:latin typeface="Lato Black"/>
              <a:cs typeface="Lato Black"/>
            </a:endParaRPr>
          </a:p>
        </p:txBody>
      </p:sp>
      <p:sp>
        <p:nvSpPr>
          <p:cNvPr id="33" name="Tekst: Aplikacja szybkich dostaw. · 2"/>
          <p:cNvSpPr txBox="1"/>
          <p:nvPr/>
        </p:nvSpPr>
        <p:spPr>
          <a:xfrm>
            <a:off x="6540500" y="1963499"/>
            <a:ext cx="4826000" cy="484632"/>
          </a:xfrm>
          <a:prstGeom prst="rect">
            <a:avLst/>
          </a:prstGeom>
          <a:noFill/>
          <a:ln>
            <a:noFill/>
          </a:ln>
        </p:spPr>
        <p:txBody>
          <a:bodyPr wrap="none" lIns="0" tIns="0" rIns="0" bIns="0" rtlCol="0" anchor="ctr">
            <a:noAutofit/>
          </a:bodyPr>
          <a:lstStyle/>
          <a:p>
            <a:pPr algn="l">
              <a:spcBef>
                <a:spcPts val="0"/>
              </a:spcBef>
              <a:spcAft>
                <a:spcPts val="0"/>
              </a:spcAft>
              <a:buNone/>
            </a:pPr>
            <a:r>
              <a:rPr lang="pl-PL" sz="3600" kern="100" spc="-126" dirty="0">
                <a:solidFill>
                  <a:srgbClr val="151515"/>
                </a:solidFill>
                <a:latin typeface="Lato Black"/>
                <a:cs typeface="Lato Black"/>
              </a:rPr>
              <a:t>szybkich dostaw.</a:t>
            </a:r>
            <a:endParaRPr lang="pl-PL" sz="3600" kern="100" spc="-126" dirty="0">
              <a:solidFill>
                <a:srgbClr val="151515"/>
              </a:solidFill>
              <a:latin typeface="Lato Black"/>
              <a:cs typeface="Lato Black"/>
            </a:endParaRPr>
          </a:p>
        </p:txBody>
      </p:sp>
      <p:sp>
        <p:nvSpPr>
          <p:cNvPr id="34" name="Tekst: Wiele sklepów w jednym telefonie. Zakupy · 1"/>
          <p:cNvSpPr txBox="1"/>
          <p:nvPr/>
        </p:nvSpPr>
        <p:spPr>
          <a:xfrm>
            <a:off x="6540500" y="2528094"/>
            <a:ext cx="4826000" cy="257175"/>
          </a:xfrm>
          <a:prstGeom prst="rect">
            <a:avLst/>
          </a:prstGeom>
          <a:noFill/>
          <a:ln>
            <a:noFill/>
          </a:ln>
        </p:spPr>
        <p:txBody>
          <a:bodyPr wrap="none" lIns="0" tIns="0" rIns="0" bIns="0" rtlCol="0" anchor="ctr">
            <a:noAutofit/>
          </a:bodyPr>
          <a:lstStyle/>
          <a:p>
            <a:pPr algn="l">
              <a:spcBef>
                <a:spcPts val="0"/>
              </a:spcBef>
              <a:spcAft>
                <a:spcPts val="0"/>
              </a:spcAft>
              <a:buNone/>
            </a:pPr>
            <a:r>
              <a:rPr lang="pl-PL" sz="1500" kern="100" dirty="0">
                <a:solidFill>
                  <a:srgbClr val="555555"/>
                </a:solidFill>
                <a:latin typeface="Lato"/>
                <a:cs typeface="Lato"/>
              </a:rPr>
              <a:t>Wiele sklepów w jednym telefonie.</a:t>
            </a:r>
            <a:endParaRPr lang="pl-PL" sz="1500" kern="100" dirty="0">
              <a:solidFill>
                <a:srgbClr val="555555"/>
              </a:solidFill>
              <a:latin typeface="Lato"/>
              <a:cs typeface="Lato"/>
            </a:endParaRPr>
          </a:p>
        </p:txBody>
      </p:sp>
      <p:sp>
        <p:nvSpPr>
          <p:cNvPr id="35" name="Tekst: Wiele sklepów w jednym telefonie. Zakupy · 2"/>
          <p:cNvSpPr txBox="1"/>
          <p:nvPr/>
        </p:nvSpPr>
        <p:spPr>
          <a:xfrm>
            <a:off x="6540500" y="2785269"/>
            <a:ext cx="4826000" cy="257175"/>
          </a:xfrm>
          <a:prstGeom prst="rect">
            <a:avLst/>
          </a:prstGeom>
          <a:noFill/>
          <a:ln>
            <a:noFill/>
          </a:ln>
        </p:spPr>
        <p:txBody>
          <a:bodyPr wrap="none" lIns="0" tIns="0" rIns="0" bIns="0" rtlCol="0" anchor="ctr">
            <a:noAutofit/>
          </a:bodyPr>
          <a:lstStyle/>
          <a:p>
            <a:pPr algn="l">
              <a:spcBef>
                <a:spcPts val="0"/>
              </a:spcBef>
              <a:spcAft>
                <a:spcPts val="0"/>
              </a:spcAft>
              <a:buNone/>
            </a:pPr>
            <a:r>
              <a:rPr lang="pl-PL" sz="1500" kern="100" dirty="0">
                <a:solidFill>
                  <a:srgbClr val="555555"/>
                </a:solidFill>
                <a:latin typeface="Lato"/>
                <a:cs typeface="Lato"/>
              </a:rPr>
              <a:t>Zakupy wtedy, kiedy pojawia się potrzeba.</a:t>
            </a:r>
            <a:endParaRPr lang="pl-PL" sz="1500" kern="100" dirty="0">
              <a:solidFill>
                <a:srgbClr val="555555"/>
              </a:solidFill>
              <a:latin typeface="Lato"/>
              <a:cs typeface="Lato"/>
            </a:endParaRPr>
          </a:p>
        </p:txBody>
      </p:sp>
      <p:sp>
        <p:nvSpPr>
          <p:cNvPr id="36" name="Kształt 23"/>
          <p:cNvSpPr/>
          <p:nvPr/>
        </p:nvSpPr>
        <p:spPr>
          <a:xfrm>
            <a:off x="6546850" y="3371850"/>
            <a:ext cx="4813300" cy="2082800"/>
          </a:xfrm>
          <a:prstGeom prst="roundRect">
            <a:avLst>
              <a:gd name="adj" fmla="val 6667"/>
            </a:avLst>
          </a:prstGeom>
          <a:solidFill>
            <a:srgbClr val="FFFFFF"/>
          </a:solidFill>
          <a:ln w="12700">
            <a:solidFill>
              <a:srgbClr val="E3E3E3"/>
            </a:solidFill>
          </a:ln>
          <a:effectLst>
            <a:outerShdw blurRad="317500" dist="114300" dir="5400000" algn="ctr" rotWithShape="0">
              <a:srgbClr val="000000">
                <a:alpha val="6000"/>
              </a:srgbClr>
            </a:outerShdw>
          </a:effectLst>
        </p:spPr>
        <p:txBody>
          <a:bodyPr rtlCol="0" anchor="ctr"/>
          <a:lstStyle/>
          <a:p>
            <a:pPr algn="ctr"/>
            <a:endParaRPr lang="pl-PL" dirty="0"/>
          </a:p>
        </p:txBody>
      </p:sp>
      <p:sp>
        <p:nvSpPr>
          <p:cNvPr id="37" name="Linia"/>
          <p:cNvSpPr/>
          <p:nvPr/>
        </p:nvSpPr>
        <p:spPr>
          <a:xfrm>
            <a:off x="6553200" y="3771900"/>
            <a:ext cx="4800600" cy="12700"/>
          </a:xfrm>
          <a:prstGeom prst="rect">
            <a:avLst/>
          </a:prstGeom>
          <a:solidFill>
            <a:srgbClr val="EDEDED"/>
          </a:solidFill>
          <a:ln>
            <a:noFill/>
          </a:ln>
        </p:spPr>
        <p:txBody>
          <a:bodyPr rtlCol="0" anchor="ctr"/>
          <a:lstStyle/>
          <a:p>
            <a:pPr algn="ctr"/>
            <a:endParaRPr lang="pl-PL" dirty="0"/>
          </a:p>
        </p:txBody>
      </p:sp>
      <p:sp>
        <p:nvSpPr>
          <p:cNvPr id="38" name="Tekst: Aplikacja szybkich dostaw"/>
          <p:cNvSpPr txBox="1"/>
          <p:nvPr/>
        </p:nvSpPr>
        <p:spPr>
          <a:xfrm>
            <a:off x="6719540" y="3482975"/>
            <a:ext cx="2296597" cy="182880"/>
          </a:xfrm>
          <a:prstGeom prst="rect">
            <a:avLst/>
          </a:prstGeom>
          <a:noFill/>
          <a:ln>
            <a:noFill/>
          </a:ln>
        </p:spPr>
        <p:txBody>
          <a:bodyPr wrap="none" lIns="0" tIns="0" rIns="0" bIns="0" rtlCol="0" anchor="t">
            <a:noAutofit/>
          </a:bodyPr>
          <a:lstStyle/>
          <a:p>
            <a:pPr algn="l">
              <a:spcBef>
                <a:spcPts val="0"/>
              </a:spcBef>
              <a:spcAft>
                <a:spcPts val="0"/>
              </a:spcAft>
              <a:buNone/>
            </a:pPr>
            <a:r>
              <a:rPr lang="pl-PL" sz="1200" kern="100" dirty="0">
                <a:solidFill>
                  <a:srgbClr val="151515"/>
                </a:solidFill>
                <a:latin typeface="Lato Black"/>
                <a:cs typeface="Lato Black"/>
              </a:rPr>
              <a:t>Aplikacja szybkich dostaw</a:t>
            </a:r>
            <a:endParaRPr lang="pl-PL" sz="1200" kern="100" dirty="0">
              <a:solidFill>
                <a:srgbClr val="151515"/>
              </a:solidFill>
              <a:latin typeface="Lato Black"/>
              <a:cs typeface="Lato Black"/>
            </a:endParaRPr>
          </a:p>
        </p:txBody>
      </p:sp>
      <p:sp>
        <p:nvSpPr>
          <p:cNvPr id="39" name="!!Telefon – koszyk (tekst)"/>
          <p:cNvSpPr txBox="1"/>
          <p:nvPr/>
        </p:nvSpPr>
        <p:spPr>
          <a:xfrm>
            <a:off x="11023749" y="3451225"/>
            <a:ext cx="350163" cy="228600"/>
          </a:xfrm>
          <a:prstGeom prst="rect">
            <a:avLst/>
          </a:prstGeom>
          <a:noFill/>
          <a:ln>
            <a:noFill/>
          </a:ln>
        </p:spPr>
        <p:txBody>
          <a:bodyPr wrap="none" lIns="0" tIns="0" rIns="0" bIns="0" rtlCol="0" anchor="t">
            <a:noAutofit/>
          </a:bodyPr>
          <a:lstStyle/>
          <a:p>
            <a:pPr algn="l">
              <a:spcBef>
                <a:spcPts val="0"/>
              </a:spcBef>
              <a:spcAft>
                <a:spcPts val="0"/>
              </a:spcAft>
              <a:buNone/>
            </a:pPr>
            <a:r>
              <a:rPr lang="pl-PL" sz="1500" kern="100" dirty="0">
                <a:solidFill>
                  <a:srgbClr val="151515"/>
                </a:solidFill>
                <a:latin typeface="Segoe UI Symbol"/>
                <a:cs typeface="Segoe UI Symbol"/>
              </a:rPr>
              <a:t>▣</a:t>
            </a:r>
            <a:endParaRPr lang="pl-PL" sz="1500" kern="100" dirty="0">
              <a:solidFill>
                <a:srgbClr val="151515"/>
              </a:solidFill>
              <a:latin typeface="Segoe UI Symbol"/>
              <a:cs typeface="Segoe UI Symbol"/>
            </a:endParaRPr>
          </a:p>
        </p:txBody>
      </p:sp>
      <p:sp>
        <p:nvSpPr>
          <p:cNvPr id="40" name="Kształt 24"/>
          <p:cNvSpPr/>
          <p:nvPr/>
        </p:nvSpPr>
        <p:spPr>
          <a:xfrm>
            <a:off x="6708775" y="3914775"/>
            <a:ext cx="1060450" cy="323850"/>
          </a:xfrm>
          <a:prstGeom prst="roundRect">
            <a:avLst>
              <a:gd name="adj" fmla="val 50000"/>
            </a:avLst>
          </a:prstGeom>
          <a:solidFill>
            <a:srgbClr val="FAFAFA"/>
          </a:solidFill>
          <a:ln w="6350">
            <a:solidFill>
              <a:srgbClr val="E5E5E5"/>
            </a:solidFill>
          </a:ln>
        </p:spPr>
        <p:txBody>
          <a:bodyPr rtlCol="0" anchor="ctr"/>
          <a:lstStyle/>
          <a:p>
            <a:pPr algn="ctr"/>
            <a:endParaRPr lang="pl-PL" dirty="0"/>
          </a:p>
        </p:txBody>
      </p:sp>
      <p:sp>
        <p:nvSpPr>
          <p:cNvPr id="41" name="Kształt 25"/>
          <p:cNvSpPr/>
          <p:nvPr/>
        </p:nvSpPr>
        <p:spPr>
          <a:xfrm>
            <a:off x="6788150" y="4038600"/>
            <a:ext cx="76200" cy="76200"/>
          </a:xfrm>
          <a:prstGeom prst="ellipse">
            <a:avLst/>
          </a:prstGeom>
          <a:solidFill>
            <a:srgbClr val="EE312F"/>
          </a:solidFill>
          <a:ln>
            <a:noFill/>
          </a:ln>
        </p:spPr>
        <p:txBody>
          <a:bodyPr rtlCol="0" anchor="ctr"/>
          <a:lstStyle/>
          <a:p>
            <a:pPr algn="ctr"/>
            <a:endParaRPr lang="pl-PL" dirty="0"/>
          </a:p>
        </p:txBody>
      </p:sp>
      <p:sp>
        <p:nvSpPr>
          <p:cNvPr id="42" name="Tekst: Market"/>
          <p:cNvSpPr txBox="1"/>
          <p:nvPr/>
        </p:nvSpPr>
        <p:spPr>
          <a:xfrm>
            <a:off x="6922195" y="4003675"/>
            <a:ext cx="618887" cy="144780"/>
          </a:xfrm>
          <a:prstGeom prst="rect">
            <a:avLst/>
          </a:prstGeom>
          <a:noFill/>
          <a:ln>
            <a:noFill/>
          </a:ln>
        </p:spPr>
        <p:txBody>
          <a:bodyPr wrap="none" lIns="0" tIns="0" rIns="0" bIns="0" rtlCol="0" anchor="t">
            <a:noAutofit/>
          </a:bodyPr>
          <a:lstStyle/>
          <a:p>
            <a:pPr algn="l">
              <a:spcBef>
                <a:spcPts val="0"/>
              </a:spcBef>
              <a:spcAft>
                <a:spcPts val="0"/>
              </a:spcAft>
              <a:buNone/>
            </a:pPr>
            <a:r>
              <a:rPr lang="pl-PL" sz="950" b="1" kern="100" dirty="0">
                <a:solidFill>
                  <a:srgbClr val="151515"/>
                </a:solidFill>
                <a:latin typeface="Lato"/>
                <a:cs typeface="Lato"/>
              </a:rPr>
              <a:t>Market</a:t>
            </a:r>
            <a:endParaRPr lang="pl-PL" sz="950" b="1" kern="100" dirty="0">
              <a:solidFill>
                <a:srgbClr val="151515"/>
              </a:solidFill>
              <a:latin typeface="Lato"/>
              <a:cs typeface="Lato"/>
            </a:endParaRPr>
          </a:p>
        </p:txBody>
      </p:sp>
      <p:sp>
        <p:nvSpPr>
          <p:cNvPr id="43" name="Kształt 26"/>
          <p:cNvSpPr/>
          <p:nvPr/>
        </p:nvSpPr>
        <p:spPr>
          <a:xfrm>
            <a:off x="7851775" y="3914775"/>
            <a:ext cx="1060450" cy="323850"/>
          </a:xfrm>
          <a:prstGeom prst="roundRect">
            <a:avLst>
              <a:gd name="adj" fmla="val 50000"/>
            </a:avLst>
          </a:prstGeom>
          <a:solidFill>
            <a:srgbClr val="FAFAFA"/>
          </a:solidFill>
          <a:ln w="6350">
            <a:solidFill>
              <a:srgbClr val="E5E5E5"/>
            </a:solidFill>
          </a:ln>
        </p:spPr>
        <p:txBody>
          <a:bodyPr rtlCol="0" anchor="ctr"/>
          <a:lstStyle/>
          <a:p>
            <a:pPr algn="ctr"/>
            <a:endParaRPr lang="pl-PL" dirty="0"/>
          </a:p>
        </p:txBody>
      </p:sp>
      <p:sp>
        <p:nvSpPr>
          <p:cNvPr id="44" name="Kształt 27"/>
          <p:cNvSpPr/>
          <p:nvPr/>
        </p:nvSpPr>
        <p:spPr>
          <a:xfrm>
            <a:off x="7931150" y="4038600"/>
            <a:ext cx="76200" cy="76200"/>
          </a:xfrm>
          <a:prstGeom prst="ellipse">
            <a:avLst/>
          </a:prstGeom>
          <a:solidFill>
            <a:srgbClr val="2F7D5B"/>
          </a:solidFill>
          <a:ln>
            <a:noFill/>
          </a:ln>
        </p:spPr>
        <p:txBody>
          <a:bodyPr rtlCol="0" anchor="ctr"/>
          <a:lstStyle/>
          <a:p>
            <a:pPr algn="ctr"/>
            <a:endParaRPr lang="pl-PL" dirty="0"/>
          </a:p>
        </p:txBody>
      </p:sp>
      <p:sp>
        <p:nvSpPr>
          <p:cNvPr id="45" name="Tekst: Apteka"/>
          <p:cNvSpPr txBox="1"/>
          <p:nvPr/>
        </p:nvSpPr>
        <p:spPr>
          <a:xfrm>
            <a:off x="8063805" y="4003675"/>
            <a:ext cx="615553" cy="144780"/>
          </a:xfrm>
          <a:prstGeom prst="rect">
            <a:avLst/>
          </a:prstGeom>
          <a:noFill/>
          <a:ln>
            <a:noFill/>
          </a:ln>
        </p:spPr>
        <p:txBody>
          <a:bodyPr wrap="none" lIns="0" tIns="0" rIns="0" bIns="0" rtlCol="0" anchor="t">
            <a:noAutofit/>
          </a:bodyPr>
          <a:lstStyle/>
          <a:p>
            <a:pPr algn="l">
              <a:spcBef>
                <a:spcPts val="0"/>
              </a:spcBef>
              <a:spcAft>
                <a:spcPts val="0"/>
              </a:spcAft>
              <a:buNone/>
            </a:pPr>
            <a:r>
              <a:rPr lang="pl-PL" sz="950" b="1" kern="100" dirty="0">
                <a:solidFill>
                  <a:srgbClr val="151515"/>
                </a:solidFill>
                <a:latin typeface="Lato"/>
                <a:cs typeface="Lato"/>
              </a:rPr>
              <a:t>Apteka</a:t>
            </a:r>
            <a:endParaRPr lang="pl-PL" sz="950" b="1" kern="100" dirty="0">
              <a:solidFill>
                <a:srgbClr val="151515"/>
              </a:solidFill>
              <a:latin typeface="Lato"/>
              <a:cs typeface="Lato"/>
            </a:endParaRPr>
          </a:p>
        </p:txBody>
      </p:sp>
      <p:sp>
        <p:nvSpPr>
          <p:cNvPr id="46" name="Kształt 28"/>
          <p:cNvSpPr/>
          <p:nvPr/>
        </p:nvSpPr>
        <p:spPr>
          <a:xfrm>
            <a:off x="8994775" y="3914775"/>
            <a:ext cx="1060450" cy="323850"/>
          </a:xfrm>
          <a:prstGeom prst="roundRect">
            <a:avLst>
              <a:gd name="adj" fmla="val 50000"/>
            </a:avLst>
          </a:prstGeom>
          <a:solidFill>
            <a:srgbClr val="FAFAFA"/>
          </a:solidFill>
          <a:ln w="6350">
            <a:solidFill>
              <a:srgbClr val="E5E5E5"/>
            </a:solidFill>
          </a:ln>
        </p:spPr>
        <p:txBody>
          <a:bodyPr rtlCol="0" anchor="ctr"/>
          <a:lstStyle/>
          <a:p>
            <a:pPr algn="ctr"/>
            <a:endParaRPr lang="pl-PL" dirty="0"/>
          </a:p>
        </p:txBody>
      </p:sp>
      <p:sp>
        <p:nvSpPr>
          <p:cNvPr id="47" name="Kształt 29"/>
          <p:cNvSpPr/>
          <p:nvPr/>
        </p:nvSpPr>
        <p:spPr>
          <a:xfrm>
            <a:off x="9074150" y="4038600"/>
            <a:ext cx="76200" cy="76200"/>
          </a:xfrm>
          <a:prstGeom prst="ellipse">
            <a:avLst/>
          </a:prstGeom>
          <a:solidFill>
            <a:srgbClr val="6C72B3"/>
          </a:solidFill>
          <a:ln>
            <a:noFill/>
          </a:ln>
        </p:spPr>
        <p:txBody>
          <a:bodyPr rtlCol="0" anchor="ctr"/>
          <a:lstStyle/>
          <a:p>
            <a:pPr algn="ctr"/>
            <a:endParaRPr lang="pl-PL" dirty="0"/>
          </a:p>
        </p:txBody>
      </p:sp>
      <p:sp>
        <p:nvSpPr>
          <p:cNvPr id="48" name="Tekst: Drogeria"/>
          <p:cNvSpPr txBox="1"/>
          <p:nvPr/>
        </p:nvSpPr>
        <p:spPr>
          <a:xfrm>
            <a:off x="9205913" y="4003675"/>
            <a:ext cx="712470" cy="144780"/>
          </a:xfrm>
          <a:prstGeom prst="rect">
            <a:avLst/>
          </a:prstGeom>
          <a:noFill/>
          <a:ln>
            <a:noFill/>
          </a:ln>
        </p:spPr>
        <p:txBody>
          <a:bodyPr wrap="none" lIns="0" tIns="0" rIns="0" bIns="0" rtlCol="0" anchor="t">
            <a:noAutofit/>
          </a:bodyPr>
          <a:lstStyle/>
          <a:p>
            <a:pPr algn="l">
              <a:spcBef>
                <a:spcPts val="0"/>
              </a:spcBef>
              <a:spcAft>
                <a:spcPts val="0"/>
              </a:spcAft>
              <a:buNone/>
            </a:pPr>
            <a:r>
              <a:rPr lang="pl-PL" sz="950" b="1" kern="100" dirty="0">
                <a:solidFill>
                  <a:srgbClr val="151515"/>
                </a:solidFill>
                <a:latin typeface="Lato"/>
                <a:cs typeface="Lato"/>
              </a:rPr>
              <a:t>Drogeria</a:t>
            </a:r>
            <a:endParaRPr lang="pl-PL" sz="950" b="1" kern="100" dirty="0">
              <a:solidFill>
                <a:srgbClr val="151515"/>
              </a:solidFill>
              <a:latin typeface="Lato"/>
              <a:cs typeface="Lato"/>
            </a:endParaRPr>
          </a:p>
        </p:txBody>
      </p:sp>
      <p:sp>
        <p:nvSpPr>
          <p:cNvPr id="49" name="Kształt 30"/>
          <p:cNvSpPr/>
          <p:nvPr/>
        </p:nvSpPr>
        <p:spPr>
          <a:xfrm>
            <a:off x="10137775" y="3914775"/>
            <a:ext cx="1060450" cy="323850"/>
          </a:xfrm>
          <a:prstGeom prst="roundRect">
            <a:avLst>
              <a:gd name="adj" fmla="val 50000"/>
            </a:avLst>
          </a:prstGeom>
          <a:solidFill>
            <a:srgbClr val="FAFAFA"/>
          </a:solidFill>
          <a:ln w="6350">
            <a:solidFill>
              <a:srgbClr val="E5E5E5"/>
            </a:solidFill>
          </a:ln>
        </p:spPr>
        <p:txBody>
          <a:bodyPr rtlCol="0" anchor="ctr"/>
          <a:lstStyle/>
          <a:p>
            <a:pPr algn="ctr"/>
            <a:endParaRPr lang="pl-PL" dirty="0"/>
          </a:p>
        </p:txBody>
      </p:sp>
      <p:sp>
        <p:nvSpPr>
          <p:cNvPr id="50" name="Kształt 31"/>
          <p:cNvSpPr/>
          <p:nvPr/>
        </p:nvSpPr>
        <p:spPr>
          <a:xfrm>
            <a:off x="10217150" y="4038600"/>
            <a:ext cx="76200" cy="76200"/>
          </a:xfrm>
          <a:prstGeom prst="ellipse">
            <a:avLst/>
          </a:prstGeom>
          <a:solidFill>
            <a:srgbClr val="E2932B"/>
          </a:solidFill>
          <a:ln>
            <a:noFill/>
          </a:ln>
        </p:spPr>
        <p:txBody>
          <a:bodyPr rtlCol="0" anchor="ctr"/>
          <a:lstStyle/>
          <a:p>
            <a:pPr algn="ctr"/>
            <a:endParaRPr lang="pl-PL" dirty="0"/>
          </a:p>
        </p:txBody>
      </p:sp>
      <p:sp>
        <p:nvSpPr>
          <p:cNvPr id="51" name="Tekst: Piekarnia"/>
          <p:cNvSpPr txBox="1"/>
          <p:nvPr/>
        </p:nvSpPr>
        <p:spPr>
          <a:xfrm>
            <a:off x="10349805" y="4003675"/>
            <a:ext cx="752713" cy="144780"/>
          </a:xfrm>
          <a:prstGeom prst="rect">
            <a:avLst/>
          </a:prstGeom>
          <a:noFill/>
          <a:ln>
            <a:noFill/>
          </a:ln>
        </p:spPr>
        <p:txBody>
          <a:bodyPr wrap="none" lIns="0" tIns="0" rIns="0" bIns="0" rtlCol="0" anchor="t">
            <a:noAutofit/>
          </a:bodyPr>
          <a:lstStyle/>
          <a:p>
            <a:pPr algn="l">
              <a:spcBef>
                <a:spcPts val="0"/>
              </a:spcBef>
              <a:spcAft>
                <a:spcPts val="0"/>
              </a:spcAft>
              <a:buNone/>
            </a:pPr>
            <a:r>
              <a:rPr lang="pl-PL" sz="950" b="1" kern="100" dirty="0">
                <a:solidFill>
                  <a:srgbClr val="151515"/>
                </a:solidFill>
                <a:latin typeface="Lato"/>
                <a:cs typeface="Lato"/>
              </a:rPr>
              <a:t>Piekarnia</a:t>
            </a:r>
            <a:endParaRPr lang="pl-PL" sz="950" b="1" kern="100" dirty="0">
              <a:solidFill>
                <a:srgbClr val="151515"/>
              </a:solidFill>
              <a:latin typeface="Lato"/>
              <a:cs typeface="Lato"/>
            </a:endParaRPr>
          </a:p>
        </p:txBody>
      </p:sp>
      <p:sp>
        <p:nvSpPr>
          <p:cNvPr id="52" name="Kształt 32"/>
          <p:cNvSpPr/>
          <p:nvPr/>
        </p:nvSpPr>
        <p:spPr>
          <a:xfrm>
            <a:off x="6708775" y="4321175"/>
            <a:ext cx="1060450" cy="323850"/>
          </a:xfrm>
          <a:prstGeom prst="roundRect">
            <a:avLst>
              <a:gd name="adj" fmla="val 50000"/>
            </a:avLst>
          </a:prstGeom>
          <a:solidFill>
            <a:srgbClr val="FAFAFA"/>
          </a:solidFill>
          <a:ln w="6350">
            <a:solidFill>
              <a:srgbClr val="E5E5E5"/>
            </a:solidFill>
          </a:ln>
        </p:spPr>
        <p:txBody>
          <a:bodyPr rtlCol="0" anchor="ctr"/>
          <a:lstStyle/>
          <a:p>
            <a:pPr algn="ctr"/>
            <a:endParaRPr lang="pl-PL" dirty="0"/>
          </a:p>
        </p:txBody>
      </p:sp>
      <p:sp>
        <p:nvSpPr>
          <p:cNvPr id="53" name="Kształt 33"/>
          <p:cNvSpPr/>
          <p:nvPr/>
        </p:nvSpPr>
        <p:spPr>
          <a:xfrm>
            <a:off x="6788150" y="4445000"/>
            <a:ext cx="76200" cy="76200"/>
          </a:xfrm>
          <a:prstGeom prst="ellipse">
            <a:avLst/>
          </a:prstGeom>
          <a:solidFill>
            <a:srgbClr val="D9668F"/>
          </a:solidFill>
          <a:ln>
            <a:noFill/>
          </a:ln>
        </p:spPr>
        <p:txBody>
          <a:bodyPr rtlCol="0" anchor="ctr"/>
          <a:lstStyle/>
          <a:p>
            <a:pPr algn="ctr"/>
            <a:endParaRPr lang="pl-PL" dirty="0"/>
          </a:p>
        </p:txBody>
      </p:sp>
      <p:sp>
        <p:nvSpPr>
          <p:cNvPr id="54" name="Tekst: Kwiaciarnia"/>
          <p:cNvSpPr txBox="1"/>
          <p:nvPr/>
        </p:nvSpPr>
        <p:spPr>
          <a:xfrm>
            <a:off x="6921054" y="4410075"/>
            <a:ext cx="898088" cy="144780"/>
          </a:xfrm>
          <a:prstGeom prst="rect">
            <a:avLst/>
          </a:prstGeom>
          <a:noFill/>
          <a:ln>
            <a:noFill/>
          </a:ln>
        </p:spPr>
        <p:txBody>
          <a:bodyPr wrap="none" lIns="0" tIns="0" rIns="0" bIns="0" rtlCol="0" anchor="t">
            <a:noAutofit/>
          </a:bodyPr>
          <a:lstStyle/>
          <a:p>
            <a:pPr algn="l">
              <a:spcBef>
                <a:spcPts val="0"/>
              </a:spcBef>
              <a:spcAft>
                <a:spcPts val="0"/>
              </a:spcAft>
              <a:buNone/>
            </a:pPr>
            <a:r>
              <a:rPr lang="pl-PL" sz="950" b="1" kern="100" dirty="0">
                <a:solidFill>
                  <a:srgbClr val="151515"/>
                </a:solidFill>
                <a:latin typeface="Lato"/>
                <a:cs typeface="Lato"/>
              </a:rPr>
              <a:t>Kwiaciarnia</a:t>
            </a:r>
            <a:endParaRPr lang="pl-PL" sz="950" b="1" kern="100" dirty="0">
              <a:solidFill>
                <a:srgbClr val="151515"/>
              </a:solidFill>
              <a:latin typeface="Lato"/>
              <a:cs typeface="Lato"/>
            </a:endParaRPr>
          </a:p>
        </p:txBody>
      </p:sp>
      <p:sp>
        <p:nvSpPr>
          <p:cNvPr id="55" name="Kształt 34"/>
          <p:cNvSpPr/>
          <p:nvPr/>
        </p:nvSpPr>
        <p:spPr>
          <a:xfrm>
            <a:off x="7851775" y="4321175"/>
            <a:ext cx="1060450" cy="323850"/>
          </a:xfrm>
          <a:prstGeom prst="roundRect">
            <a:avLst>
              <a:gd name="adj" fmla="val 50000"/>
            </a:avLst>
          </a:prstGeom>
          <a:solidFill>
            <a:srgbClr val="FAFAFA"/>
          </a:solidFill>
          <a:ln w="6350">
            <a:solidFill>
              <a:srgbClr val="E5E5E5"/>
            </a:solidFill>
          </a:ln>
        </p:spPr>
        <p:txBody>
          <a:bodyPr rtlCol="0" anchor="ctr"/>
          <a:lstStyle/>
          <a:p>
            <a:pPr algn="ctr"/>
            <a:endParaRPr lang="pl-PL" dirty="0"/>
          </a:p>
        </p:txBody>
      </p:sp>
      <p:sp>
        <p:nvSpPr>
          <p:cNvPr id="56" name="Kształt 35"/>
          <p:cNvSpPr/>
          <p:nvPr/>
        </p:nvSpPr>
        <p:spPr>
          <a:xfrm>
            <a:off x="7931150" y="4445000"/>
            <a:ext cx="76200" cy="76200"/>
          </a:xfrm>
          <a:prstGeom prst="ellipse">
            <a:avLst/>
          </a:prstGeom>
          <a:solidFill>
            <a:srgbClr val="3A8FC2"/>
          </a:solidFill>
          <a:ln>
            <a:noFill/>
          </a:ln>
        </p:spPr>
        <p:txBody>
          <a:bodyPr rtlCol="0" anchor="ctr"/>
          <a:lstStyle/>
          <a:p>
            <a:pPr algn="ctr"/>
            <a:endParaRPr lang="pl-PL" dirty="0"/>
          </a:p>
        </p:txBody>
      </p:sp>
      <p:sp>
        <p:nvSpPr>
          <p:cNvPr id="57" name="Tekst: Napoje"/>
          <p:cNvSpPr txBox="1"/>
          <p:nvPr/>
        </p:nvSpPr>
        <p:spPr>
          <a:xfrm>
            <a:off x="8063607" y="4410075"/>
            <a:ext cx="615077" cy="144780"/>
          </a:xfrm>
          <a:prstGeom prst="rect">
            <a:avLst/>
          </a:prstGeom>
          <a:noFill/>
          <a:ln>
            <a:noFill/>
          </a:ln>
        </p:spPr>
        <p:txBody>
          <a:bodyPr wrap="none" lIns="0" tIns="0" rIns="0" bIns="0" rtlCol="0" anchor="t">
            <a:noAutofit/>
          </a:bodyPr>
          <a:lstStyle/>
          <a:p>
            <a:pPr algn="l">
              <a:spcBef>
                <a:spcPts val="0"/>
              </a:spcBef>
              <a:spcAft>
                <a:spcPts val="0"/>
              </a:spcAft>
              <a:buNone/>
            </a:pPr>
            <a:r>
              <a:rPr lang="pl-PL" sz="950" b="1" kern="100" dirty="0">
                <a:solidFill>
                  <a:srgbClr val="151515"/>
                </a:solidFill>
                <a:latin typeface="Lato"/>
                <a:cs typeface="Lato"/>
              </a:rPr>
              <a:t>Napoje</a:t>
            </a:r>
            <a:endParaRPr lang="pl-PL" sz="950" b="1" kern="100" dirty="0">
              <a:solidFill>
                <a:srgbClr val="151515"/>
              </a:solidFill>
              <a:latin typeface="Lato"/>
              <a:cs typeface="Lato"/>
            </a:endParaRPr>
          </a:p>
        </p:txBody>
      </p:sp>
      <p:sp>
        <p:nvSpPr>
          <p:cNvPr id="58" name="Kształt 36"/>
          <p:cNvSpPr/>
          <p:nvPr/>
        </p:nvSpPr>
        <p:spPr>
          <a:xfrm>
            <a:off x="8994775" y="4321175"/>
            <a:ext cx="1060450" cy="323850"/>
          </a:xfrm>
          <a:prstGeom prst="roundRect">
            <a:avLst>
              <a:gd name="adj" fmla="val 50000"/>
            </a:avLst>
          </a:prstGeom>
          <a:solidFill>
            <a:srgbClr val="FAFAFA"/>
          </a:solidFill>
          <a:ln w="6350">
            <a:solidFill>
              <a:srgbClr val="E5E5E5"/>
            </a:solidFill>
          </a:ln>
        </p:spPr>
        <p:txBody>
          <a:bodyPr rtlCol="0" anchor="ctr"/>
          <a:lstStyle/>
          <a:p>
            <a:pPr algn="ctr"/>
            <a:endParaRPr lang="pl-PL" dirty="0"/>
          </a:p>
        </p:txBody>
      </p:sp>
      <p:sp>
        <p:nvSpPr>
          <p:cNvPr id="59" name="Kształt 37"/>
          <p:cNvSpPr/>
          <p:nvPr/>
        </p:nvSpPr>
        <p:spPr>
          <a:xfrm>
            <a:off x="9074150" y="4445000"/>
            <a:ext cx="76200" cy="76200"/>
          </a:xfrm>
          <a:prstGeom prst="ellipse">
            <a:avLst/>
          </a:prstGeom>
          <a:solidFill>
            <a:srgbClr val="8A6D3B"/>
          </a:solidFill>
          <a:ln>
            <a:noFill/>
          </a:ln>
        </p:spPr>
        <p:txBody>
          <a:bodyPr rtlCol="0" anchor="ctr"/>
          <a:lstStyle/>
          <a:p>
            <a:pPr algn="ctr"/>
            <a:endParaRPr lang="pl-PL" dirty="0"/>
          </a:p>
        </p:txBody>
      </p:sp>
      <p:sp>
        <p:nvSpPr>
          <p:cNvPr id="60" name="Tekst: Zoologiczny"/>
          <p:cNvSpPr txBox="1"/>
          <p:nvPr/>
        </p:nvSpPr>
        <p:spPr>
          <a:xfrm>
            <a:off x="9206607" y="4410075"/>
            <a:ext cx="927497" cy="144780"/>
          </a:xfrm>
          <a:prstGeom prst="rect">
            <a:avLst/>
          </a:prstGeom>
          <a:noFill/>
          <a:ln>
            <a:noFill/>
          </a:ln>
        </p:spPr>
        <p:txBody>
          <a:bodyPr wrap="none" lIns="0" tIns="0" rIns="0" bIns="0" rtlCol="0" anchor="t">
            <a:noAutofit/>
          </a:bodyPr>
          <a:lstStyle/>
          <a:p>
            <a:pPr algn="l">
              <a:spcBef>
                <a:spcPts val="0"/>
              </a:spcBef>
              <a:spcAft>
                <a:spcPts val="0"/>
              </a:spcAft>
              <a:buNone/>
            </a:pPr>
            <a:r>
              <a:rPr lang="pl-PL" sz="950" b="1" kern="100" dirty="0">
                <a:solidFill>
                  <a:srgbClr val="151515"/>
                </a:solidFill>
                <a:latin typeface="Lato"/>
                <a:cs typeface="Lato"/>
              </a:rPr>
              <a:t>Zoologiczny</a:t>
            </a:r>
            <a:endParaRPr lang="pl-PL" sz="950" b="1" kern="100" dirty="0">
              <a:solidFill>
                <a:srgbClr val="151515"/>
              </a:solidFill>
              <a:latin typeface="Lato"/>
              <a:cs typeface="Lato"/>
            </a:endParaRPr>
          </a:p>
        </p:txBody>
      </p:sp>
      <p:sp>
        <p:nvSpPr>
          <p:cNvPr id="61" name="Kształt 38"/>
          <p:cNvSpPr/>
          <p:nvPr/>
        </p:nvSpPr>
        <p:spPr>
          <a:xfrm>
            <a:off x="10137775" y="4321175"/>
            <a:ext cx="1060450" cy="323850"/>
          </a:xfrm>
          <a:prstGeom prst="roundRect">
            <a:avLst>
              <a:gd name="adj" fmla="val 50000"/>
            </a:avLst>
          </a:prstGeom>
          <a:solidFill>
            <a:srgbClr val="FAFAFA"/>
          </a:solidFill>
          <a:ln w="6350">
            <a:solidFill>
              <a:srgbClr val="E5E5E5"/>
            </a:solidFill>
          </a:ln>
        </p:spPr>
        <p:txBody>
          <a:bodyPr rtlCol="0" anchor="ctr"/>
          <a:lstStyle/>
          <a:p>
            <a:pPr algn="ctr"/>
            <a:endParaRPr lang="pl-PL" dirty="0"/>
          </a:p>
        </p:txBody>
      </p:sp>
      <p:sp>
        <p:nvSpPr>
          <p:cNvPr id="62" name="Kształt 39"/>
          <p:cNvSpPr/>
          <p:nvPr/>
        </p:nvSpPr>
        <p:spPr>
          <a:xfrm>
            <a:off x="10217150" y="4445000"/>
            <a:ext cx="76200" cy="76200"/>
          </a:xfrm>
          <a:prstGeom prst="ellipse">
            <a:avLst/>
          </a:prstGeom>
          <a:solidFill>
            <a:srgbClr val="555555"/>
          </a:solidFill>
          <a:ln>
            <a:noFill/>
          </a:ln>
        </p:spPr>
        <p:txBody>
          <a:bodyPr rtlCol="0" anchor="ctr"/>
          <a:lstStyle/>
          <a:p>
            <a:pPr algn="ctr"/>
            <a:endParaRPr lang="pl-PL" dirty="0"/>
          </a:p>
        </p:txBody>
      </p:sp>
      <p:sp>
        <p:nvSpPr>
          <p:cNvPr id="63" name="Tekst: Elektronika"/>
          <p:cNvSpPr txBox="1"/>
          <p:nvPr/>
        </p:nvSpPr>
        <p:spPr>
          <a:xfrm>
            <a:off x="10350649" y="4410075"/>
            <a:ext cx="884277" cy="144780"/>
          </a:xfrm>
          <a:prstGeom prst="rect">
            <a:avLst/>
          </a:prstGeom>
          <a:noFill/>
          <a:ln>
            <a:noFill/>
          </a:ln>
        </p:spPr>
        <p:txBody>
          <a:bodyPr wrap="none" lIns="0" tIns="0" rIns="0" bIns="0" rtlCol="0" anchor="t">
            <a:noAutofit/>
          </a:bodyPr>
          <a:lstStyle/>
          <a:p>
            <a:pPr algn="l">
              <a:spcBef>
                <a:spcPts val="0"/>
              </a:spcBef>
              <a:spcAft>
                <a:spcPts val="0"/>
              </a:spcAft>
              <a:buNone/>
            </a:pPr>
            <a:r>
              <a:rPr lang="pl-PL" sz="950" b="1" kern="100" dirty="0">
                <a:solidFill>
                  <a:srgbClr val="151515"/>
                </a:solidFill>
                <a:latin typeface="Lato"/>
                <a:cs typeface="Lato"/>
              </a:rPr>
              <a:t>Elektronika</a:t>
            </a:r>
            <a:endParaRPr lang="pl-PL" sz="950" b="1" kern="100" dirty="0">
              <a:solidFill>
                <a:srgbClr val="151515"/>
              </a:solidFill>
              <a:latin typeface="Lato"/>
              <a:cs typeface="Lato"/>
            </a:endParaRPr>
          </a:p>
        </p:txBody>
      </p:sp>
      <p:sp>
        <p:nvSpPr>
          <p:cNvPr id="64" name="Kształt 40"/>
          <p:cNvSpPr/>
          <p:nvPr/>
        </p:nvSpPr>
        <p:spPr>
          <a:xfrm>
            <a:off x="6705600" y="4749800"/>
            <a:ext cx="4495800" cy="438150"/>
          </a:xfrm>
          <a:prstGeom prst="rect">
            <a:avLst/>
          </a:prstGeom>
          <a:solidFill>
            <a:srgbClr val="FAF6F0"/>
          </a:solidFill>
          <a:ln>
            <a:noFill/>
          </a:ln>
        </p:spPr>
        <p:txBody>
          <a:bodyPr rtlCol="0" anchor="ctr"/>
          <a:lstStyle/>
          <a:p>
            <a:pPr algn="ctr"/>
            <a:endParaRPr lang="pl-PL" dirty="0"/>
          </a:p>
        </p:txBody>
      </p:sp>
      <p:sp>
        <p:nvSpPr>
          <p:cNvPr id="65" name="Linia 2"/>
          <p:cNvSpPr/>
          <p:nvPr/>
        </p:nvSpPr>
        <p:spPr>
          <a:xfrm>
            <a:off x="6705600" y="4749800"/>
            <a:ext cx="31750" cy="438150"/>
          </a:xfrm>
          <a:prstGeom prst="rect">
            <a:avLst/>
          </a:prstGeom>
          <a:solidFill>
            <a:srgbClr val="EE312F"/>
          </a:solidFill>
          <a:ln>
            <a:noFill/>
          </a:ln>
        </p:spPr>
        <p:txBody>
          <a:bodyPr rtlCol="0" anchor="ctr"/>
          <a:lstStyle/>
          <a:p>
            <a:pPr algn="ctr"/>
            <a:endParaRPr lang="pl-PL" dirty="0"/>
          </a:p>
        </p:txBody>
      </p:sp>
      <p:sp>
        <p:nvSpPr>
          <p:cNvPr id="66" name="Tekst: Sponsorowane · przykład"/>
          <p:cNvSpPr txBox="1"/>
          <p:nvPr/>
        </p:nvSpPr>
        <p:spPr>
          <a:xfrm>
            <a:off x="6838950" y="4819650"/>
            <a:ext cx="4260850" cy="114300"/>
          </a:xfrm>
          <a:prstGeom prst="rect">
            <a:avLst/>
          </a:prstGeom>
          <a:noFill/>
          <a:ln>
            <a:noFill/>
          </a:ln>
        </p:spPr>
        <p:txBody>
          <a:bodyPr wrap="none" lIns="0" tIns="0" rIns="0" bIns="0" rtlCol="0" anchor="t">
            <a:noAutofit/>
          </a:bodyPr>
          <a:lstStyle/>
          <a:p>
            <a:pPr algn="l">
              <a:spcBef>
                <a:spcPts val="0"/>
              </a:spcBef>
              <a:spcAft>
                <a:spcPts val="0"/>
              </a:spcAft>
              <a:buNone/>
            </a:pPr>
            <a:r>
              <a:rPr lang="pl-PL" sz="750" kern="100" spc="15" dirty="0">
                <a:solidFill>
                  <a:srgbClr val="7A7A7A"/>
                </a:solidFill>
                <a:latin typeface="Lato"/>
                <a:cs typeface="Lato"/>
              </a:rPr>
              <a:t>Sponsorowane · przykład</a:t>
            </a:r>
            <a:endParaRPr lang="pl-PL" sz="750" kern="100" spc="15" dirty="0">
              <a:solidFill>
                <a:srgbClr val="7A7A7A"/>
              </a:solidFill>
              <a:latin typeface="Lato"/>
              <a:cs typeface="Lato"/>
            </a:endParaRPr>
          </a:p>
        </p:txBody>
      </p:sp>
      <p:sp>
        <p:nvSpPr>
          <p:cNvPr id="67" name="Tekst: Polecane na wieczór ze znajomymi"/>
          <p:cNvSpPr txBox="1"/>
          <p:nvPr/>
        </p:nvSpPr>
        <p:spPr>
          <a:xfrm>
            <a:off x="6838950" y="4953000"/>
            <a:ext cx="4260850"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51515"/>
                </a:solidFill>
                <a:latin typeface="Lato"/>
                <a:cs typeface="Lato"/>
              </a:rPr>
              <a:t>Polecane na wieczór ze znajomymi</a:t>
            </a:r>
            <a:endParaRPr lang="pl-PL" sz="1100" b="1" kern="100" dirty="0">
              <a:solidFill>
                <a:srgbClr val="151515"/>
              </a:solidFill>
              <a:latin typeface="Lato"/>
              <a:cs typeface="Lato"/>
            </a:endParaRPr>
          </a:p>
        </p:txBody>
      </p:sp>
      <p:sp>
        <p:nvSpPr>
          <p:cNvPr id="68" name="Tekst: + marka w chwili wyboru"/>
          <p:cNvSpPr txBox="1"/>
          <p:nvPr/>
        </p:nvSpPr>
        <p:spPr>
          <a:xfrm>
            <a:off x="6539309" y="5638800"/>
            <a:ext cx="3730942" cy="335280"/>
          </a:xfrm>
          <a:prstGeom prst="rect">
            <a:avLst/>
          </a:prstGeom>
          <a:noFill/>
          <a:ln>
            <a:noFill/>
          </a:ln>
        </p:spPr>
        <p:txBody>
          <a:bodyPr wrap="none" lIns="0" tIns="0" rIns="0" bIns="0" rtlCol="0" anchor="t">
            <a:noAutofit/>
          </a:bodyPr>
          <a:lstStyle/>
          <a:p>
            <a:pPr algn="l">
              <a:spcBef>
                <a:spcPts val="0"/>
              </a:spcBef>
              <a:spcAft>
                <a:spcPts val="0"/>
              </a:spcAft>
              <a:buNone/>
            </a:pPr>
            <a:r>
              <a:rPr lang="pl-PL" sz="2200" kern="100" spc="-44" dirty="0">
                <a:solidFill>
                  <a:srgbClr val="EE312F"/>
                </a:solidFill>
                <a:latin typeface="Lato Black"/>
                <a:cs typeface="Lato Black"/>
              </a:rPr>
              <a:t>+ marka w chwili wyboru</a:t>
            </a:r>
            <a:endParaRPr lang="pl-PL" sz="2200" kern="100" spc="-44" dirty="0">
              <a:solidFill>
                <a:srgbClr val="EE312F"/>
              </a:solidFill>
              <a:latin typeface="Lato Black"/>
              <a:cs typeface="Lato Black"/>
            </a:endParaRPr>
          </a:p>
        </p:txBody>
      </p:sp>
      <p:pic>
        <p:nvPicPr>
          <p:cNvPr id="69" name="!!Logo" descr="I love marketing &amp; technology"/>
          <p:cNvPicPr>
            <a:picLocks noChangeAspect="1"/>
          </p:cNvPicPr>
          <p:nvPr/>
        </p:nvPicPr>
        <p:blipFill>
          <a:blip r:embed="rId3"/>
          <a:stretch>
            <a:fillRect/>
          </a:stretch>
        </p:blipFill>
        <p:spPr>
          <a:xfrm>
            <a:off x="825500" y="363240"/>
            <a:ext cx="3048000" cy="273050"/>
          </a:xfrm>
          <a:prstGeom prst="rect">
            <a:avLst/>
          </a:prstGeom>
        </p:spPr>
      </p:pic>
      <p:pic>
        <p:nvPicPr>
          <p:cNvPr id="70" name="!!Serce w rogu"/>
          <p:cNvPicPr>
            <a:picLocks noChangeAspect="1"/>
          </p:cNvPicPr>
          <p:nvPr/>
        </p:nvPicPr>
        <p:blipFill>
          <a:blip r:embed="rId4"/>
          <a:stretch>
            <a:fillRect/>
          </a:stretch>
        </p:blipFill>
        <p:spPr>
          <a:xfrm>
            <a:off x="10966450" y="330349"/>
            <a:ext cx="431800" cy="355600"/>
          </a:xfrm>
          <a:prstGeom prst="rect">
            <a:avLst/>
          </a:prstGeom>
        </p:spPr>
      </p:pic>
      <p:sp>
        <p:nvSpPr>
          <p:cNvPr id="71" name="!!Źródło"/>
          <p:cNvSpPr txBox="1"/>
          <p:nvPr/>
        </p:nvSpPr>
        <p:spPr>
          <a:xfrm>
            <a:off x="824607" y="6425287"/>
            <a:ext cx="5141357"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666666"/>
                </a:solidFill>
                <a:latin typeface="Lato"/>
                <a:cs typeface="Lato"/>
              </a:rPr>
              <a:t>Schemat ilustracyjny. Mapa i lista sklepów nie przedstawiają danych.</a:t>
            </a:r>
            <a:endParaRPr lang="pl-PL" sz="1100" kern="100" dirty="0">
              <a:solidFill>
                <a:srgbClr val="666666"/>
              </a:solidFill>
              <a:latin typeface="Lato"/>
              <a:cs typeface="Lato"/>
            </a:endParaRPr>
          </a:p>
        </p:txBody>
      </p:sp>
      <p:sp>
        <p:nvSpPr>
          <p:cNvPr id="72"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666666"/>
                </a:solidFill>
                <a:latin typeface="Lato"/>
                <a:cs typeface="Lato"/>
              </a:rPr>
              <a:t>06 / 23</a:t>
            </a:r>
            <a:endParaRPr lang="pl-PL" sz="1100" kern="100" spc="66" dirty="0">
              <a:solidFill>
                <a:srgbClr val="666666"/>
              </a:solidFill>
              <a:latin typeface="Lato"/>
              <a:cs typeface="Lato"/>
            </a:endParaRPr>
          </a:p>
        </p:txBody>
      </p:sp>
      <p:sp>
        <p:nvSpPr>
          <p:cNvPr id="73" name="!!Postęp"/>
          <p:cNvSpPr/>
          <p:nvPr/>
        </p:nvSpPr>
        <p:spPr>
          <a:xfrm>
            <a:off x="-446" y="6826250"/>
            <a:ext cx="3181350" cy="31750"/>
          </a:xfrm>
          <a:prstGeom prst="rect">
            <a:avLst/>
          </a:prstGeom>
          <a:solidFill>
            <a:srgbClr val="EE312F"/>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00"/>
                                        <p:tgtEl>
                                          <p:spTgt spid="3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fade">
                                      <p:cBhvr>
                                        <p:cTn id="28" dur="400"/>
                                        <p:tgtEl>
                                          <p:spTgt spid="3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400"/>
                                        <p:tgtEl>
                                          <p:spTgt spid="3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400"/>
                                        <p:tgtEl>
                                          <p:spTgt spid="4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400"/>
                                        <p:tgtEl>
                                          <p:spTgt spid="4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2"/>
                                        </p:tgtEl>
                                        <p:attrNameLst>
                                          <p:attrName>style.visibility</p:attrName>
                                        </p:attrNameLst>
                                      </p:cBhvr>
                                      <p:to>
                                        <p:strVal val="visible"/>
                                      </p:to>
                                    </p:set>
                                    <p:animEffect transition="in" filter="fade">
                                      <p:cBhvr>
                                        <p:cTn id="40" dur="400"/>
                                        <p:tgtEl>
                                          <p:spTgt spid="4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fade">
                                      <p:cBhvr>
                                        <p:cTn id="43" dur="400"/>
                                        <p:tgtEl>
                                          <p:spTgt spid="4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fade">
                                      <p:cBhvr>
                                        <p:cTn id="46" dur="400"/>
                                        <p:tgtEl>
                                          <p:spTgt spid="4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fade">
                                      <p:cBhvr>
                                        <p:cTn id="49" dur="400"/>
                                        <p:tgtEl>
                                          <p:spTgt spid="4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fade">
                                      <p:cBhvr>
                                        <p:cTn id="52" dur="400"/>
                                        <p:tgtEl>
                                          <p:spTgt spid="4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7"/>
                                        </p:tgtEl>
                                        <p:attrNameLst>
                                          <p:attrName>style.visibility</p:attrName>
                                        </p:attrNameLst>
                                      </p:cBhvr>
                                      <p:to>
                                        <p:strVal val="visible"/>
                                      </p:to>
                                    </p:set>
                                    <p:animEffect transition="in" filter="fade">
                                      <p:cBhvr>
                                        <p:cTn id="55" dur="400"/>
                                        <p:tgtEl>
                                          <p:spTgt spid="4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8"/>
                                        </p:tgtEl>
                                        <p:attrNameLst>
                                          <p:attrName>style.visibility</p:attrName>
                                        </p:attrNameLst>
                                      </p:cBhvr>
                                      <p:to>
                                        <p:strVal val="visible"/>
                                      </p:to>
                                    </p:set>
                                    <p:animEffect transition="in" filter="fade">
                                      <p:cBhvr>
                                        <p:cTn id="58" dur="400"/>
                                        <p:tgtEl>
                                          <p:spTgt spid="4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9"/>
                                        </p:tgtEl>
                                        <p:attrNameLst>
                                          <p:attrName>style.visibility</p:attrName>
                                        </p:attrNameLst>
                                      </p:cBhvr>
                                      <p:to>
                                        <p:strVal val="visible"/>
                                      </p:to>
                                    </p:set>
                                    <p:animEffect transition="in" filter="fade">
                                      <p:cBhvr>
                                        <p:cTn id="61" dur="400"/>
                                        <p:tgtEl>
                                          <p:spTgt spid="4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0"/>
                                        </p:tgtEl>
                                        <p:attrNameLst>
                                          <p:attrName>style.visibility</p:attrName>
                                        </p:attrNameLst>
                                      </p:cBhvr>
                                      <p:to>
                                        <p:strVal val="visible"/>
                                      </p:to>
                                    </p:set>
                                    <p:animEffect transition="in" filter="fade">
                                      <p:cBhvr>
                                        <p:cTn id="64" dur="400"/>
                                        <p:tgtEl>
                                          <p:spTgt spid="5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fade">
                                      <p:cBhvr>
                                        <p:cTn id="67" dur="400"/>
                                        <p:tgtEl>
                                          <p:spTgt spid="5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2"/>
                                        </p:tgtEl>
                                        <p:attrNameLst>
                                          <p:attrName>style.visibility</p:attrName>
                                        </p:attrNameLst>
                                      </p:cBhvr>
                                      <p:to>
                                        <p:strVal val="visible"/>
                                      </p:to>
                                    </p:set>
                                    <p:animEffect transition="in" filter="fade">
                                      <p:cBhvr>
                                        <p:cTn id="70" dur="400"/>
                                        <p:tgtEl>
                                          <p:spTgt spid="5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3"/>
                                        </p:tgtEl>
                                        <p:attrNameLst>
                                          <p:attrName>style.visibility</p:attrName>
                                        </p:attrNameLst>
                                      </p:cBhvr>
                                      <p:to>
                                        <p:strVal val="visible"/>
                                      </p:to>
                                    </p:set>
                                    <p:animEffect transition="in" filter="fade">
                                      <p:cBhvr>
                                        <p:cTn id="73" dur="400"/>
                                        <p:tgtEl>
                                          <p:spTgt spid="5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54"/>
                                        </p:tgtEl>
                                        <p:attrNameLst>
                                          <p:attrName>style.visibility</p:attrName>
                                        </p:attrNameLst>
                                      </p:cBhvr>
                                      <p:to>
                                        <p:strVal val="visible"/>
                                      </p:to>
                                    </p:set>
                                    <p:animEffect transition="in" filter="fade">
                                      <p:cBhvr>
                                        <p:cTn id="76" dur="400"/>
                                        <p:tgtEl>
                                          <p:spTgt spid="5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5"/>
                                        </p:tgtEl>
                                        <p:attrNameLst>
                                          <p:attrName>style.visibility</p:attrName>
                                        </p:attrNameLst>
                                      </p:cBhvr>
                                      <p:to>
                                        <p:strVal val="visible"/>
                                      </p:to>
                                    </p:set>
                                    <p:animEffect transition="in" filter="fade">
                                      <p:cBhvr>
                                        <p:cTn id="79" dur="400"/>
                                        <p:tgtEl>
                                          <p:spTgt spid="55"/>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fade">
                                      <p:cBhvr>
                                        <p:cTn id="82" dur="400"/>
                                        <p:tgtEl>
                                          <p:spTgt spid="5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7"/>
                                        </p:tgtEl>
                                        <p:attrNameLst>
                                          <p:attrName>style.visibility</p:attrName>
                                        </p:attrNameLst>
                                      </p:cBhvr>
                                      <p:to>
                                        <p:strVal val="visible"/>
                                      </p:to>
                                    </p:set>
                                    <p:animEffect transition="in" filter="fade">
                                      <p:cBhvr>
                                        <p:cTn id="85" dur="400"/>
                                        <p:tgtEl>
                                          <p:spTgt spid="5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8"/>
                                        </p:tgtEl>
                                        <p:attrNameLst>
                                          <p:attrName>style.visibility</p:attrName>
                                        </p:attrNameLst>
                                      </p:cBhvr>
                                      <p:to>
                                        <p:strVal val="visible"/>
                                      </p:to>
                                    </p:set>
                                    <p:animEffect transition="in" filter="fade">
                                      <p:cBhvr>
                                        <p:cTn id="88" dur="400"/>
                                        <p:tgtEl>
                                          <p:spTgt spid="5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59"/>
                                        </p:tgtEl>
                                        <p:attrNameLst>
                                          <p:attrName>style.visibility</p:attrName>
                                        </p:attrNameLst>
                                      </p:cBhvr>
                                      <p:to>
                                        <p:strVal val="visible"/>
                                      </p:to>
                                    </p:set>
                                    <p:animEffect transition="in" filter="fade">
                                      <p:cBhvr>
                                        <p:cTn id="91" dur="400"/>
                                        <p:tgtEl>
                                          <p:spTgt spid="5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0"/>
                                        </p:tgtEl>
                                        <p:attrNameLst>
                                          <p:attrName>style.visibility</p:attrName>
                                        </p:attrNameLst>
                                      </p:cBhvr>
                                      <p:to>
                                        <p:strVal val="visible"/>
                                      </p:to>
                                    </p:set>
                                    <p:animEffect transition="in" filter="fade">
                                      <p:cBhvr>
                                        <p:cTn id="94" dur="400"/>
                                        <p:tgtEl>
                                          <p:spTgt spid="6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61"/>
                                        </p:tgtEl>
                                        <p:attrNameLst>
                                          <p:attrName>style.visibility</p:attrName>
                                        </p:attrNameLst>
                                      </p:cBhvr>
                                      <p:to>
                                        <p:strVal val="visible"/>
                                      </p:to>
                                    </p:set>
                                    <p:animEffect transition="in" filter="fade">
                                      <p:cBhvr>
                                        <p:cTn id="97" dur="400"/>
                                        <p:tgtEl>
                                          <p:spTgt spid="6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62"/>
                                        </p:tgtEl>
                                        <p:attrNameLst>
                                          <p:attrName>style.visibility</p:attrName>
                                        </p:attrNameLst>
                                      </p:cBhvr>
                                      <p:to>
                                        <p:strVal val="visible"/>
                                      </p:to>
                                    </p:set>
                                    <p:animEffect transition="in" filter="fade">
                                      <p:cBhvr>
                                        <p:cTn id="100" dur="400"/>
                                        <p:tgtEl>
                                          <p:spTgt spid="6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63"/>
                                        </p:tgtEl>
                                        <p:attrNameLst>
                                          <p:attrName>style.visibility</p:attrName>
                                        </p:attrNameLst>
                                      </p:cBhvr>
                                      <p:to>
                                        <p:strVal val="visible"/>
                                      </p:to>
                                    </p:set>
                                    <p:animEffect transition="in" filter="fade">
                                      <p:cBhvr>
                                        <p:cTn id="103" dur="400"/>
                                        <p:tgtEl>
                                          <p:spTgt spid="63"/>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64"/>
                                        </p:tgtEl>
                                        <p:attrNameLst>
                                          <p:attrName>style.visibility</p:attrName>
                                        </p:attrNameLst>
                                      </p:cBhvr>
                                      <p:to>
                                        <p:strVal val="visible"/>
                                      </p:to>
                                    </p:set>
                                    <p:animEffect transition="in" filter="fade">
                                      <p:cBhvr>
                                        <p:cTn id="108" dur="400"/>
                                        <p:tgtEl>
                                          <p:spTgt spid="64"/>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65"/>
                                        </p:tgtEl>
                                        <p:attrNameLst>
                                          <p:attrName>style.visibility</p:attrName>
                                        </p:attrNameLst>
                                      </p:cBhvr>
                                      <p:to>
                                        <p:strVal val="visible"/>
                                      </p:to>
                                    </p:set>
                                    <p:animEffect transition="in" filter="fade">
                                      <p:cBhvr>
                                        <p:cTn id="111" dur="400"/>
                                        <p:tgtEl>
                                          <p:spTgt spid="65"/>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66"/>
                                        </p:tgtEl>
                                        <p:attrNameLst>
                                          <p:attrName>style.visibility</p:attrName>
                                        </p:attrNameLst>
                                      </p:cBhvr>
                                      <p:to>
                                        <p:strVal val="visible"/>
                                      </p:to>
                                    </p:set>
                                    <p:animEffect transition="in" filter="fade">
                                      <p:cBhvr>
                                        <p:cTn id="114" dur="400"/>
                                        <p:tgtEl>
                                          <p:spTgt spid="66"/>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67"/>
                                        </p:tgtEl>
                                        <p:attrNameLst>
                                          <p:attrName>style.visibility</p:attrName>
                                        </p:attrNameLst>
                                      </p:cBhvr>
                                      <p:to>
                                        <p:strVal val="visible"/>
                                      </p:to>
                                    </p:set>
                                    <p:animEffect transition="in" filter="fade">
                                      <p:cBhvr>
                                        <p:cTn id="117" dur="400"/>
                                        <p:tgtEl>
                                          <p:spTgt spid="67"/>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68"/>
                                        </p:tgtEl>
                                        <p:attrNameLst>
                                          <p:attrName>style.visibility</p:attrName>
                                        </p:attrNameLst>
                                      </p:cBhvr>
                                      <p:to>
                                        <p:strVal val="visible"/>
                                      </p:to>
                                    </p:set>
                                    <p:animEffect transition="in" filter="fade">
                                      <p:cBhvr>
                                        <p:cTn id="120"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7.xml><?xml version="1.0" encoding="utf-8"?>
<p:sld xmlns:a="http://schemas.openxmlformats.org/drawingml/2006/main" xmlns:r="http://schemas.openxmlformats.org/officeDocument/2006/relationships" xmlns:p="http://schemas.openxmlformats.org/presentationml/2006/main" xmlns:p14="http://schemas.microsoft.com/office/powerpoint/2010/main">
  <p:cSld name="Potrzeba nie może czekać">
    <p:bg>
      <p:bgPr>
        <a:solidFill>
          <a:srgbClr val="FFFFFF"/>
        </a:solidFill>
        <a:effectLst/>
      </p:bgPr>
    </p:bg>
    <p:spTree>
      <p:nvGrpSpPr>
        <p:cNvPr id="1" name=""/>
        <p:cNvGrpSpPr/>
        <p:nvPr/>
      </p:nvGrpSpPr>
      <p:grpSpPr>
        <a:xfrm>
          <a:off x="0" y="0"/>
          <a:ext cx="0" cy="0"/>
          <a:chOff x="0" y="0"/>
          <a:chExt cx="0" cy="0"/>
        </a:xfrm>
      </p:grpSpPr>
      <p:sp>
        <p:nvSpPr>
          <p:cNvPr id="2" name="Kształt"/>
          <p:cNvSpPr/>
          <p:nvPr/>
        </p:nvSpPr>
        <p:spPr>
          <a:xfrm>
            <a:off x="2050653" y="2685653"/>
            <a:ext cx="2375694" cy="2375694"/>
          </a:xfrm>
          <a:prstGeom prst="ellipse">
            <a:avLst/>
          </a:prstGeom>
          <a:noFill/>
          <a:ln w="89495">
            <a:solidFill>
              <a:srgbClr val="E3E3E3"/>
            </a:solidFill>
            <a:round/>
          </a:ln>
        </p:spPr>
        <p:txBody>
          <a:bodyPr rtlCol="0" anchor="ctr"/>
          <a:lstStyle/>
          <a:p>
            <a:pPr algn="ctr"/>
            <a:endParaRPr lang="pl-PL" dirty="0"/>
          </a:p>
        </p:txBody>
      </p:sp>
      <p:sp>
        <p:nvSpPr>
          <p:cNvPr id="3" name="Kształt 2"/>
          <p:cNvSpPr/>
          <p:nvPr/>
        </p:nvSpPr>
        <p:spPr>
          <a:xfrm rot="16200000">
            <a:off x="2050653" y="2685653"/>
            <a:ext cx="2375694" cy="2375694"/>
          </a:xfrm>
          <a:prstGeom prst="arc">
            <a:avLst>
              <a:gd name="adj1" fmla="val 0"/>
              <a:gd name="adj2" fmla="val 16848000"/>
            </a:avLst>
          </a:prstGeom>
          <a:noFill/>
          <a:ln w="89495" cap="rnd">
            <a:solidFill>
              <a:srgbClr val="EE312F"/>
            </a:solidFill>
            <a:round/>
          </a:ln>
        </p:spPr>
        <p:txBody>
          <a:bodyPr rtlCol="0" anchor="ctr"/>
          <a:lstStyle/>
          <a:p>
            <a:pPr algn="ctr"/>
            <a:endParaRPr lang="pl-PL" dirty="0"/>
          </a:p>
        </p:txBody>
      </p:sp>
      <p:sp>
        <p:nvSpPr>
          <p:cNvPr id="4" name="Tekst: 78 %"/>
          <p:cNvSpPr txBox="1"/>
          <p:nvPr/>
        </p:nvSpPr>
        <p:spPr>
          <a:xfrm>
            <a:off x="2183606" y="3403020"/>
            <a:ext cx="2109788" cy="1168400"/>
          </a:xfrm>
          <a:prstGeom prst="rect">
            <a:avLst/>
          </a:prstGeom>
          <a:noFill/>
          <a:ln>
            <a:noFill/>
          </a:ln>
        </p:spPr>
        <p:txBody>
          <a:bodyPr wrap="none" lIns="0" tIns="0" rIns="0" bIns="0" rtlCol="0" anchor="t">
            <a:noAutofit/>
          </a:bodyPr>
          <a:lstStyle/>
          <a:p>
            <a:pPr algn="ctr">
              <a:spcBef>
                <a:spcPts val="0"/>
              </a:spcBef>
              <a:spcAft>
                <a:spcPts val="0"/>
              </a:spcAft>
              <a:buNone/>
            </a:pPr>
            <a:r>
              <a:rPr lang="pl-PL" sz="9200" kern="100" spc="-644" dirty="0">
                <a:solidFill>
                  <a:srgbClr val="EE312F"/>
                </a:solidFill>
                <a:latin typeface="Lato Black"/>
                <a:cs typeface="Lato Black"/>
              </a:rPr>
              <a:t>78</a:t>
            </a:r>
            <a:r>
              <a:rPr lang="pl-PL" sz="4100" kern="100" spc="-82" dirty="0">
                <a:solidFill>
                  <a:srgbClr val="EE312F"/>
                </a:solidFill>
                <a:latin typeface="Lato Black"/>
                <a:cs typeface="Lato Black"/>
              </a:rPr>
              <a:t>%</a:t>
            </a:r>
            <a:endParaRPr lang="pl-PL" sz="4100" kern="100" spc="-82" dirty="0">
              <a:solidFill>
                <a:srgbClr val="EE312F"/>
              </a:solidFill>
              <a:latin typeface="Lato Black"/>
              <a:cs typeface="Lato Black"/>
            </a:endParaRPr>
          </a:p>
        </p:txBody>
      </p:sp>
      <p:sp>
        <p:nvSpPr>
          <p:cNvPr id="5" name="Tekst: Chce produktu lub usługi wtedy, kiedy ic · 1"/>
          <p:cNvSpPr txBox="1"/>
          <p:nvPr/>
        </p:nvSpPr>
        <p:spPr>
          <a:xfrm>
            <a:off x="952500" y="5365115"/>
            <a:ext cx="4572000" cy="293688"/>
          </a:xfrm>
          <a:prstGeom prst="rect">
            <a:avLst/>
          </a:prstGeom>
          <a:noFill/>
          <a:ln>
            <a:noFill/>
          </a:ln>
        </p:spPr>
        <p:txBody>
          <a:bodyPr wrap="none" lIns="0" tIns="0" rIns="0" bIns="0" rtlCol="0" anchor="ctr">
            <a:noAutofit/>
          </a:bodyPr>
          <a:lstStyle/>
          <a:p>
            <a:pPr algn="ctr">
              <a:spcBef>
                <a:spcPts val="0"/>
              </a:spcBef>
              <a:spcAft>
                <a:spcPts val="0"/>
              </a:spcAft>
              <a:buNone/>
            </a:pPr>
            <a:r>
              <a:rPr lang="pl-PL" sz="1850" kern="100" spc="-22" dirty="0">
                <a:solidFill>
                  <a:srgbClr val="151515"/>
                </a:solidFill>
                <a:latin typeface="Lato"/>
                <a:cs typeface="Lato"/>
              </a:rPr>
              <a:t>Chce produktu lub usługi</a:t>
            </a:r>
            <a:endParaRPr lang="pl-PL" sz="1850" kern="100" spc="-22" dirty="0">
              <a:solidFill>
                <a:srgbClr val="151515"/>
              </a:solidFill>
              <a:latin typeface="Lato"/>
              <a:cs typeface="Lato"/>
            </a:endParaRPr>
          </a:p>
        </p:txBody>
      </p:sp>
      <p:sp>
        <p:nvSpPr>
          <p:cNvPr id="6" name="Tekst: Chce produktu lub usługi wtedy, kiedy ic · 2"/>
          <p:cNvSpPr txBox="1"/>
          <p:nvPr/>
        </p:nvSpPr>
        <p:spPr>
          <a:xfrm>
            <a:off x="952500" y="5658803"/>
            <a:ext cx="4572000" cy="293688"/>
          </a:xfrm>
          <a:prstGeom prst="rect">
            <a:avLst/>
          </a:prstGeom>
          <a:noFill/>
          <a:ln>
            <a:noFill/>
          </a:ln>
        </p:spPr>
        <p:txBody>
          <a:bodyPr wrap="none" lIns="0" tIns="0" rIns="0" bIns="0" rtlCol="0" anchor="ctr">
            <a:noAutofit/>
          </a:bodyPr>
          <a:lstStyle/>
          <a:p>
            <a:pPr algn="ctr">
              <a:spcBef>
                <a:spcPts val="0"/>
              </a:spcBef>
              <a:spcAft>
                <a:spcPts val="0"/>
              </a:spcAft>
              <a:buNone/>
            </a:pPr>
            <a:r>
              <a:rPr lang="pl-PL" sz="1850" kern="100" spc="-22" dirty="0">
                <a:solidFill>
                  <a:srgbClr val="151515"/>
                </a:solidFill>
                <a:latin typeface="Lato"/>
                <a:cs typeface="Lato"/>
              </a:rPr>
              <a:t>wtedy, kiedy ich potrzebuje</a:t>
            </a:r>
            <a:endParaRPr lang="pl-PL" sz="1850" kern="100" spc="-22" dirty="0">
              <a:solidFill>
                <a:srgbClr val="151515"/>
              </a:solidFill>
              <a:latin typeface="Lato"/>
              <a:cs typeface="Lato"/>
            </a:endParaRPr>
          </a:p>
        </p:txBody>
      </p:sp>
      <p:sp>
        <p:nvSpPr>
          <p:cNvPr id="7" name="Tekst: Rola Retail Media"/>
          <p:cNvSpPr txBox="1"/>
          <p:nvPr/>
        </p:nvSpPr>
        <p:spPr>
          <a:xfrm>
            <a:off x="6762750" y="2952750"/>
            <a:ext cx="4286250" cy="205740"/>
          </a:xfrm>
          <a:prstGeom prst="rect">
            <a:avLst/>
          </a:prstGeom>
          <a:noFill/>
          <a:ln>
            <a:noFill/>
          </a:ln>
        </p:spPr>
        <p:txBody>
          <a:bodyPr wrap="none" lIns="0" tIns="0" rIns="0" bIns="0" rtlCol="0" anchor="t">
            <a:noAutofit/>
          </a:bodyPr>
          <a:lstStyle/>
          <a:p>
            <a:pPr algn="l">
              <a:spcBef>
                <a:spcPts val="0"/>
              </a:spcBef>
              <a:spcAft>
                <a:spcPts val="0"/>
              </a:spcAft>
              <a:buNone/>
            </a:pPr>
            <a:r>
              <a:rPr lang="pl-PL" sz="1350" b="1" kern="100" cap="all" spc="189" dirty="0">
                <a:solidFill>
                  <a:srgbClr val="EE312F"/>
                </a:solidFill>
                <a:latin typeface="Lato"/>
                <a:cs typeface="Lato"/>
              </a:rPr>
              <a:t>Rola Retail Media</a:t>
            </a:r>
            <a:endParaRPr lang="pl-PL" sz="1350" b="1" kern="100" cap="all" spc="189" dirty="0">
              <a:solidFill>
                <a:srgbClr val="EE312F"/>
              </a:solidFill>
              <a:latin typeface="Lato"/>
              <a:cs typeface="Lato"/>
            </a:endParaRPr>
          </a:p>
        </p:txBody>
      </p:sp>
      <p:sp>
        <p:nvSpPr>
          <p:cNvPr id="8" name="Tekst: Pokazać produkt w momencie potrzeby. · 1"/>
          <p:cNvSpPr txBox="1"/>
          <p:nvPr/>
        </p:nvSpPr>
        <p:spPr>
          <a:xfrm>
            <a:off x="6762750" y="3357229"/>
            <a:ext cx="4286250" cy="512064"/>
          </a:xfrm>
          <a:prstGeom prst="rect">
            <a:avLst/>
          </a:prstGeom>
          <a:noFill/>
          <a:ln>
            <a:noFill/>
          </a:ln>
        </p:spPr>
        <p:txBody>
          <a:bodyPr wrap="none" lIns="0" tIns="0" rIns="0" bIns="0" rtlCol="0" anchor="ctr">
            <a:noAutofit/>
          </a:bodyPr>
          <a:lstStyle/>
          <a:p>
            <a:pPr algn="l">
              <a:spcBef>
                <a:spcPts val="0"/>
              </a:spcBef>
              <a:spcAft>
                <a:spcPts val="0"/>
              </a:spcAft>
              <a:buNone/>
            </a:pPr>
            <a:r>
              <a:rPr lang="pl-PL" sz="3600" kern="100" spc="-108" dirty="0">
                <a:solidFill>
                  <a:srgbClr val="151515"/>
                </a:solidFill>
                <a:latin typeface="Lato Black"/>
                <a:cs typeface="Lato Black"/>
              </a:rPr>
              <a:t>Pokazać produkt</a:t>
            </a:r>
            <a:endParaRPr lang="pl-PL" sz="3600" kern="100" spc="-108" dirty="0">
              <a:solidFill>
                <a:srgbClr val="151515"/>
              </a:solidFill>
              <a:latin typeface="Lato Black"/>
              <a:cs typeface="Lato Black"/>
            </a:endParaRPr>
          </a:p>
        </p:txBody>
      </p:sp>
      <p:sp>
        <p:nvSpPr>
          <p:cNvPr id="9" name="Tekst: Pokazać produkt w momencie potrzeby. · 2"/>
          <p:cNvSpPr txBox="1"/>
          <p:nvPr/>
        </p:nvSpPr>
        <p:spPr>
          <a:xfrm>
            <a:off x="6762750" y="3869293"/>
            <a:ext cx="4286250" cy="512064"/>
          </a:xfrm>
          <a:prstGeom prst="rect">
            <a:avLst/>
          </a:prstGeom>
          <a:noFill/>
          <a:ln>
            <a:noFill/>
          </a:ln>
        </p:spPr>
        <p:txBody>
          <a:bodyPr wrap="none" lIns="0" tIns="0" rIns="0" bIns="0" rtlCol="0" anchor="ctr">
            <a:noAutofit/>
          </a:bodyPr>
          <a:lstStyle/>
          <a:p>
            <a:pPr algn="l">
              <a:spcBef>
                <a:spcPts val="0"/>
              </a:spcBef>
              <a:spcAft>
                <a:spcPts val="0"/>
              </a:spcAft>
              <a:buNone/>
            </a:pPr>
            <a:r>
              <a:rPr lang="pl-PL" sz="3600" kern="100" spc="-108" dirty="0">
                <a:solidFill>
                  <a:srgbClr val="151515"/>
                </a:solidFill>
                <a:latin typeface="Lato Black"/>
                <a:cs typeface="Lato Black"/>
              </a:rPr>
              <a:t>w momencie</a:t>
            </a:r>
            <a:endParaRPr lang="pl-PL" sz="3600" kern="100" spc="-108" dirty="0">
              <a:solidFill>
                <a:srgbClr val="151515"/>
              </a:solidFill>
              <a:latin typeface="Lato Black"/>
              <a:cs typeface="Lato Black"/>
            </a:endParaRPr>
          </a:p>
        </p:txBody>
      </p:sp>
      <p:sp>
        <p:nvSpPr>
          <p:cNvPr id="10" name="Tekst: Pokazać produkt w momencie potrzeby. · 3"/>
          <p:cNvSpPr txBox="1"/>
          <p:nvPr/>
        </p:nvSpPr>
        <p:spPr>
          <a:xfrm>
            <a:off x="6762750" y="4381357"/>
            <a:ext cx="4286250" cy="512064"/>
          </a:xfrm>
          <a:prstGeom prst="rect">
            <a:avLst/>
          </a:prstGeom>
          <a:noFill/>
          <a:ln>
            <a:noFill/>
          </a:ln>
        </p:spPr>
        <p:txBody>
          <a:bodyPr wrap="none" lIns="0" tIns="0" rIns="0" bIns="0" rtlCol="0" anchor="ctr">
            <a:noAutofit/>
          </a:bodyPr>
          <a:lstStyle/>
          <a:p>
            <a:pPr algn="l">
              <a:spcBef>
                <a:spcPts val="0"/>
              </a:spcBef>
              <a:spcAft>
                <a:spcPts val="0"/>
              </a:spcAft>
              <a:buNone/>
            </a:pPr>
            <a:r>
              <a:rPr lang="pl-PL" sz="3600" kern="100" spc="-108" dirty="0">
                <a:solidFill>
                  <a:srgbClr val="EE312F"/>
                </a:solidFill>
                <a:latin typeface="Lato Black"/>
                <a:cs typeface="Lato Black"/>
              </a:rPr>
              <a:t>potrzeby.</a:t>
            </a:r>
            <a:endParaRPr lang="pl-PL" sz="3600" kern="100" spc="-108" dirty="0">
              <a:solidFill>
                <a:srgbClr val="EE312F"/>
              </a:solidFill>
              <a:latin typeface="Lato Black"/>
              <a:cs typeface="Lato Black"/>
            </a:endParaRPr>
          </a:p>
        </p:txBody>
      </p:sp>
      <p:sp>
        <p:nvSpPr>
          <p:cNvPr id="11" name="Kształt 3"/>
          <p:cNvSpPr/>
          <p:nvPr/>
        </p:nvSpPr>
        <p:spPr>
          <a:xfrm>
            <a:off x="6762750" y="5149056"/>
            <a:ext cx="1651000" cy="31750"/>
          </a:xfrm>
          <a:prstGeom prst="rect">
            <a:avLst/>
          </a:prstGeom>
          <a:solidFill>
            <a:srgbClr val="EE312F"/>
          </a:solidFill>
          <a:ln>
            <a:noFill/>
          </a:ln>
        </p:spPr>
        <p:txBody>
          <a:bodyPr rtlCol="0" anchor="ctr"/>
          <a:lstStyle/>
          <a:p>
            <a:pPr algn="ctr"/>
            <a:endParaRPr lang="pl-PL" dirty="0"/>
          </a:p>
        </p:txBody>
      </p:sp>
      <p:sp>
        <p:nvSpPr>
          <p:cNvPr id="12" name="Tekst: Potrzeba nie może czekać. · 1"/>
          <p:cNvSpPr txBox="1"/>
          <p:nvPr/>
        </p:nvSpPr>
        <p:spPr>
          <a:xfrm>
            <a:off x="825252" y="1153704"/>
            <a:ext cx="5744885" cy="643128"/>
          </a:xfrm>
          <a:prstGeom prst="rect">
            <a:avLst/>
          </a:prstGeom>
          <a:noFill/>
          <a:ln>
            <a:noFill/>
          </a:ln>
        </p:spPr>
        <p:txBody>
          <a:bodyPr wrap="none" lIns="0" tIns="0" rIns="0" bIns="0" rtlCol="0" anchor="ctr">
            <a:noAutofit/>
          </a:bodyPr>
          <a:lstStyle/>
          <a:p>
            <a:pPr algn="l">
              <a:spcBef>
                <a:spcPts val="0"/>
              </a:spcBef>
              <a:spcAft>
                <a:spcPts val="0"/>
              </a:spcAft>
              <a:buNone/>
            </a:pPr>
            <a:r>
              <a:rPr lang="pl-PL" sz="4800" kern="100" spc="-168" dirty="0">
                <a:solidFill>
                  <a:srgbClr val="151515"/>
                </a:solidFill>
                <a:latin typeface="Lato Black"/>
                <a:cs typeface="Lato Black"/>
              </a:rPr>
              <a:t>Potrzeba nie może</a:t>
            </a:r>
            <a:endParaRPr lang="pl-PL" sz="4800" kern="100" spc="-168" dirty="0">
              <a:solidFill>
                <a:srgbClr val="151515"/>
              </a:solidFill>
              <a:latin typeface="Lato Black"/>
              <a:cs typeface="Lato Black"/>
            </a:endParaRPr>
          </a:p>
        </p:txBody>
      </p:sp>
      <p:sp>
        <p:nvSpPr>
          <p:cNvPr id="13" name="Tekst: Potrzeba nie może czekać. · 2"/>
          <p:cNvSpPr txBox="1"/>
          <p:nvPr/>
        </p:nvSpPr>
        <p:spPr>
          <a:xfrm>
            <a:off x="825252" y="1796832"/>
            <a:ext cx="5744885" cy="643128"/>
          </a:xfrm>
          <a:prstGeom prst="rect">
            <a:avLst/>
          </a:prstGeom>
          <a:noFill/>
          <a:ln>
            <a:noFill/>
          </a:ln>
        </p:spPr>
        <p:txBody>
          <a:bodyPr wrap="none" lIns="0" tIns="0" rIns="0" bIns="0" rtlCol="0" anchor="ctr">
            <a:noAutofit/>
          </a:bodyPr>
          <a:lstStyle/>
          <a:p>
            <a:pPr algn="l">
              <a:spcBef>
                <a:spcPts val="0"/>
              </a:spcBef>
              <a:spcAft>
                <a:spcPts val="0"/>
              </a:spcAft>
              <a:buNone/>
            </a:pPr>
            <a:r>
              <a:rPr lang="pl-PL" sz="4800" kern="100" spc="-168" dirty="0">
                <a:solidFill>
                  <a:srgbClr val="151515"/>
                </a:solidFill>
                <a:latin typeface="Lato Black"/>
                <a:cs typeface="Lato Black"/>
              </a:rPr>
              <a:t>czekać.</a:t>
            </a:r>
            <a:endParaRPr lang="pl-PL" sz="4800" kern="100" spc="-168" dirty="0">
              <a:solidFill>
                <a:srgbClr val="151515"/>
              </a:solidFill>
              <a:latin typeface="Lato Black"/>
              <a:cs typeface="Lato Black"/>
            </a:endParaRPr>
          </a:p>
        </p:txBody>
      </p:sp>
      <p:pic>
        <p:nvPicPr>
          <p:cNvPr id="14" name="!!Logo" descr="I love marketing &amp; technology"/>
          <p:cNvPicPr>
            <a:picLocks noChangeAspect="1"/>
          </p:cNvPicPr>
          <p:nvPr/>
        </p:nvPicPr>
        <p:blipFill>
          <a:blip r:embed="rId3"/>
          <a:stretch>
            <a:fillRect/>
          </a:stretch>
        </p:blipFill>
        <p:spPr>
          <a:xfrm>
            <a:off x="825500" y="363240"/>
            <a:ext cx="3048000" cy="273050"/>
          </a:xfrm>
          <a:prstGeom prst="rect">
            <a:avLst/>
          </a:prstGeom>
        </p:spPr>
      </p:pic>
      <p:pic>
        <p:nvPicPr>
          <p:cNvPr id="15" name="!!Serce w rogu"/>
          <p:cNvPicPr>
            <a:picLocks noChangeAspect="1"/>
          </p:cNvPicPr>
          <p:nvPr/>
        </p:nvPicPr>
        <p:blipFill>
          <a:blip r:embed="rId4"/>
          <a:stretch>
            <a:fillRect/>
          </a:stretch>
        </p:blipFill>
        <p:spPr>
          <a:xfrm>
            <a:off x="10966450" y="330349"/>
            <a:ext cx="431800" cy="355600"/>
          </a:xfrm>
          <a:prstGeom prst="rect">
            <a:avLst/>
          </a:prstGeom>
        </p:spPr>
      </p:pic>
      <p:sp>
        <p:nvSpPr>
          <p:cNvPr id="16" name="!!Źródło"/>
          <p:cNvSpPr txBox="1"/>
          <p:nvPr/>
        </p:nvSpPr>
        <p:spPr>
          <a:xfrm>
            <a:off x="824905" y="6425287"/>
            <a:ext cx="5401151"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666666"/>
                </a:solidFill>
                <a:latin typeface="Lato"/>
                <a:cs typeface="Lato"/>
              </a:rPr>
              <a:t>Inquiry / Glovo, IX 2026 · CAWI, N=1002 mieszkańców miast, 18+ · s. 6</a:t>
            </a:r>
            <a:endParaRPr lang="pl-PL" sz="1100" kern="100" dirty="0">
              <a:solidFill>
                <a:srgbClr val="666666"/>
              </a:solidFill>
              <a:latin typeface="Lato"/>
              <a:cs typeface="Lato"/>
            </a:endParaRPr>
          </a:p>
        </p:txBody>
      </p:sp>
      <p:sp>
        <p:nvSpPr>
          <p:cNvPr id="17"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666666"/>
                </a:solidFill>
                <a:latin typeface="Lato"/>
                <a:cs typeface="Lato"/>
              </a:rPr>
              <a:t>07 / 23</a:t>
            </a:r>
            <a:endParaRPr lang="pl-PL" sz="1100" kern="100" spc="66" dirty="0">
              <a:solidFill>
                <a:srgbClr val="666666"/>
              </a:solidFill>
              <a:latin typeface="Lato"/>
              <a:cs typeface="Lato"/>
            </a:endParaRPr>
          </a:p>
        </p:txBody>
      </p:sp>
      <p:sp>
        <p:nvSpPr>
          <p:cNvPr id="18" name="!!Postęp"/>
          <p:cNvSpPr/>
          <p:nvPr/>
        </p:nvSpPr>
        <p:spPr>
          <a:xfrm>
            <a:off x="1091" y="6826250"/>
            <a:ext cx="3708400" cy="31750"/>
          </a:xfrm>
          <a:prstGeom prst="rect">
            <a:avLst/>
          </a:prstGeom>
          <a:solidFill>
            <a:srgbClr val="EE312F"/>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xmlns:p14="http://schemas.microsoft.com/office/powerpoint/2010/main">
  <p:cSld name="Każdy z nas bywa Homo Urgens">
    <p:bg>
      <p:bgPr>
        <a:solidFill>
          <a:srgbClr val="111111"/>
        </a:solidFill>
        <a:effectLst/>
      </p:bgPr>
    </p:bg>
    <p:spTree>
      <p:nvGrpSpPr>
        <p:cNvPr id="1" name=""/>
        <p:cNvGrpSpPr/>
        <p:nvPr/>
      </p:nvGrpSpPr>
      <p:grpSpPr>
        <a:xfrm>
          <a:off x="0" y="0"/>
          <a:ext cx="0" cy="0"/>
          <a:chOff x="0" y="0"/>
          <a:chExt cx="0" cy="0"/>
        </a:xfrm>
      </p:grpSpPr>
      <p:sp>
        <p:nvSpPr>
          <p:cNvPr id="2" name="Tekst: Potrzeba"/>
          <p:cNvSpPr txBox="1"/>
          <p:nvPr/>
        </p:nvSpPr>
        <p:spPr>
          <a:xfrm>
            <a:off x="824557" y="3098006"/>
            <a:ext cx="2116098" cy="515938"/>
          </a:xfrm>
          <a:prstGeom prst="rect">
            <a:avLst/>
          </a:prstGeom>
          <a:noFill/>
          <a:ln>
            <a:noFill/>
          </a:ln>
        </p:spPr>
        <p:txBody>
          <a:bodyPr wrap="none" lIns="0" tIns="0" rIns="0" bIns="0" rtlCol="0" anchor="t">
            <a:noAutofit/>
          </a:bodyPr>
          <a:lstStyle/>
          <a:p>
            <a:pPr algn="l">
              <a:spcBef>
                <a:spcPts val="0"/>
              </a:spcBef>
              <a:spcAft>
                <a:spcPts val="0"/>
              </a:spcAft>
              <a:buNone/>
            </a:pPr>
            <a:r>
              <a:rPr lang="pl-PL" sz="3250" b="1" kern="100" dirty="0">
                <a:solidFill>
                  <a:srgbClr val="FFFFFF"/>
                </a:solidFill>
                <a:latin typeface="Lato"/>
                <a:cs typeface="Lato"/>
              </a:rPr>
              <a:t>Potrzeba</a:t>
            </a:r>
            <a:endParaRPr lang="pl-PL" sz="3250" b="1" kern="100" dirty="0">
              <a:solidFill>
                <a:srgbClr val="FFFFFF"/>
              </a:solidFill>
              <a:latin typeface="Lato"/>
              <a:cs typeface="Lato"/>
            </a:endParaRPr>
          </a:p>
        </p:txBody>
      </p:sp>
      <p:sp>
        <p:nvSpPr>
          <p:cNvPr id="3" name="Tekst: +"/>
          <p:cNvSpPr txBox="1"/>
          <p:nvPr/>
        </p:nvSpPr>
        <p:spPr>
          <a:xfrm>
            <a:off x="2811512" y="3093244"/>
            <a:ext cx="572333" cy="754063"/>
          </a:xfrm>
          <a:prstGeom prst="rect">
            <a:avLst/>
          </a:prstGeom>
          <a:noFill/>
          <a:ln>
            <a:noFill/>
          </a:ln>
        </p:spPr>
        <p:txBody>
          <a:bodyPr wrap="none" lIns="0" tIns="0" rIns="0" bIns="0" rtlCol="0" anchor="t">
            <a:noAutofit/>
          </a:bodyPr>
          <a:lstStyle/>
          <a:p>
            <a:pPr algn="l">
              <a:spcBef>
                <a:spcPts val="0"/>
              </a:spcBef>
              <a:spcAft>
                <a:spcPts val="0"/>
              </a:spcAft>
              <a:buNone/>
            </a:pPr>
            <a:r>
              <a:rPr lang="pl-PL" sz="4750" b="1" kern="100" dirty="0">
                <a:solidFill>
                  <a:srgbClr val="EE312F"/>
                </a:solidFill>
                <a:latin typeface="Lato"/>
                <a:cs typeface="Lato"/>
              </a:rPr>
              <a:t>+</a:t>
            </a:r>
            <a:endParaRPr lang="pl-PL" sz="4750" b="1" kern="100" dirty="0">
              <a:solidFill>
                <a:srgbClr val="EE312F"/>
              </a:solidFill>
              <a:latin typeface="Lato"/>
              <a:cs typeface="Lato"/>
            </a:endParaRPr>
          </a:p>
        </p:txBody>
      </p:sp>
      <p:sp>
        <p:nvSpPr>
          <p:cNvPr id="4" name="Tekst: Brak czasu lub możliwości · 1"/>
          <p:cNvSpPr txBox="1"/>
          <p:nvPr/>
        </p:nvSpPr>
        <p:spPr>
          <a:xfrm>
            <a:off x="3509070" y="3095625"/>
            <a:ext cx="3387804" cy="515938"/>
          </a:xfrm>
          <a:prstGeom prst="rect">
            <a:avLst/>
          </a:prstGeom>
          <a:noFill/>
          <a:ln>
            <a:noFill/>
          </a:ln>
        </p:spPr>
        <p:txBody>
          <a:bodyPr wrap="none" lIns="0" tIns="0" rIns="0" bIns="0" rtlCol="0" anchor="ctr">
            <a:noAutofit/>
          </a:bodyPr>
          <a:lstStyle/>
          <a:p>
            <a:pPr algn="l">
              <a:spcBef>
                <a:spcPts val="0"/>
              </a:spcBef>
              <a:spcAft>
                <a:spcPts val="0"/>
              </a:spcAft>
              <a:buNone/>
            </a:pPr>
            <a:r>
              <a:rPr lang="pl-PL" sz="3250" b="1" kern="100" dirty="0">
                <a:solidFill>
                  <a:srgbClr val="FFFFFF"/>
                </a:solidFill>
                <a:latin typeface="Lato"/>
                <a:cs typeface="Lato"/>
              </a:rPr>
              <a:t>Brak czasu</a:t>
            </a:r>
            <a:endParaRPr lang="pl-PL" sz="3250" b="1" kern="100" dirty="0">
              <a:solidFill>
                <a:srgbClr val="FFFFFF"/>
              </a:solidFill>
              <a:latin typeface="Lato"/>
              <a:cs typeface="Lato"/>
            </a:endParaRPr>
          </a:p>
        </p:txBody>
      </p:sp>
      <p:sp>
        <p:nvSpPr>
          <p:cNvPr id="5" name="Tekst: Brak czasu lub możliwości · 2"/>
          <p:cNvSpPr txBox="1"/>
          <p:nvPr/>
        </p:nvSpPr>
        <p:spPr>
          <a:xfrm>
            <a:off x="3509070" y="3611563"/>
            <a:ext cx="3387804" cy="515938"/>
          </a:xfrm>
          <a:prstGeom prst="rect">
            <a:avLst/>
          </a:prstGeom>
          <a:noFill/>
          <a:ln>
            <a:noFill/>
          </a:ln>
        </p:spPr>
        <p:txBody>
          <a:bodyPr wrap="none" lIns="0" tIns="0" rIns="0" bIns="0" rtlCol="0" anchor="ctr">
            <a:noAutofit/>
          </a:bodyPr>
          <a:lstStyle/>
          <a:p>
            <a:pPr algn="l">
              <a:spcBef>
                <a:spcPts val="0"/>
              </a:spcBef>
              <a:spcAft>
                <a:spcPts val="0"/>
              </a:spcAft>
              <a:buNone/>
            </a:pPr>
            <a:r>
              <a:rPr lang="pl-PL" sz="3250" b="1" kern="100" dirty="0">
                <a:solidFill>
                  <a:srgbClr val="FFFFFF"/>
                </a:solidFill>
                <a:latin typeface="Lato"/>
                <a:cs typeface="Lato"/>
              </a:rPr>
              <a:t>lub możliwości</a:t>
            </a:r>
            <a:endParaRPr lang="pl-PL" sz="3250" b="1" kern="100" dirty="0">
              <a:solidFill>
                <a:srgbClr val="FFFFFF"/>
              </a:solidFill>
              <a:latin typeface="Lato"/>
              <a:cs typeface="Lato"/>
            </a:endParaRPr>
          </a:p>
        </p:txBody>
      </p:sp>
      <p:sp>
        <p:nvSpPr>
          <p:cNvPr id="6" name="Linia"/>
          <p:cNvSpPr/>
          <p:nvPr/>
        </p:nvSpPr>
        <p:spPr>
          <a:xfrm>
            <a:off x="825500" y="4667250"/>
            <a:ext cx="10541000" cy="12700"/>
          </a:xfrm>
          <a:prstGeom prst="rect">
            <a:avLst/>
          </a:prstGeom>
          <a:solidFill>
            <a:srgbClr val="444444"/>
          </a:solidFill>
          <a:ln>
            <a:noFill/>
          </a:ln>
        </p:spPr>
        <p:txBody>
          <a:bodyPr rtlCol="0" anchor="ctr"/>
          <a:lstStyle/>
          <a:p>
            <a:pPr algn="ctr"/>
            <a:endParaRPr lang="pl-PL" dirty="0"/>
          </a:p>
        </p:txBody>
      </p:sp>
      <p:sp>
        <p:nvSpPr>
          <p:cNvPr id="7" name="Tekst: TRYB: TERAZ"/>
          <p:cNvSpPr txBox="1"/>
          <p:nvPr/>
        </p:nvSpPr>
        <p:spPr>
          <a:xfrm>
            <a:off x="825500" y="4860290"/>
            <a:ext cx="10541000" cy="571500"/>
          </a:xfrm>
          <a:prstGeom prst="rect">
            <a:avLst/>
          </a:prstGeom>
          <a:noFill/>
          <a:ln>
            <a:noFill/>
          </a:ln>
        </p:spPr>
        <p:txBody>
          <a:bodyPr wrap="none" lIns="0" tIns="0" rIns="0" bIns="0" rtlCol="0" anchor="t">
            <a:noAutofit/>
          </a:bodyPr>
          <a:lstStyle/>
          <a:p>
            <a:pPr algn="l">
              <a:spcBef>
                <a:spcPts val="0"/>
              </a:spcBef>
              <a:spcAft>
                <a:spcPts val="0"/>
              </a:spcAft>
              <a:buNone/>
            </a:pPr>
            <a:r>
              <a:rPr lang="pl-PL" sz="3600" kern="100" dirty="0">
                <a:solidFill>
                  <a:srgbClr val="EE312F"/>
                </a:solidFill>
                <a:latin typeface="Lato Black"/>
                <a:cs typeface="Lato Black"/>
              </a:rPr>
              <a:t>TRYB: TERAZ</a:t>
            </a:r>
            <a:endParaRPr lang="pl-PL" sz="3600" kern="100" dirty="0">
              <a:solidFill>
                <a:srgbClr val="EE312F"/>
              </a:solidFill>
              <a:latin typeface="Lato Black"/>
              <a:cs typeface="Lato Black"/>
            </a:endParaRPr>
          </a:p>
        </p:txBody>
      </p:sp>
      <p:sp>
        <p:nvSpPr>
          <p:cNvPr id="8" name="Tekst: Każdy z nas bywa Homo Urgens · 1"/>
          <p:cNvSpPr txBox="1"/>
          <p:nvPr/>
        </p:nvSpPr>
        <p:spPr>
          <a:xfrm>
            <a:off x="824557" y="1153704"/>
            <a:ext cx="5476518" cy="643128"/>
          </a:xfrm>
          <a:prstGeom prst="rect">
            <a:avLst/>
          </a:prstGeom>
          <a:noFill/>
          <a:ln>
            <a:noFill/>
          </a:ln>
        </p:spPr>
        <p:txBody>
          <a:bodyPr wrap="none" lIns="0" tIns="0" rIns="0" bIns="0" rtlCol="0" anchor="ctr">
            <a:noAutofit/>
          </a:bodyPr>
          <a:lstStyle/>
          <a:p>
            <a:pPr algn="l">
              <a:spcBef>
                <a:spcPts val="0"/>
              </a:spcBef>
              <a:spcAft>
                <a:spcPts val="0"/>
              </a:spcAft>
              <a:buNone/>
            </a:pPr>
            <a:r>
              <a:rPr lang="pl-PL" sz="4800" kern="100" spc="-168" dirty="0">
                <a:solidFill>
                  <a:srgbClr val="FFFFFF"/>
                </a:solidFill>
                <a:latin typeface="Lato Black"/>
                <a:cs typeface="Lato Black"/>
              </a:rPr>
              <a:t>Każdy z nas bywa</a:t>
            </a:r>
            <a:endParaRPr lang="pl-PL" sz="4800" kern="100" spc="-168" dirty="0">
              <a:solidFill>
                <a:srgbClr val="FFFFFF"/>
              </a:solidFill>
              <a:latin typeface="Lato Black"/>
              <a:cs typeface="Lato Black"/>
            </a:endParaRPr>
          </a:p>
        </p:txBody>
      </p:sp>
      <p:sp>
        <p:nvSpPr>
          <p:cNvPr id="9" name="Tekst: Każdy z nas bywa Homo Urgens · 2"/>
          <p:cNvSpPr txBox="1"/>
          <p:nvPr/>
        </p:nvSpPr>
        <p:spPr>
          <a:xfrm>
            <a:off x="824557" y="1796832"/>
            <a:ext cx="5476518" cy="643128"/>
          </a:xfrm>
          <a:prstGeom prst="rect">
            <a:avLst/>
          </a:prstGeom>
          <a:noFill/>
          <a:ln>
            <a:noFill/>
          </a:ln>
        </p:spPr>
        <p:txBody>
          <a:bodyPr wrap="none" lIns="0" tIns="0" rIns="0" bIns="0" rtlCol="0" anchor="ctr">
            <a:noAutofit/>
          </a:bodyPr>
          <a:lstStyle/>
          <a:p>
            <a:pPr algn="l">
              <a:spcBef>
                <a:spcPts val="0"/>
              </a:spcBef>
              <a:spcAft>
                <a:spcPts val="0"/>
              </a:spcAft>
              <a:buNone/>
            </a:pPr>
            <a:r>
              <a:rPr lang="pl-PL" sz="4800" kern="100" spc="-168" dirty="0">
                <a:solidFill>
                  <a:srgbClr val="FFFFFF"/>
                </a:solidFill>
                <a:latin typeface="Lato Black"/>
                <a:cs typeface="Lato Black"/>
              </a:rPr>
              <a:t>Homo Urgens</a:t>
            </a:r>
            <a:endParaRPr lang="pl-PL" sz="4800" kern="100" spc="-168" dirty="0">
              <a:solidFill>
                <a:srgbClr val="FFFFFF"/>
              </a:solidFill>
              <a:latin typeface="Lato Black"/>
              <a:cs typeface="Lato Black"/>
            </a:endParaRPr>
          </a:p>
        </p:txBody>
      </p:sp>
      <p:pic>
        <p:nvPicPr>
          <p:cNvPr id="10" name="!!Serce w rogu"/>
          <p:cNvPicPr>
            <a:picLocks noChangeAspect="1"/>
          </p:cNvPicPr>
          <p:nvPr/>
        </p:nvPicPr>
        <p:blipFill>
          <a:blip r:embed="rId3"/>
          <a:stretch>
            <a:fillRect/>
          </a:stretch>
        </p:blipFill>
        <p:spPr>
          <a:xfrm>
            <a:off x="10966450" y="330349"/>
            <a:ext cx="431800" cy="355600"/>
          </a:xfrm>
          <a:prstGeom prst="rect">
            <a:avLst/>
          </a:prstGeom>
        </p:spPr>
      </p:pic>
      <p:sp>
        <p:nvSpPr>
          <p:cNvPr id="11" name="!!Źródło"/>
          <p:cNvSpPr txBox="1"/>
          <p:nvPr/>
        </p:nvSpPr>
        <p:spPr>
          <a:xfrm>
            <a:off x="825004" y="6425287"/>
            <a:ext cx="5721429"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A9A9A9"/>
                </a:solidFill>
                <a:latin typeface="Lato"/>
                <a:cs typeface="Lato"/>
              </a:rPr>
              <a:t>Inquiry / Glovo, IX 2026 · Synteza badania jakościowego i Decision Lab · s. 5</a:t>
            </a:r>
            <a:endParaRPr lang="pl-PL" sz="1100" kern="100" dirty="0">
              <a:solidFill>
                <a:srgbClr val="A9A9A9"/>
              </a:solidFill>
              <a:latin typeface="Lato"/>
              <a:cs typeface="Lato"/>
            </a:endParaRPr>
          </a:p>
        </p:txBody>
      </p:sp>
      <p:sp>
        <p:nvSpPr>
          <p:cNvPr id="12"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A9A9A9"/>
                </a:solidFill>
                <a:latin typeface="Lato"/>
                <a:cs typeface="Lato"/>
              </a:rPr>
              <a:t>08 / 23</a:t>
            </a:r>
            <a:endParaRPr lang="pl-PL" sz="1100" kern="100" spc="66" dirty="0">
              <a:solidFill>
                <a:srgbClr val="A9A9A9"/>
              </a:solidFill>
              <a:latin typeface="Lato"/>
              <a:cs typeface="Lato"/>
            </a:endParaRPr>
          </a:p>
        </p:txBody>
      </p:sp>
      <p:sp>
        <p:nvSpPr>
          <p:cNvPr id="13" name="!!Postęp"/>
          <p:cNvSpPr/>
          <p:nvPr/>
        </p:nvSpPr>
        <p:spPr>
          <a:xfrm>
            <a:off x="-595" y="6826250"/>
            <a:ext cx="4241800" cy="31750"/>
          </a:xfrm>
          <a:prstGeom prst="rect">
            <a:avLst/>
          </a:prstGeom>
          <a:solidFill>
            <a:srgbClr val="EE312F"/>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xmlns:p14="http://schemas.microsoft.com/office/powerpoint/2010/main">
  <p:cSld name="Będziemy za 20 minut">
    <p:bg>
      <p:bgPr>
        <a:solidFill>
          <a:srgbClr val="111111"/>
        </a:solidFill>
        <a:effectLst/>
      </p:bgPr>
    </p:bg>
    <p:spTree>
      <p:nvGrpSpPr>
        <p:cNvPr id="1" name=""/>
        <p:cNvGrpSpPr/>
        <p:nvPr/>
      </p:nvGrpSpPr>
      <p:grpSpPr>
        <a:xfrm>
          <a:off x="0" y="0"/>
          <a:ext cx="0" cy="0"/>
          <a:chOff x="0" y="0"/>
          <a:chExt cx="0" cy="0"/>
        </a:xfrm>
      </p:grpSpPr>
      <p:sp>
        <p:nvSpPr>
          <p:cNvPr id="2" name="Tekst: Zakupowy thriller"/>
          <p:cNvSpPr txBox="1"/>
          <p:nvPr/>
        </p:nvSpPr>
        <p:spPr>
          <a:xfrm>
            <a:off x="825054" y="1174750"/>
            <a:ext cx="2818328" cy="205740"/>
          </a:xfrm>
          <a:prstGeom prst="rect">
            <a:avLst/>
          </a:prstGeom>
          <a:noFill/>
          <a:ln>
            <a:noFill/>
          </a:ln>
        </p:spPr>
        <p:txBody>
          <a:bodyPr wrap="none" lIns="0" tIns="0" rIns="0" bIns="0" rtlCol="0" anchor="t">
            <a:noAutofit/>
          </a:bodyPr>
          <a:lstStyle/>
          <a:p>
            <a:pPr algn="l">
              <a:spcBef>
                <a:spcPts val="0"/>
              </a:spcBef>
              <a:spcAft>
                <a:spcPts val="0"/>
              </a:spcAft>
              <a:buNone/>
            </a:pPr>
            <a:r>
              <a:rPr lang="pl-PL" sz="1350" b="1" kern="100" cap="all" spc="189" dirty="0">
                <a:solidFill>
                  <a:srgbClr val="EE312F"/>
                </a:solidFill>
                <a:latin typeface="Lato"/>
                <a:cs typeface="Lato"/>
              </a:rPr>
              <a:t>Zakupowy thriller</a:t>
            </a:r>
            <a:endParaRPr lang="pl-PL" sz="1350" b="1" kern="100" cap="all" spc="189" dirty="0">
              <a:solidFill>
                <a:srgbClr val="EE312F"/>
              </a:solidFill>
              <a:latin typeface="Lato"/>
              <a:cs typeface="Lato"/>
            </a:endParaRPr>
          </a:p>
        </p:txBody>
      </p:sp>
      <p:sp>
        <p:nvSpPr>
          <p:cNvPr id="3" name="Kształt"/>
          <p:cNvSpPr/>
          <p:nvPr/>
        </p:nvSpPr>
        <p:spPr>
          <a:xfrm>
            <a:off x="2162175" y="2289175"/>
            <a:ext cx="7867650" cy="1695450"/>
          </a:xfrm>
          <a:prstGeom prst="roundRect">
            <a:avLst>
              <a:gd name="adj" fmla="val 16418"/>
            </a:avLst>
          </a:prstGeom>
          <a:solidFill>
            <a:srgbClr val="262626"/>
          </a:solidFill>
          <a:ln w="6350">
            <a:solidFill>
              <a:srgbClr val="3A3A3A"/>
            </a:solidFill>
          </a:ln>
          <a:effectLst>
            <a:outerShdw blurRad="508000" dist="190500" dir="5400000" algn="ctr" rotWithShape="0">
              <a:srgbClr val="000000">
                <a:alpha val="46700"/>
              </a:srgbClr>
            </a:outerShdw>
          </a:effectLst>
        </p:spPr>
        <p:txBody>
          <a:bodyPr rtlCol="0" anchor="ctr"/>
          <a:lstStyle/>
          <a:p>
            <a:pPr algn="ctr"/>
            <a:endParaRPr lang="pl-PL" dirty="0"/>
          </a:p>
        </p:txBody>
      </p:sp>
      <p:sp>
        <p:nvSpPr>
          <p:cNvPr id="4" name="Kształt 2"/>
          <p:cNvSpPr/>
          <p:nvPr/>
        </p:nvSpPr>
        <p:spPr>
          <a:xfrm>
            <a:off x="2508250" y="2546350"/>
            <a:ext cx="406400" cy="406400"/>
          </a:xfrm>
          <a:prstGeom prst="roundRect">
            <a:avLst>
              <a:gd name="adj" fmla="val 25000"/>
            </a:avLst>
          </a:prstGeom>
          <a:solidFill>
            <a:srgbClr val="EE312F"/>
          </a:solidFill>
          <a:ln>
            <a:noFill/>
          </a:ln>
        </p:spPr>
        <p:txBody>
          <a:bodyPr rtlCol="0" anchor="ctr"/>
          <a:lstStyle/>
          <a:p>
            <a:pPr algn="ctr"/>
            <a:endParaRPr lang="pl-PL" dirty="0"/>
          </a:p>
        </p:txBody>
      </p:sp>
      <p:sp>
        <p:nvSpPr>
          <p:cNvPr id="5" name="Kształt 3"/>
          <p:cNvSpPr/>
          <p:nvPr/>
        </p:nvSpPr>
        <p:spPr>
          <a:xfrm>
            <a:off x="2622550" y="2673350"/>
            <a:ext cx="177800" cy="171450"/>
          </a:xfrm>
          <a:custGeom>
            <a:avLst/>
            <a:gdLst/>
            <a:ahLst/>
            <a:cxnLst/>
            <a:rect l="0" t="0" r="r" b="b"/>
            <a:pathLst>
              <a:path w="177800" h="171450">
                <a:moveTo>
                  <a:pt x="0" y="0"/>
                </a:moveTo>
                <a:lnTo>
                  <a:pt x="177800" y="0"/>
                </a:lnTo>
                <a:lnTo>
                  <a:pt x="177800" y="127000"/>
                </a:lnTo>
                <a:lnTo>
                  <a:pt x="76200" y="127000"/>
                </a:lnTo>
                <a:lnTo>
                  <a:pt x="25400" y="171450"/>
                </a:lnTo>
                <a:lnTo>
                  <a:pt x="31750" y="127000"/>
                </a:lnTo>
                <a:lnTo>
                  <a:pt x="0" y="127000"/>
                </a:lnTo>
                <a:close/>
              </a:path>
            </a:pathLst>
          </a:custGeom>
          <a:solidFill>
            <a:srgbClr val="FFFFFF"/>
          </a:solidFill>
          <a:ln>
            <a:noFill/>
          </a:ln>
        </p:spPr>
        <p:txBody>
          <a:bodyPr rtlCol="0" anchor="ctr"/>
          <a:lstStyle/>
          <a:p>
            <a:pPr algn="ctr"/>
            <a:endParaRPr lang="pl-PL" dirty="0"/>
          </a:p>
        </p:txBody>
      </p:sp>
      <p:sp>
        <p:nvSpPr>
          <p:cNvPr id="6" name="Tekst: Znajomi"/>
          <p:cNvSpPr txBox="1"/>
          <p:nvPr/>
        </p:nvSpPr>
        <p:spPr>
          <a:xfrm>
            <a:off x="3040211" y="2635250"/>
            <a:ext cx="971907" cy="228600"/>
          </a:xfrm>
          <a:prstGeom prst="rect">
            <a:avLst/>
          </a:prstGeom>
          <a:noFill/>
          <a:ln>
            <a:noFill/>
          </a:ln>
        </p:spPr>
        <p:txBody>
          <a:bodyPr wrap="none" lIns="0" tIns="0" rIns="0" bIns="0" rtlCol="0" anchor="t">
            <a:noAutofit/>
          </a:bodyPr>
          <a:lstStyle/>
          <a:p>
            <a:pPr algn="l">
              <a:spcBef>
                <a:spcPts val="0"/>
              </a:spcBef>
              <a:spcAft>
                <a:spcPts val="0"/>
              </a:spcAft>
              <a:buNone/>
            </a:pPr>
            <a:r>
              <a:rPr lang="pl-PL" sz="1500" b="1" kern="100" dirty="0">
                <a:solidFill>
                  <a:srgbClr val="FFFFFF"/>
                </a:solidFill>
                <a:latin typeface="Lato"/>
                <a:cs typeface="Lato"/>
              </a:rPr>
              <a:t>Znajomi</a:t>
            </a:r>
            <a:endParaRPr lang="pl-PL" sz="1500" b="1" kern="100" dirty="0">
              <a:solidFill>
                <a:srgbClr val="FFFFFF"/>
              </a:solidFill>
              <a:latin typeface="Lato"/>
              <a:cs typeface="Lato"/>
            </a:endParaRPr>
          </a:p>
        </p:txBody>
      </p:sp>
      <p:sp>
        <p:nvSpPr>
          <p:cNvPr id="7" name="Tekst: teraz"/>
          <p:cNvSpPr txBox="1"/>
          <p:nvPr/>
        </p:nvSpPr>
        <p:spPr>
          <a:xfrm>
            <a:off x="9322048" y="2647950"/>
            <a:ext cx="586145" cy="198120"/>
          </a:xfrm>
          <a:prstGeom prst="rect">
            <a:avLst/>
          </a:prstGeom>
          <a:noFill/>
          <a:ln>
            <a:noFill/>
          </a:ln>
        </p:spPr>
        <p:txBody>
          <a:bodyPr wrap="none" lIns="0" tIns="0" rIns="0" bIns="0" rtlCol="0" anchor="t">
            <a:noAutofit/>
          </a:bodyPr>
          <a:lstStyle/>
          <a:p>
            <a:pPr algn="l">
              <a:spcBef>
                <a:spcPts val="0"/>
              </a:spcBef>
              <a:spcAft>
                <a:spcPts val="0"/>
              </a:spcAft>
              <a:buNone/>
            </a:pPr>
            <a:r>
              <a:rPr lang="pl-PL" sz="1300" kern="100" dirty="0">
                <a:solidFill>
                  <a:srgbClr val="999999"/>
                </a:solidFill>
                <a:latin typeface="Lato"/>
                <a:cs typeface="Lato"/>
              </a:rPr>
              <a:t>teraz</a:t>
            </a:r>
            <a:endParaRPr lang="pl-PL" sz="1300" kern="100" dirty="0">
              <a:solidFill>
                <a:srgbClr val="999999"/>
              </a:solidFill>
              <a:latin typeface="Lato"/>
              <a:cs typeface="Lato"/>
            </a:endParaRPr>
          </a:p>
        </p:txBody>
      </p:sp>
      <p:sp>
        <p:nvSpPr>
          <p:cNvPr id="8" name="Tekst: Będziemy za 20 minut 😊"/>
          <p:cNvSpPr txBox="1"/>
          <p:nvPr/>
        </p:nvSpPr>
        <p:spPr>
          <a:xfrm>
            <a:off x="2508250" y="3143250"/>
            <a:ext cx="7175500" cy="558800"/>
          </a:xfrm>
          <a:prstGeom prst="rect">
            <a:avLst/>
          </a:prstGeom>
          <a:noFill/>
          <a:ln>
            <a:noFill/>
          </a:ln>
        </p:spPr>
        <p:txBody>
          <a:bodyPr wrap="none" lIns="0" tIns="0" rIns="0" bIns="0" rtlCol="0" anchor="t">
            <a:noAutofit/>
          </a:bodyPr>
          <a:lstStyle/>
          <a:p>
            <a:pPr algn="l">
              <a:spcBef>
                <a:spcPts val="0"/>
              </a:spcBef>
              <a:spcAft>
                <a:spcPts val="0"/>
              </a:spcAft>
              <a:buNone/>
            </a:pPr>
            <a:r>
              <a:rPr lang="pl-PL" sz="4000" kern="100" spc="-120" dirty="0">
                <a:solidFill>
                  <a:srgbClr val="FFFFFF"/>
                </a:solidFill>
                <a:latin typeface="Lato Black"/>
                <a:cs typeface="Lato Black"/>
              </a:rPr>
              <a:t>Będziemy za 20 minut </a:t>
            </a:r>
            <a:r>
              <a:rPr lang="pl-PL" sz="4000" kern="100" spc="-120" dirty="0">
                <a:solidFill>
                  <a:srgbClr val="FFFFFF"/>
                </a:solidFill>
                <a:latin typeface="Segoe UI Emoji"/>
                <a:cs typeface="Segoe UI Emoji"/>
              </a:rPr>
              <a:t>😊</a:t>
            </a:r>
            <a:endParaRPr lang="pl-PL" sz="4000" kern="100" spc="-120" dirty="0">
              <a:solidFill>
                <a:srgbClr val="FFFFFF"/>
              </a:solidFill>
              <a:latin typeface="Segoe UI Emoji"/>
              <a:cs typeface="Segoe UI Emoji"/>
            </a:endParaRPr>
          </a:p>
        </p:txBody>
      </p:sp>
      <p:sp>
        <p:nvSpPr>
          <p:cNvPr id="9" name="Tekst: A w lodówce?"/>
          <p:cNvSpPr txBox="1"/>
          <p:nvPr/>
        </p:nvSpPr>
        <p:spPr>
          <a:xfrm>
            <a:off x="2158157" y="4889500"/>
            <a:ext cx="3320296" cy="548640"/>
          </a:xfrm>
          <a:prstGeom prst="rect">
            <a:avLst/>
          </a:prstGeom>
          <a:noFill/>
          <a:ln>
            <a:noFill/>
          </a:ln>
        </p:spPr>
        <p:txBody>
          <a:bodyPr wrap="none" lIns="0" tIns="0" rIns="0" bIns="0" rtlCol="0" anchor="t">
            <a:noAutofit/>
          </a:bodyPr>
          <a:lstStyle/>
          <a:p>
            <a:pPr algn="l">
              <a:spcBef>
                <a:spcPts val="0"/>
              </a:spcBef>
              <a:spcAft>
                <a:spcPts val="0"/>
              </a:spcAft>
              <a:buNone/>
            </a:pPr>
            <a:r>
              <a:rPr lang="pl-PL" sz="3600" kern="100" spc="-108" dirty="0">
                <a:solidFill>
                  <a:srgbClr val="EE312F"/>
                </a:solidFill>
                <a:latin typeface="Lato Black"/>
                <a:cs typeface="Lato Black"/>
              </a:rPr>
              <a:t>A w lodówce?</a:t>
            </a:r>
            <a:endParaRPr lang="pl-PL" sz="3600" kern="100" spc="-108" dirty="0">
              <a:solidFill>
                <a:srgbClr val="EE312F"/>
              </a:solidFill>
              <a:latin typeface="Lato Black"/>
              <a:cs typeface="Lato Black"/>
            </a:endParaRPr>
          </a:p>
        </p:txBody>
      </p:sp>
      <p:pic>
        <p:nvPicPr>
          <p:cNvPr id="10" name="!!Serce w rogu"/>
          <p:cNvPicPr>
            <a:picLocks noChangeAspect="1"/>
          </p:cNvPicPr>
          <p:nvPr/>
        </p:nvPicPr>
        <p:blipFill>
          <a:blip r:embed="rId3"/>
          <a:stretch>
            <a:fillRect/>
          </a:stretch>
        </p:blipFill>
        <p:spPr>
          <a:xfrm>
            <a:off x="10966450" y="330349"/>
            <a:ext cx="431800" cy="355600"/>
          </a:xfrm>
          <a:prstGeom prst="rect">
            <a:avLst/>
          </a:prstGeom>
        </p:spPr>
      </p:pic>
      <p:sp>
        <p:nvSpPr>
          <p:cNvPr id="11" name="!!Zegar – napis · 1"/>
          <p:cNvSpPr txBox="1"/>
          <p:nvPr/>
        </p:nvSpPr>
        <p:spPr>
          <a:xfrm>
            <a:off x="9093369" y="39052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AAAAAA"/>
                </a:solidFill>
                <a:latin typeface="Lato Black"/>
                <a:cs typeface="Lato Black"/>
              </a:rPr>
              <a:t>Goście</a:t>
            </a:r>
            <a:endParaRPr lang="pl-PL" sz="900" kern="100" cap="all" spc="108" dirty="0">
              <a:solidFill>
                <a:srgbClr val="AAAAAA"/>
              </a:solidFill>
              <a:latin typeface="Lato Black"/>
              <a:cs typeface="Lato Black"/>
            </a:endParaRPr>
          </a:p>
        </p:txBody>
      </p:sp>
      <p:sp>
        <p:nvSpPr>
          <p:cNvPr id="12" name="!!Zegar – napis · 2"/>
          <p:cNvSpPr txBox="1"/>
          <p:nvPr/>
        </p:nvSpPr>
        <p:spPr>
          <a:xfrm>
            <a:off x="9093369" y="52768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AAAAAA"/>
                </a:solidFill>
                <a:latin typeface="Lato Black"/>
                <a:cs typeface="Lato Black"/>
              </a:rPr>
              <a:t>w drodze</a:t>
            </a:r>
            <a:endParaRPr lang="pl-PL" sz="900" kern="100" cap="all" spc="108" dirty="0">
              <a:solidFill>
                <a:srgbClr val="AAAAAA"/>
              </a:solidFill>
              <a:latin typeface="Lato Black"/>
              <a:cs typeface="Lato Black"/>
            </a:endParaRPr>
          </a:p>
        </p:txBody>
      </p:sp>
      <p:sp>
        <p:nvSpPr>
          <p:cNvPr id="13" name="!!Zegar – tarcza"/>
          <p:cNvSpPr/>
          <p:nvPr/>
        </p:nvSpPr>
        <p:spPr>
          <a:xfrm>
            <a:off x="10251440" y="281940"/>
            <a:ext cx="502920" cy="502920"/>
          </a:xfrm>
          <a:prstGeom prst="ellipse">
            <a:avLst/>
          </a:prstGeom>
          <a:solidFill>
            <a:srgbClr val="1C1C1C"/>
          </a:solidFill>
          <a:ln w="23283">
            <a:solidFill>
              <a:srgbClr val="FFFFFF"/>
            </a:solidFill>
            <a:round/>
          </a:ln>
        </p:spPr>
        <p:txBody>
          <a:bodyPr rtlCol="0" anchor="ctr"/>
          <a:lstStyle/>
          <a:p>
            <a:pPr algn="ctr"/>
            <a:endParaRPr lang="pl-PL" dirty="0"/>
          </a:p>
        </p:txBody>
      </p:sp>
      <p:sp>
        <p:nvSpPr>
          <p:cNvPr id="14" name="!!Zegar – kreska 1"/>
          <p:cNvSpPr/>
          <p:nvPr/>
        </p:nvSpPr>
        <p:spPr>
          <a:xfrm>
            <a:off x="10491258" y="295910"/>
            <a:ext cx="23283" cy="46567"/>
          </a:xfrm>
          <a:custGeom>
            <a:avLst/>
            <a:gdLst/>
            <a:ahLst/>
            <a:cxnLst/>
            <a:rect l="0" t="0" r="r" b="b"/>
            <a:pathLst>
              <a:path w="23283" h="46567">
                <a:moveTo>
                  <a:pt x="0" y="46567"/>
                </a:moveTo>
                <a:lnTo>
                  <a:pt x="23283" y="46567"/>
                </a:lnTo>
                <a:lnTo>
                  <a:pt x="23283" y="0"/>
                </a:lnTo>
                <a:lnTo>
                  <a:pt x="0" y="0"/>
                </a:lnTo>
                <a:close/>
              </a:path>
            </a:pathLst>
          </a:custGeom>
          <a:solidFill>
            <a:srgbClr val="FFFFFF"/>
          </a:solidFill>
          <a:ln>
            <a:noFill/>
          </a:ln>
        </p:spPr>
        <p:txBody>
          <a:bodyPr rtlCol="0" anchor="ctr"/>
          <a:lstStyle/>
          <a:p>
            <a:pPr algn="ctr"/>
            <a:endParaRPr lang="pl-PL" dirty="0"/>
          </a:p>
        </p:txBody>
      </p:sp>
      <p:sp>
        <p:nvSpPr>
          <p:cNvPr id="15" name="!!Zegar – kreska 2"/>
          <p:cNvSpPr/>
          <p:nvPr/>
        </p:nvSpPr>
        <p:spPr>
          <a:xfrm>
            <a:off x="10693823" y="521758"/>
            <a:ext cx="46567" cy="23283"/>
          </a:xfrm>
          <a:custGeom>
            <a:avLst/>
            <a:gdLst/>
            <a:ahLst/>
            <a:cxnLst/>
            <a:rect l="0" t="0" r="r" b="b"/>
            <a:pathLst>
              <a:path w="46567" h="23283">
                <a:moveTo>
                  <a:pt x="0" y="0"/>
                </a:moveTo>
                <a:lnTo>
                  <a:pt x="0" y="23283"/>
                </a:lnTo>
                <a:lnTo>
                  <a:pt x="46567" y="23283"/>
                </a:lnTo>
                <a:lnTo>
                  <a:pt x="46567" y="0"/>
                </a:lnTo>
                <a:close/>
              </a:path>
            </a:pathLst>
          </a:custGeom>
          <a:solidFill>
            <a:srgbClr val="FFFFFF"/>
          </a:solidFill>
          <a:ln>
            <a:noFill/>
          </a:ln>
        </p:spPr>
        <p:txBody>
          <a:bodyPr rtlCol="0" anchor="ctr"/>
          <a:lstStyle/>
          <a:p>
            <a:pPr algn="ctr"/>
            <a:endParaRPr lang="pl-PL" dirty="0"/>
          </a:p>
        </p:txBody>
      </p:sp>
      <p:sp>
        <p:nvSpPr>
          <p:cNvPr id="16" name="!!Zegar – kreska 3"/>
          <p:cNvSpPr/>
          <p:nvPr/>
        </p:nvSpPr>
        <p:spPr>
          <a:xfrm>
            <a:off x="10491258" y="724323"/>
            <a:ext cx="23283" cy="46567"/>
          </a:xfrm>
          <a:custGeom>
            <a:avLst/>
            <a:gdLst/>
            <a:ahLst/>
            <a:cxnLst/>
            <a:rect l="0" t="0" r="r" b="b"/>
            <a:pathLst>
              <a:path w="23283" h="46567">
                <a:moveTo>
                  <a:pt x="23283" y="0"/>
                </a:moveTo>
                <a:lnTo>
                  <a:pt x="0" y="0"/>
                </a:lnTo>
                <a:lnTo>
                  <a:pt x="0" y="46567"/>
                </a:lnTo>
                <a:lnTo>
                  <a:pt x="23283" y="46567"/>
                </a:lnTo>
                <a:close/>
              </a:path>
            </a:pathLst>
          </a:custGeom>
          <a:solidFill>
            <a:srgbClr val="FFFFFF"/>
          </a:solidFill>
          <a:ln>
            <a:noFill/>
          </a:ln>
        </p:spPr>
        <p:txBody>
          <a:bodyPr rtlCol="0" anchor="ctr"/>
          <a:lstStyle/>
          <a:p>
            <a:pPr algn="ctr"/>
            <a:endParaRPr lang="pl-PL" dirty="0"/>
          </a:p>
        </p:txBody>
      </p:sp>
      <p:sp>
        <p:nvSpPr>
          <p:cNvPr id="17" name="!!Zegar – kreska 4"/>
          <p:cNvSpPr/>
          <p:nvPr/>
        </p:nvSpPr>
        <p:spPr>
          <a:xfrm>
            <a:off x="10265410" y="521758"/>
            <a:ext cx="46567" cy="23283"/>
          </a:xfrm>
          <a:custGeom>
            <a:avLst/>
            <a:gdLst/>
            <a:ahLst/>
            <a:cxnLst/>
            <a:rect l="0" t="0" r="r" b="b"/>
            <a:pathLst>
              <a:path w="46567" h="23283">
                <a:moveTo>
                  <a:pt x="46567" y="23283"/>
                </a:moveTo>
                <a:lnTo>
                  <a:pt x="46567" y="0"/>
                </a:lnTo>
                <a:lnTo>
                  <a:pt x="0" y="0"/>
                </a:lnTo>
                <a:lnTo>
                  <a:pt x="0" y="23283"/>
                </a:lnTo>
                <a:close/>
              </a:path>
            </a:pathLst>
          </a:custGeom>
          <a:solidFill>
            <a:srgbClr val="FFFFFF"/>
          </a:solidFill>
          <a:ln>
            <a:noFill/>
          </a:ln>
        </p:spPr>
        <p:txBody>
          <a:bodyPr rtlCol="0" anchor="ctr"/>
          <a:lstStyle/>
          <a:p>
            <a:pPr algn="ctr"/>
            <a:endParaRPr lang="pl-PL" dirty="0"/>
          </a:p>
        </p:txBody>
      </p:sp>
      <p:sp>
        <p:nvSpPr>
          <p:cNvPr id="18" name="!!Zegar – wskazówka"/>
          <p:cNvSpPr/>
          <p:nvPr/>
        </p:nvSpPr>
        <p:spPr>
          <a:xfrm>
            <a:off x="10488930" y="347133"/>
            <a:ext cx="27940" cy="214207"/>
          </a:xfrm>
          <a:custGeom>
            <a:avLst/>
            <a:gdLst/>
            <a:ahLst/>
            <a:cxnLst/>
            <a:rect l="0" t="0" r="r" b="b"/>
            <a:pathLst>
              <a:path w="27940" h="214207">
                <a:moveTo>
                  <a:pt x="0" y="214207"/>
                </a:moveTo>
                <a:lnTo>
                  <a:pt x="27940" y="214207"/>
                </a:lnTo>
                <a:lnTo>
                  <a:pt x="20955" y="0"/>
                </a:lnTo>
                <a:lnTo>
                  <a:pt x="6985" y="0"/>
                </a:lnTo>
                <a:close/>
              </a:path>
            </a:pathLst>
          </a:custGeom>
          <a:solidFill>
            <a:srgbClr val="FFFFFF"/>
          </a:solidFill>
          <a:ln>
            <a:noFill/>
          </a:ln>
        </p:spPr>
        <p:txBody>
          <a:bodyPr rtlCol="0" anchor="ctr"/>
          <a:lstStyle/>
          <a:p>
            <a:pPr algn="ctr"/>
            <a:endParaRPr lang="pl-PL" dirty="0"/>
          </a:p>
        </p:txBody>
      </p:sp>
      <p:sp>
        <p:nvSpPr>
          <p:cNvPr id="19" name="!!Zegar – oś"/>
          <p:cNvSpPr/>
          <p:nvPr/>
        </p:nvSpPr>
        <p:spPr>
          <a:xfrm>
            <a:off x="10474960" y="505460"/>
            <a:ext cx="55880" cy="55880"/>
          </a:xfrm>
          <a:prstGeom prst="ellipse">
            <a:avLst/>
          </a:prstGeom>
          <a:solidFill>
            <a:srgbClr val="FFFFFF"/>
          </a:solidFill>
          <a:ln>
            <a:noFill/>
          </a:ln>
        </p:spPr>
        <p:txBody>
          <a:bodyPr rtlCol="0" anchor="ctr"/>
          <a:lstStyle/>
          <a:p>
            <a:pPr algn="ctr"/>
            <a:endParaRPr lang="pl-PL" dirty="0"/>
          </a:p>
        </p:txBody>
      </p:sp>
      <p:sp>
        <p:nvSpPr>
          <p:cNvPr id="20" name="!!Źródło"/>
          <p:cNvSpPr txBox="1"/>
          <p:nvPr/>
        </p:nvSpPr>
        <p:spPr>
          <a:xfrm>
            <a:off x="823962" y="6425287"/>
            <a:ext cx="7913489"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A9A9A9"/>
                </a:solidFill>
                <a:latin typeface="Lato"/>
                <a:cs typeface="Lato"/>
              </a:rPr>
              <a:t>Scena ilustracyjna. Marki, ekrany i ceny są umowne. Zegar jest elementem opowieści, nie czasem dostawy.</a:t>
            </a:r>
            <a:endParaRPr lang="pl-PL" sz="1100" kern="100" dirty="0">
              <a:solidFill>
                <a:srgbClr val="A9A9A9"/>
              </a:solidFill>
              <a:latin typeface="Lato"/>
              <a:cs typeface="Lato"/>
            </a:endParaRPr>
          </a:p>
        </p:txBody>
      </p:sp>
      <p:sp>
        <p:nvSpPr>
          <p:cNvPr id="21"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A9A9A9"/>
                </a:solidFill>
                <a:latin typeface="Lato"/>
                <a:cs typeface="Lato"/>
              </a:rPr>
              <a:t>09 / 23</a:t>
            </a:r>
            <a:endParaRPr lang="pl-PL" sz="1100" kern="100" spc="66" dirty="0">
              <a:solidFill>
                <a:srgbClr val="A9A9A9"/>
              </a:solidFill>
              <a:latin typeface="Lato"/>
              <a:cs typeface="Lato"/>
            </a:endParaRPr>
          </a:p>
        </p:txBody>
      </p:sp>
      <p:sp>
        <p:nvSpPr>
          <p:cNvPr id="22" name="!!Postęp"/>
          <p:cNvSpPr/>
          <p:nvPr/>
        </p:nvSpPr>
        <p:spPr>
          <a:xfrm>
            <a:off x="943" y="6826250"/>
            <a:ext cx="4768850" cy="31750"/>
          </a:xfrm>
          <a:prstGeom prst="rect">
            <a:avLst/>
          </a:prstGeom>
          <a:solidFill>
            <a:srgbClr val="EE312F"/>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xmlns:p14="http://schemas.microsoft.com/office/powerpoint/2010/main">
  <p:cSld name="To nie jest moment na długą historię marki">
    <p:bg>
      <p:bgPr>
        <a:solidFill>
          <a:srgbClr val="111111"/>
        </a:solidFill>
        <a:effectLst/>
      </p:bgPr>
    </p:bg>
    <p:spTree>
      <p:nvGrpSpPr>
        <p:cNvPr id="1" name=""/>
        <p:cNvGrpSpPr/>
        <p:nvPr/>
      </p:nvGrpSpPr>
      <p:grpSpPr>
        <a:xfrm>
          <a:off x="0" y="0"/>
          <a:ext cx="0" cy="0"/>
          <a:chOff x="0" y="0"/>
          <a:chExt cx="0" cy="0"/>
        </a:xfrm>
      </p:grpSpPr>
      <p:sp>
        <p:nvSpPr>
          <p:cNvPr id="2" name="Tekst: Potrzebuję napojów, przekąsek i czegoś s · 1"/>
          <p:cNvSpPr txBox="1"/>
          <p:nvPr/>
        </p:nvSpPr>
        <p:spPr>
          <a:xfrm>
            <a:off x="824706" y="4113451"/>
            <a:ext cx="4699635" cy="363220"/>
          </a:xfrm>
          <a:prstGeom prst="rect">
            <a:avLst/>
          </a:prstGeom>
          <a:noFill/>
          <a:ln>
            <a:noFill/>
          </a:ln>
        </p:spPr>
        <p:txBody>
          <a:bodyPr wrap="none" lIns="0" tIns="0" rIns="0" bIns="0" rtlCol="0" anchor="ctr">
            <a:noAutofit/>
          </a:bodyPr>
          <a:lstStyle/>
          <a:p>
            <a:pPr algn="l">
              <a:spcBef>
                <a:spcPts val="0"/>
              </a:spcBef>
              <a:spcAft>
                <a:spcPts val="0"/>
              </a:spcAft>
              <a:buNone/>
            </a:pPr>
            <a:r>
              <a:rPr lang="pl-PL" sz="2200" kern="100" dirty="0">
                <a:solidFill>
                  <a:srgbClr val="CCCCCC"/>
                </a:solidFill>
                <a:latin typeface="Lato"/>
                <a:cs typeface="Lato"/>
              </a:rPr>
              <a:t>Potrzebuję napojów, przekąsek</a:t>
            </a:r>
            <a:endParaRPr lang="pl-PL" sz="2200" kern="100" dirty="0">
              <a:solidFill>
                <a:srgbClr val="CCCCCC"/>
              </a:solidFill>
              <a:latin typeface="Lato"/>
              <a:cs typeface="Lato"/>
            </a:endParaRPr>
          </a:p>
        </p:txBody>
      </p:sp>
      <p:sp>
        <p:nvSpPr>
          <p:cNvPr id="3" name="Tekst: Potrzebuję napojów, przekąsek i czegoś s · 2"/>
          <p:cNvSpPr txBox="1"/>
          <p:nvPr/>
        </p:nvSpPr>
        <p:spPr>
          <a:xfrm>
            <a:off x="824706" y="4476671"/>
            <a:ext cx="4699635" cy="363220"/>
          </a:xfrm>
          <a:prstGeom prst="rect">
            <a:avLst/>
          </a:prstGeom>
          <a:noFill/>
          <a:ln>
            <a:noFill/>
          </a:ln>
        </p:spPr>
        <p:txBody>
          <a:bodyPr wrap="none" lIns="0" tIns="0" rIns="0" bIns="0" rtlCol="0" anchor="ctr">
            <a:noAutofit/>
          </a:bodyPr>
          <a:lstStyle/>
          <a:p>
            <a:pPr algn="l">
              <a:spcBef>
                <a:spcPts val="0"/>
              </a:spcBef>
              <a:spcAft>
                <a:spcPts val="0"/>
              </a:spcAft>
              <a:buNone/>
            </a:pPr>
            <a:r>
              <a:rPr lang="pl-PL" sz="2200" kern="100" dirty="0">
                <a:solidFill>
                  <a:srgbClr val="CCCCCC"/>
                </a:solidFill>
                <a:latin typeface="Lato"/>
                <a:cs typeface="Lato"/>
              </a:rPr>
              <a:t>i czegoś słodkiego. </a:t>
            </a:r>
            <a:r>
              <a:rPr lang="pl-PL" sz="2200" kern="100" dirty="0">
                <a:solidFill>
                  <a:srgbClr val="EE312F"/>
                </a:solidFill>
                <a:latin typeface="Lato"/>
                <a:cs typeface="Lato"/>
              </a:rPr>
              <a:t>Teraz.</a:t>
            </a:r>
            <a:endParaRPr lang="pl-PL" sz="2200" kern="100" dirty="0">
              <a:solidFill>
                <a:srgbClr val="EE312F"/>
              </a:solidFill>
              <a:latin typeface="Lato"/>
              <a:cs typeface="Lato"/>
            </a:endParaRPr>
          </a:p>
        </p:txBody>
      </p:sp>
      <p:sp>
        <p:nvSpPr>
          <p:cNvPr id="4" name="Kształt"/>
          <p:cNvSpPr/>
          <p:nvPr/>
        </p:nvSpPr>
        <p:spPr>
          <a:xfrm>
            <a:off x="7493000" y="1111250"/>
            <a:ext cx="2413000" cy="4953000"/>
          </a:xfrm>
          <a:prstGeom prst="roundRect">
            <a:avLst>
              <a:gd name="adj" fmla="val 5789"/>
            </a:avLst>
          </a:prstGeom>
          <a:gradFill rotWithShape="1">
            <a:gsLst>
              <a:gs pos="0">
                <a:srgbClr val="BDBDC2"/>
              </a:gs>
              <a:gs pos="30000">
                <a:srgbClr val="E6E6EA"/>
              </a:gs>
              <a:gs pos="100000">
                <a:srgbClr val="D6D6DB"/>
              </a:gs>
            </a:gsLst>
            <a:lin ang="0" scaled="0"/>
          </a:gradFill>
          <a:ln>
            <a:noFill/>
          </a:ln>
        </p:spPr>
        <p:txBody>
          <a:bodyPr rtlCol="0" anchor="ctr"/>
          <a:lstStyle/>
          <a:p>
            <a:pPr algn="ctr"/>
            <a:endParaRPr lang="pl-PL" dirty="0"/>
          </a:p>
        </p:txBody>
      </p:sp>
      <p:sp>
        <p:nvSpPr>
          <p:cNvPr id="5" name="Kształt 2"/>
          <p:cNvSpPr/>
          <p:nvPr/>
        </p:nvSpPr>
        <p:spPr>
          <a:xfrm>
            <a:off x="7620000" y="1238250"/>
            <a:ext cx="2159000" cy="4699000"/>
          </a:xfrm>
          <a:prstGeom prst="roundRect">
            <a:avLst>
              <a:gd name="adj" fmla="val 3529"/>
            </a:avLst>
          </a:prstGeom>
          <a:gradFill rotWithShape="1">
            <a:gsLst>
              <a:gs pos="0">
                <a:srgbClr val="FFFAF0"/>
              </a:gs>
              <a:gs pos="100000">
                <a:srgbClr val="EFE4C8"/>
              </a:gs>
            </a:gsLst>
            <a:lin ang="5400000" scaled="0"/>
          </a:gradFill>
          <a:ln>
            <a:noFill/>
          </a:ln>
        </p:spPr>
        <p:txBody>
          <a:bodyPr rtlCol="0" anchor="ctr"/>
          <a:lstStyle/>
          <a:p>
            <a:pPr algn="ctr"/>
            <a:endParaRPr lang="pl-PL" dirty="0"/>
          </a:p>
        </p:txBody>
      </p:sp>
      <p:sp>
        <p:nvSpPr>
          <p:cNvPr id="6" name="Kształt 3"/>
          <p:cNvSpPr/>
          <p:nvPr/>
        </p:nvSpPr>
        <p:spPr>
          <a:xfrm>
            <a:off x="7620000" y="2571750"/>
            <a:ext cx="2159000" cy="50800"/>
          </a:xfrm>
          <a:prstGeom prst="rect">
            <a:avLst/>
          </a:prstGeom>
          <a:solidFill>
            <a:srgbClr val="D9CCB0"/>
          </a:solidFill>
          <a:ln>
            <a:noFill/>
          </a:ln>
        </p:spPr>
        <p:txBody>
          <a:bodyPr rtlCol="0" anchor="ctr"/>
          <a:lstStyle/>
          <a:p>
            <a:pPr algn="ctr"/>
            <a:endParaRPr lang="pl-PL" dirty="0"/>
          </a:p>
        </p:txBody>
      </p:sp>
      <p:sp>
        <p:nvSpPr>
          <p:cNvPr id="7" name="Kształt 4"/>
          <p:cNvSpPr/>
          <p:nvPr/>
        </p:nvSpPr>
        <p:spPr>
          <a:xfrm>
            <a:off x="7620000" y="3905250"/>
            <a:ext cx="2159000" cy="50800"/>
          </a:xfrm>
          <a:prstGeom prst="rect">
            <a:avLst/>
          </a:prstGeom>
          <a:solidFill>
            <a:srgbClr val="D9CCB0"/>
          </a:solidFill>
          <a:ln>
            <a:noFill/>
          </a:ln>
        </p:spPr>
        <p:txBody>
          <a:bodyPr rtlCol="0" anchor="ctr"/>
          <a:lstStyle/>
          <a:p>
            <a:pPr algn="ctr"/>
            <a:endParaRPr lang="pl-PL" dirty="0"/>
          </a:p>
        </p:txBody>
      </p:sp>
      <p:sp>
        <p:nvSpPr>
          <p:cNvPr id="8" name="Kształt 5"/>
          <p:cNvSpPr/>
          <p:nvPr/>
        </p:nvSpPr>
        <p:spPr>
          <a:xfrm>
            <a:off x="7620000" y="5111750"/>
            <a:ext cx="2159000" cy="50800"/>
          </a:xfrm>
          <a:prstGeom prst="rect">
            <a:avLst/>
          </a:prstGeom>
          <a:solidFill>
            <a:srgbClr val="D9CCB0"/>
          </a:solidFill>
          <a:ln>
            <a:noFill/>
          </a:ln>
        </p:spPr>
        <p:txBody>
          <a:bodyPr rtlCol="0" anchor="ctr"/>
          <a:lstStyle/>
          <a:p>
            <a:pPr algn="ctr"/>
            <a:endParaRPr lang="pl-PL" dirty="0"/>
          </a:p>
        </p:txBody>
      </p:sp>
      <p:sp>
        <p:nvSpPr>
          <p:cNvPr id="9" name="Kształt 6"/>
          <p:cNvSpPr/>
          <p:nvPr/>
        </p:nvSpPr>
        <p:spPr>
          <a:xfrm>
            <a:off x="7937500" y="2165350"/>
            <a:ext cx="317500" cy="406400"/>
          </a:xfrm>
          <a:prstGeom prst="roundRect">
            <a:avLst>
              <a:gd name="adj" fmla="val 16000"/>
            </a:avLst>
          </a:prstGeom>
          <a:solidFill>
            <a:srgbClr val="D9A62B"/>
          </a:solidFill>
          <a:ln>
            <a:noFill/>
          </a:ln>
        </p:spPr>
        <p:txBody>
          <a:bodyPr rtlCol="0" anchor="ctr"/>
          <a:lstStyle/>
          <a:p>
            <a:pPr algn="ctr"/>
            <a:endParaRPr lang="pl-PL" dirty="0"/>
          </a:p>
        </p:txBody>
      </p:sp>
      <p:sp>
        <p:nvSpPr>
          <p:cNvPr id="10" name="Linia"/>
          <p:cNvSpPr/>
          <p:nvPr/>
        </p:nvSpPr>
        <p:spPr>
          <a:xfrm>
            <a:off x="7937500" y="2165350"/>
            <a:ext cx="317500" cy="76200"/>
          </a:xfrm>
          <a:prstGeom prst="rect">
            <a:avLst/>
          </a:prstGeom>
          <a:solidFill>
            <a:srgbClr val="555555"/>
          </a:solidFill>
          <a:ln>
            <a:noFill/>
          </a:ln>
        </p:spPr>
        <p:txBody>
          <a:bodyPr rtlCol="0" anchor="ctr"/>
          <a:lstStyle/>
          <a:p>
            <a:pPr algn="ctr"/>
            <a:endParaRPr lang="pl-PL" dirty="0"/>
          </a:p>
        </p:txBody>
      </p:sp>
      <p:sp>
        <p:nvSpPr>
          <p:cNvPr id="11" name="Kształt 7"/>
          <p:cNvSpPr/>
          <p:nvPr/>
        </p:nvSpPr>
        <p:spPr>
          <a:xfrm>
            <a:off x="8953500" y="3600450"/>
            <a:ext cx="304800" cy="304800"/>
          </a:xfrm>
          <a:prstGeom prst="ellipse">
            <a:avLst/>
          </a:prstGeom>
          <a:solidFill>
            <a:srgbClr val="F4D03F"/>
          </a:solidFill>
          <a:ln>
            <a:noFill/>
          </a:ln>
        </p:spPr>
        <p:txBody>
          <a:bodyPr rtlCol="0" anchor="ctr"/>
          <a:lstStyle/>
          <a:p>
            <a:pPr algn="ctr"/>
            <a:endParaRPr lang="pl-PL" dirty="0"/>
          </a:p>
        </p:txBody>
      </p:sp>
      <p:sp>
        <p:nvSpPr>
          <p:cNvPr id="12" name="Kształt 8"/>
          <p:cNvSpPr/>
          <p:nvPr/>
        </p:nvSpPr>
        <p:spPr>
          <a:xfrm>
            <a:off x="9258300" y="4540250"/>
            <a:ext cx="228600" cy="571500"/>
          </a:xfrm>
          <a:prstGeom prst="round2SameRect">
            <a:avLst>
              <a:gd name="adj1" fmla="val 33333"/>
              <a:gd name="adj2" fmla="val 16667"/>
            </a:avLst>
          </a:prstGeom>
          <a:solidFill>
            <a:srgbClr val="EE312F"/>
          </a:solidFill>
          <a:ln>
            <a:noFill/>
          </a:ln>
        </p:spPr>
        <p:txBody>
          <a:bodyPr rtlCol="0" anchor="ctr"/>
          <a:lstStyle/>
          <a:p>
            <a:pPr algn="ctr"/>
            <a:endParaRPr lang="pl-PL" dirty="0"/>
          </a:p>
        </p:txBody>
      </p:sp>
      <p:sp>
        <p:nvSpPr>
          <p:cNvPr id="13" name="Kształt 9"/>
          <p:cNvSpPr/>
          <p:nvPr/>
        </p:nvSpPr>
        <p:spPr>
          <a:xfrm>
            <a:off x="9906000" y="1111250"/>
            <a:ext cx="1079500" cy="4953000"/>
          </a:xfrm>
          <a:custGeom>
            <a:avLst/>
            <a:gdLst/>
            <a:ahLst/>
            <a:cxnLst/>
            <a:rect l="0" t="0" r="r" b="b"/>
            <a:pathLst>
              <a:path w="1079500" h="4953000">
                <a:moveTo>
                  <a:pt x="0" y="0"/>
                </a:moveTo>
                <a:lnTo>
                  <a:pt x="1079500" y="444500"/>
                </a:lnTo>
                <a:lnTo>
                  <a:pt x="1079500" y="4572000"/>
                </a:lnTo>
                <a:lnTo>
                  <a:pt x="0" y="4953000"/>
                </a:lnTo>
                <a:close/>
              </a:path>
            </a:pathLst>
          </a:custGeom>
          <a:solidFill>
            <a:srgbClr val="D4D4D9"/>
          </a:solidFill>
          <a:ln>
            <a:noFill/>
          </a:ln>
        </p:spPr>
        <p:txBody>
          <a:bodyPr rtlCol="0" anchor="ctr"/>
          <a:lstStyle/>
          <a:p>
            <a:pPr algn="ctr"/>
            <a:endParaRPr lang="pl-PL" dirty="0"/>
          </a:p>
        </p:txBody>
      </p:sp>
      <p:sp>
        <p:nvSpPr>
          <p:cNvPr id="14" name="Kształt 10"/>
          <p:cNvSpPr/>
          <p:nvPr/>
        </p:nvSpPr>
        <p:spPr>
          <a:xfrm>
            <a:off x="10007600" y="1339850"/>
            <a:ext cx="876300" cy="4457700"/>
          </a:xfrm>
          <a:custGeom>
            <a:avLst/>
            <a:gdLst/>
            <a:ahLst/>
            <a:cxnLst/>
            <a:rect l="0" t="0" r="r" b="b"/>
            <a:pathLst>
              <a:path w="876300" h="4457700">
                <a:moveTo>
                  <a:pt x="0" y="0"/>
                </a:moveTo>
                <a:lnTo>
                  <a:pt x="876300" y="368300"/>
                </a:lnTo>
                <a:lnTo>
                  <a:pt x="876300" y="4089400"/>
                </a:lnTo>
                <a:lnTo>
                  <a:pt x="0" y="4457700"/>
                </a:lnTo>
                <a:close/>
              </a:path>
            </a:pathLst>
          </a:custGeom>
          <a:solidFill>
            <a:srgbClr val="E9E9ED"/>
          </a:solidFill>
          <a:ln>
            <a:noFill/>
          </a:ln>
        </p:spPr>
        <p:txBody>
          <a:bodyPr rtlCol="0" anchor="ctr"/>
          <a:lstStyle/>
          <a:p>
            <a:pPr algn="ctr"/>
            <a:endParaRPr lang="pl-PL" dirty="0"/>
          </a:p>
        </p:txBody>
      </p:sp>
      <p:sp>
        <p:nvSpPr>
          <p:cNvPr id="15" name="Kształt 11"/>
          <p:cNvSpPr/>
          <p:nvPr/>
        </p:nvSpPr>
        <p:spPr>
          <a:xfrm>
            <a:off x="10096500" y="1873250"/>
            <a:ext cx="698500" cy="444500"/>
          </a:xfrm>
          <a:custGeom>
            <a:avLst/>
            <a:gdLst/>
            <a:ahLst/>
            <a:cxnLst/>
            <a:rect l="0" t="0" r="r" b="b"/>
            <a:pathLst>
              <a:path w="698500" h="444500">
                <a:moveTo>
                  <a:pt x="0" y="0"/>
                </a:moveTo>
                <a:lnTo>
                  <a:pt x="698500" y="254000"/>
                </a:lnTo>
                <a:lnTo>
                  <a:pt x="698500" y="444500"/>
                </a:lnTo>
                <a:lnTo>
                  <a:pt x="0" y="203200"/>
                </a:lnTo>
                <a:close/>
              </a:path>
            </a:pathLst>
          </a:custGeom>
          <a:solidFill>
            <a:srgbClr val="F4F4F6"/>
          </a:solidFill>
          <a:ln>
            <a:noFill/>
          </a:ln>
        </p:spPr>
        <p:txBody>
          <a:bodyPr rtlCol="0" anchor="ctr"/>
          <a:lstStyle/>
          <a:p>
            <a:pPr algn="ctr"/>
            <a:endParaRPr lang="pl-PL" dirty="0"/>
          </a:p>
        </p:txBody>
      </p:sp>
      <p:sp>
        <p:nvSpPr>
          <p:cNvPr id="16" name="Kształt 12"/>
          <p:cNvSpPr/>
          <p:nvPr/>
        </p:nvSpPr>
        <p:spPr>
          <a:xfrm>
            <a:off x="10096500" y="3206750"/>
            <a:ext cx="698500" cy="317500"/>
          </a:xfrm>
          <a:custGeom>
            <a:avLst/>
            <a:gdLst/>
            <a:ahLst/>
            <a:cxnLst/>
            <a:rect l="0" t="0" r="r" b="b"/>
            <a:pathLst>
              <a:path w="698500" h="317500">
                <a:moveTo>
                  <a:pt x="0" y="0"/>
                </a:moveTo>
                <a:lnTo>
                  <a:pt x="698500" y="127000"/>
                </a:lnTo>
                <a:lnTo>
                  <a:pt x="698500" y="317500"/>
                </a:lnTo>
                <a:lnTo>
                  <a:pt x="0" y="203200"/>
                </a:lnTo>
                <a:close/>
              </a:path>
            </a:pathLst>
          </a:custGeom>
          <a:solidFill>
            <a:srgbClr val="F4F4F6"/>
          </a:solidFill>
          <a:ln>
            <a:noFill/>
          </a:ln>
        </p:spPr>
        <p:txBody>
          <a:bodyPr rtlCol="0" anchor="ctr"/>
          <a:lstStyle/>
          <a:p>
            <a:pPr algn="ctr"/>
            <a:endParaRPr lang="pl-PL" dirty="0"/>
          </a:p>
        </p:txBody>
      </p:sp>
      <p:sp>
        <p:nvSpPr>
          <p:cNvPr id="17" name="Kształt 13"/>
          <p:cNvSpPr/>
          <p:nvPr/>
        </p:nvSpPr>
        <p:spPr>
          <a:xfrm>
            <a:off x="10261600" y="1720850"/>
            <a:ext cx="101600" cy="165100"/>
          </a:xfrm>
          <a:custGeom>
            <a:avLst/>
            <a:gdLst/>
            <a:ahLst/>
            <a:cxnLst/>
            <a:rect l="0" t="0" r="r" b="b"/>
            <a:pathLst>
              <a:path w="101600" h="165100">
                <a:moveTo>
                  <a:pt x="0" y="0"/>
                </a:moveTo>
                <a:lnTo>
                  <a:pt x="101600" y="12700"/>
                </a:lnTo>
                <a:lnTo>
                  <a:pt x="101600" y="165100"/>
                </a:lnTo>
                <a:lnTo>
                  <a:pt x="0" y="139700"/>
                </a:lnTo>
                <a:close/>
              </a:path>
            </a:pathLst>
          </a:custGeom>
          <a:solidFill>
            <a:srgbClr val="EE312F"/>
          </a:solidFill>
          <a:ln>
            <a:noFill/>
          </a:ln>
        </p:spPr>
        <p:txBody>
          <a:bodyPr rtlCol="0" anchor="ctr"/>
          <a:lstStyle/>
          <a:p>
            <a:pPr algn="ctr"/>
            <a:endParaRPr lang="pl-PL" dirty="0"/>
          </a:p>
        </p:txBody>
      </p:sp>
      <p:sp>
        <p:nvSpPr>
          <p:cNvPr id="18" name="Tekst: Otwieram lodówkę"/>
          <p:cNvSpPr txBox="1"/>
          <p:nvPr/>
        </p:nvSpPr>
        <p:spPr>
          <a:xfrm>
            <a:off x="824905" y="1111250"/>
            <a:ext cx="4394200" cy="205740"/>
          </a:xfrm>
          <a:prstGeom prst="rect">
            <a:avLst/>
          </a:prstGeom>
          <a:noFill/>
          <a:ln>
            <a:noFill/>
          </a:ln>
        </p:spPr>
        <p:txBody>
          <a:bodyPr wrap="none" lIns="0" tIns="0" rIns="0" bIns="0" rtlCol="0" anchor="t">
            <a:noAutofit/>
          </a:bodyPr>
          <a:lstStyle/>
          <a:p>
            <a:pPr algn="l">
              <a:spcBef>
                <a:spcPts val="0"/>
              </a:spcBef>
              <a:spcAft>
                <a:spcPts val="0"/>
              </a:spcAft>
              <a:buNone/>
            </a:pPr>
            <a:r>
              <a:rPr lang="pl-PL" sz="1350" b="1" kern="100" cap="all" spc="189" dirty="0">
                <a:solidFill>
                  <a:srgbClr val="A9A9A9"/>
                </a:solidFill>
                <a:latin typeface="Lato"/>
                <a:cs typeface="Lato"/>
              </a:rPr>
              <a:t>Otwieram lodówkę</a:t>
            </a:r>
            <a:endParaRPr lang="pl-PL" sz="1350" b="1" kern="100" cap="all" spc="189" dirty="0">
              <a:solidFill>
                <a:srgbClr val="A9A9A9"/>
              </a:solidFill>
              <a:latin typeface="Lato"/>
              <a:cs typeface="Lato"/>
            </a:endParaRPr>
          </a:p>
        </p:txBody>
      </p:sp>
      <p:sp>
        <p:nvSpPr>
          <p:cNvPr id="19" name="Tekst: To nie jest moment na długą historię mar · 1"/>
          <p:cNvSpPr txBox="1"/>
          <p:nvPr/>
        </p:nvSpPr>
        <p:spPr>
          <a:xfrm>
            <a:off x="824905" y="1524014"/>
            <a:ext cx="5424011" cy="589534"/>
          </a:xfrm>
          <a:prstGeom prst="rect">
            <a:avLst/>
          </a:prstGeom>
          <a:noFill/>
          <a:ln>
            <a:noFill/>
          </a:ln>
        </p:spPr>
        <p:txBody>
          <a:bodyPr wrap="none" lIns="0" tIns="0" rIns="0" bIns="0" rtlCol="0" anchor="ctr">
            <a:noAutofit/>
          </a:bodyPr>
          <a:lstStyle/>
          <a:p>
            <a:pPr algn="l">
              <a:spcBef>
                <a:spcPts val="0"/>
              </a:spcBef>
              <a:spcAft>
                <a:spcPts val="0"/>
              </a:spcAft>
              <a:buNone/>
            </a:pPr>
            <a:r>
              <a:rPr lang="pl-PL" sz="4400" kern="100" spc="-154" dirty="0">
                <a:solidFill>
                  <a:srgbClr val="FFFFFF"/>
                </a:solidFill>
                <a:latin typeface="Lato Black"/>
                <a:cs typeface="Lato Black"/>
              </a:rPr>
              <a:t>To nie jest moment</a:t>
            </a:r>
            <a:endParaRPr lang="pl-PL" sz="4400" kern="100" spc="-154" dirty="0">
              <a:solidFill>
                <a:srgbClr val="FFFFFF"/>
              </a:solidFill>
              <a:latin typeface="Lato Black"/>
              <a:cs typeface="Lato Black"/>
            </a:endParaRPr>
          </a:p>
        </p:txBody>
      </p:sp>
      <p:sp>
        <p:nvSpPr>
          <p:cNvPr id="20" name="Tekst: To nie jest moment na długą historię mar · 2"/>
          <p:cNvSpPr txBox="1"/>
          <p:nvPr/>
        </p:nvSpPr>
        <p:spPr>
          <a:xfrm>
            <a:off x="824905" y="2113548"/>
            <a:ext cx="5424011" cy="589534"/>
          </a:xfrm>
          <a:prstGeom prst="rect">
            <a:avLst/>
          </a:prstGeom>
          <a:noFill/>
          <a:ln>
            <a:noFill/>
          </a:ln>
        </p:spPr>
        <p:txBody>
          <a:bodyPr wrap="none" lIns="0" tIns="0" rIns="0" bIns="0" rtlCol="0" anchor="ctr">
            <a:noAutofit/>
          </a:bodyPr>
          <a:lstStyle/>
          <a:p>
            <a:pPr algn="l">
              <a:spcBef>
                <a:spcPts val="0"/>
              </a:spcBef>
              <a:spcAft>
                <a:spcPts val="0"/>
              </a:spcAft>
              <a:buNone/>
            </a:pPr>
            <a:r>
              <a:rPr lang="pl-PL" sz="4400" kern="100" spc="-154" dirty="0">
                <a:solidFill>
                  <a:srgbClr val="FFFFFF"/>
                </a:solidFill>
                <a:latin typeface="Lato Black"/>
                <a:cs typeface="Lato Black"/>
              </a:rPr>
              <a:t>na długą historię</a:t>
            </a:r>
            <a:endParaRPr lang="pl-PL" sz="4400" kern="100" spc="-154" dirty="0">
              <a:solidFill>
                <a:srgbClr val="FFFFFF"/>
              </a:solidFill>
              <a:latin typeface="Lato Black"/>
              <a:cs typeface="Lato Black"/>
            </a:endParaRPr>
          </a:p>
        </p:txBody>
      </p:sp>
      <p:sp>
        <p:nvSpPr>
          <p:cNvPr id="21" name="Tekst: To nie jest moment na długą historię mar · 3"/>
          <p:cNvSpPr txBox="1"/>
          <p:nvPr/>
        </p:nvSpPr>
        <p:spPr>
          <a:xfrm>
            <a:off x="824905" y="2703082"/>
            <a:ext cx="5424011" cy="589534"/>
          </a:xfrm>
          <a:prstGeom prst="rect">
            <a:avLst/>
          </a:prstGeom>
          <a:noFill/>
          <a:ln>
            <a:noFill/>
          </a:ln>
        </p:spPr>
        <p:txBody>
          <a:bodyPr wrap="none" lIns="0" tIns="0" rIns="0" bIns="0" rtlCol="0" anchor="ctr">
            <a:noAutofit/>
          </a:bodyPr>
          <a:lstStyle/>
          <a:p>
            <a:pPr algn="l">
              <a:spcBef>
                <a:spcPts val="0"/>
              </a:spcBef>
              <a:spcAft>
                <a:spcPts val="0"/>
              </a:spcAft>
              <a:buNone/>
            </a:pPr>
            <a:r>
              <a:rPr lang="pl-PL" sz="4400" kern="100" spc="-154" dirty="0">
                <a:solidFill>
                  <a:srgbClr val="FFFFFF"/>
                </a:solidFill>
                <a:latin typeface="Lato Black"/>
                <a:cs typeface="Lato Black"/>
              </a:rPr>
              <a:t>marki.</a:t>
            </a:r>
            <a:endParaRPr lang="pl-PL" sz="4400" kern="100" spc="-154" dirty="0">
              <a:solidFill>
                <a:srgbClr val="FFFFFF"/>
              </a:solidFill>
              <a:latin typeface="Lato Black"/>
              <a:cs typeface="Lato Black"/>
            </a:endParaRPr>
          </a:p>
        </p:txBody>
      </p:sp>
      <p:pic>
        <p:nvPicPr>
          <p:cNvPr id="22" name="!!Serce w rogu"/>
          <p:cNvPicPr>
            <a:picLocks noChangeAspect="1"/>
          </p:cNvPicPr>
          <p:nvPr/>
        </p:nvPicPr>
        <p:blipFill>
          <a:blip r:embed="rId3"/>
          <a:stretch>
            <a:fillRect/>
          </a:stretch>
        </p:blipFill>
        <p:spPr>
          <a:xfrm>
            <a:off x="10966450" y="330349"/>
            <a:ext cx="431800" cy="355600"/>
          </a:xfrm>
          <a:prstGeom prst="rect">
            <a:avLst/>
          </a:prstGeom>
        </p:spPr>
      </p:pic>
      <p:sp>
        <p:nvSpPr>
          <p:cNvPr id="23" name="!!Zegar – napis · 1"/>
          <p:cNvSpPr txBox="1"/>
          <p:nvPr/>
        </p:nvSpPr>
        <p:spPr>
          <a:xfrm>
            <a:off x="9093369" y="39052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AAAAAA"/>
                </a:solidFill>
                <a:latin typeface="Lato Black"/>
                <a:cs typeface="Lato Black"/>
              </a:rPr>
              <a:t>Goście</a:t>
            </a:r>
            <a:endParaRPr lang="pl-PL" sz="900" kern="100" cap="all" spc="108" dirty="0">
              <a:solidFill>
                <a:srgbClr val="AAAAAA"/>
              </a:solidFill>
              <a:latin typeface="Lato Black"/>
              <a:cs typeface="Lato Black"/>
            </a:endParaRPr>
          </a:p>
        </p:txBody>
      </p:sp>
      <p:sp>
        <p:nvSpPr>
          <p:cNvPr id="24" name="!!Zegar – napis · 2"/>
          <p:cNvSpPr txBox="1"/>
          <p:nvPr/>
        </p:nvSpPr>
        <p:spPr>
          <a:xfrm>
            <a:off x="9093369" y="52768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AAAAAA"/>
                </a:solidFill>
                <a:latin typeface="Lato Black"/>
                <a:cs typeface="Lato Black"/>
              </a:rPr>
              <a:t>w drodze</a:t>
            </a:r>
            <a:endParaRPr lang="pl-PL" sz="900" kern="100" cap="all" spc="108" dirty="0">
              <a:solidFill>
                <a:srgbClr val="AAAAAA"/>
              </a:solidFill>
              <a:latin typeface="Lato Black"/>
              <a:cs typeface="Lato Black"/>
            </a:endParaRPr>
          </a:p>
        </p:txBody>
      </p:sp>
      <p:sp>
        <p:nvSpPr>
          <p:cNvPr id="25" name="!!Zegar – tarcza"/>
          <p:cNvSpPr/>
          <p:nvPr/>
        </p:nvSpPr>
        <p:spPr>
          <a:xfrm>
            <a:off x="10251440" y="281940"/>
            <a:ext cx="502920" cy="502920"/>
          </a:xfrm>
          <a:prstGeom prst="ellipse">
            <a:avLst/>
          </a:prstGeom>
          <a:solidFill>
            <a:srgbClr val="1C1C1C"/>
          </a:solidFill>
          <a:ln w="23283">
            <a:solidFill>
              <a:srgbClr val="FFFFFF"/>
            </a:solidFill>
            <a:round/>
          </a:ln>
        </p:spPr>
        <p:txBody>
          <a:bodyPr rtlCol="0" anchor="ctr"/>
          <a:lstStyle/>
          <a:p>
            <a:pPr algn="ctr"/>
            <a:endParaRPr lang="pl-PL" dirty="0"/>
          </a:p>
        </p:txBody>
      </p:sp>
      <p:sp>
        <p:nvSpPr>
          <p:cNvPr id="26" name="!!Zegar – wycinek 1"/>
          <p:cNvSpPr/>
          <p:nvPr/>
        </p:nvSpPr>
        <p:spPr>
          <a:xfrm>
            <a:off x="10502900" y="314537"/>
            <a:ext cx="67522" cy="218863"/>
          </a:xfrm>
          <a:custGeom>
            <a:avLst/>
            <a:gdLst/>
            <a:ahLst/>
            <a:cxnLst/>
            <a:rect l="0" t="0" r="r" b="b"/>
            <a:pathLst>
              <a:path w="67522" h="218863">
                <a:moveTo>
                  <a:pt x="0" y="218863"/>
                </a:moveTo>
                <a:lnTo>
                  <a:pt x="0" y="0"/>
                </a:lnTo>
                <a:lnTo>
                  <a:pt x="17230" y="466"/>
                </a:lnTo>
                <a:lnTo>
                  <a:pt x="34459" y="2794"/>
                </a:lnTo>
                <a:lnTo>
                  <a:pt x="51223" y="6054"/>
                </a:lnTo>
                <a:lnTo>
                  <a:pt x="67522" y="10710"/>
                </a:lnTo>
                <a:close/>
              </a:path>
            </a:pathLst>
          </a:custGeom>
          <a:solidFill>
            <a:srgbClr val="EE312F"/>
          </a:solidFill>
          <a:ln w="3725">
            <a:solidFill>
              <a:srgbClr val="EE312F"/>
            </a:solidFill>
            <a:round/>
          </a:ln>
        </p:spPr>
        <p:txBody>
          <a:bodyPr rtlCol="0" anchor="ctr"/>
          <a:lstStyle/>
          <a:p>
            <a:pPr algn="ctr"/>
            <a:endParaRPr lang="pl-PL" dirty="0"/>
          </a:p>
        </p:txBody>
      </p:sp>
      <p:sp>
        <p:nvSpPr>
          <p:cNvPr id="27" name="!!Zegar – wycinek 2"/>
          <p:cNvSpPr/>
          <p:nvPr/>
        </p:nvSpPr>
        <p:spPr>
          <a:xfrm>
            <a:off x="10502900" y="325247"/>
            <a:ext cx="128524" cy="208153"/>
          </a:xfrm>
          <a:custGeom>
            <a:avLst/>
            <a:gdLst/>
            <a:ahLst/>
            <a:cxnLst/>
            <a:rect l="0" t="0" r="r" b="b"/>
            <a:pathLst>
              <a:path w="128524" h="208153">
                <a:moveTo>
                  <a:pt x="0" y="208153"/>
                </a:moveTo>
                <a:lnTo>
                  <a:pt x="67522" y="0"/>
                </a:lnTo>
                <a:lnTo>
                  <a:pt x="83820" y="6054"/>
                </a:lnTo>
                <a:lnTo>
                  <a:pt x="99187" y="13039"/>
                </a:lnTo>
                <a:lnTo>
                  <a:pt x="114554" y="21421"/>
                </a:lnTo>
                <a:lnTo>
                  <a:pt x="128524" y="31200"/>
                </a:lnTo>
                <a:close/>
              </a:path>
            </a:pathLst>
          </a:custGeom>
          <a:solidFill>
            <a:srgbClr val="EE312F"/>
          </a:solidFill>
          <a:ln w="3725">
            <a:solidFill>
              <a:srgbClr val="EE312F"/>
            </a:solidFill>
            <a:round/>
          </a:ln>
        </p:spPr>
        <p:txBody>
          <a:bodyPr rtlCol="0" anchor="ctr"/>
          <a:lstStyle/>
          <a:p>
            <a:pPr algn="ctr"/>
            <a:endParaRPr lang="pl-PL" dirty="0"/>
          </a:p>
        </p:txBody>
      </p:sp>
      <p:sp>
        <p:nvSpPr>
          <p:cNvPr id="28" name="!!Zegar – kreska 1"/>
          <p:cNvSpPr/>
          <p:nvPr/>
        </p:nvSpPr>
        <p:spPr>
          <a:xfrm>
            <a:off x="10491258" y="295910"/>
            <a:ext cx="23283" cy="46567"/>
          </a:xfrm>
          <a:custGeom>
            <a:avLst/>
            <a:gdLst/>
            <a:ahLst/>
            <a:cxnLst/>
            <a:rect l="0" t="0" r="r" b="b"/>
            <a:pathLst>
              <a:path w="23283" h="46567">
                <a:moveTo>
                  <a:pt x="0" y="46567"/>
                </a:moveTo>
                <a:lnTo>
                  <a:pt x="23283" y="46567"/>
                </a:lnTo>
                <a:lnTo>
                  <a:pt x="23283" y="0"/>
                </a:lnTo>
                <a:lnTo>
                  <a:pt x="0" y="0"/>
                </a:lnTo>
                <a:close/>
              </a:path>
            </a:pathLst>
          </a:custGeom>
          <a:solidFill>
            <a:srgbClr val="FFFFFF"/>
          </a:solidFill>
          <a:ln>
            <a:noFill/>
          </a:ln>
        </p:spPr>
        <p:txBody>
          <a:bodyPr rtlCol="0" anchor="ctr"/>
          <a:lstStyle/>
          <a:p>
            <a:pPr algn="ctr"/>
            <a:endParaRPr lang="pl-PL" dirty="0"/>
          </a:p>
        </p:txBody>
      </p:sp>
      <p:sp>
        <p:nvSpPr>
          <p:cNvPr id="29" name="!!Zegar – kreska 2"/>
          <p:cNvSpPr/>
          <p:nvPr/>
        </p:nvSpPr>
        <p:spPr>
          <a:xfrm>
            <a:off x="10693823" y="521758"/>
            <a:ext cx="46567" cy="23283"/>
          </a:xfrm>
          <a:custGeom>
            <a:avLst/>
            <a:gdLst/>
            <a:ahLst/>
            <a:cxnLst/>
            <a:rect l="0" t="0" r="r" b="b"/>
            <a:pathLst>
              <a:path w="46567" h="23283">
                <a:moveTo>
                  <a:pt x="0" y="0"/>
                </a:moveTo>
                <a:lnTo>
                  <a:pt x="0" y="23283"/>
                </a:lnTo>
                <a:lnTo>
                  <a:pt x="46567" y="23283"/>
                </a:lnTo>
                <a:lnTo>
                  <a:pt x="46567" y="0"/>
                </a:lnTo>
                <a:close/>
              </a:path>
            </a:pathLst>
          </a:custGeom>
          <a:solidFill>
            <a:srgbClr val="FFFFFF"/>
          </a:solidFill>
          <a:ln>
            <a:noFill/>
          </a:ln>
        </p:spPr>
        <p:txBody>
          <a:bodyPr rtlCol="0" anchor="ctr"/>
          <a:lstStyle/>
          <a:p>
            <a:pPr algn="ctr"/>
            <a:endParaRPr lang="pl-PL" dirty="0"/>
          </a:p>
        </p:txBody>
      </p:sp>
      <p:sp>
        <p:nvSpPr>
          <p:cNvPr id="30" name="!!Zegar – kreska 3"/>
          <p:cNvSpPr/>
          <p:nvPr/>
        </p:nvSpPr>
        <p:spPr>
          <a:xfrm>
            <a:off x="10491258" y="724323"/>
            <a:ext cx="23283" cy="46567"/>
          </a:xfrm>
          <a:custGeom>
            <a:avLst/>
            <a:gdLst/>
            <a:ahLst/>
            <a:cxnLst/>
            <a:rect l="0" t="0" r="r" b="b"/>
            <a:pathLst>
              <a:path w="23283" h="46567">
                <a:moveTo>
                  <a:pt x="23283" y="0"/>
                </a:moveTo>
                <a:lnTo>
                  <a:pt x="0" y="0"/>
                </a:lnTo>
                <a:lnTo>
                  <a:pt x="0" y="46567"/>
                </a:lnTo>
                <a:lnTo>
                  <a:pt x="23283" y="46567"/>
                </a:lnTo>
                <a:close/>
              </a:path>
            </a:pathLst>
          </a:custGeom>
          <a:solidFill>
            <a:srgbClr val="FFFFFF"/>
          </a:solidFill>
          <a:ln>
            <a:noFill/>
          </a:ln>
        </p:spPr>
        <p:txBody>
          <a:bodyPr rtlCol="0" anchor="ctr"/>
          <a:lstStyle/>
          <a:p>
            <a:pPr algn="ctr"/>
            <a:endParaRPr lang="pl-PL" dirty="0"/>
          </a:p>
        </p:txBody>
      </p:sp>
      <p:sp>
        <p:nvSpPr>
          <p:cNvPr id="31" name="!!Zegar – kreska 4"/>
          <p:cNvSpPr/>
          <p:nvPr/>
        </p:nvSpPr>
        <p:spPr>
          <a:xfrm>
            <a:off x="10265410" y="521758"/>
            <a:ext cx="46567" cy="23283"/>
          </a:xfrm>
          <a:custGeom>
            <a:avLst/>
            <a:gdLst/>
            <a:ahLst/>
            <a:cxnLst/>
            <a:rect l="0" t="0" r="r" b="b"/>
            <a:pathLst>
              <a:path w="46567" h="23283">
                <a:moveTo>
                  <a:pt x="46567" y="23283"/>
                </a:moveTo>
                <a:lnTo>
                  <a:pt x="46567" y="0"/>
                </a:lnTo>
                <a:lnTo>
                  <a:pt x="0" y="0"/>
                </a:lnTo>
                <a:lnTo>
                  <a:pt x="0" y="23283"/>
                </a:lnTo>
                <a:close/>
              </a:path>
            </a:pathLst>
          </a:custGeom>
          <a:solidFill>
            <a:srgbClr val="FFFFFF"/>
          </a:solidFill>
          <a:ln>
            <a:noFill/>
          </a:ln>
        </p:spPr>
        <p:txBody>
          <a:bodyPr rtlCol="0" anchor="ctr"/>
          <a:lstStyle/>
          <a:p>
            <a:pPr algn="ctr"/>
            <a:endParaRPr lang="pl-PL" dirty="0"/>
          </a:p>
        </p:txBody>
      </p:sp>
      <p:sp>
        <p:nvSpPr>
          <p:cNvPr id="32" name="!!Zegar – wskazówka"/>
          <p:cNvSpPr/>
          <p:nvPr/>
        </p:nvSpPr>
        <p:spPr>
          <a:xfrm>
            <a:off x="10475175" y="378601"/>
            <a:ext cx="142860" cy="185614"/>
          </a:xfrm>
          <a:custGeom>
            <a:avLst/>
            <a:gdLst/>
            <a:ahLst/>
            <a:cxnLst/>
            <a:rect l="0" t="0" r="r" b="b"/>
            <a:pathLst>
              <a:path w="142860" h="185614">
                <a:moveTo>
                  <a:pt x="0" y="169191"/>
                </a:moveTo>
                <a:lnTo>
                  <a:pt x="22604" y="185614"/>
                </a:lnTo>
                <a:lnTo>
                  <a:pt x="142860" y="8211"/>
                </a:lnTo>
                <a:lnTo>
                  <a:pt x="131559" y="0"/>
                </a:lnTo>
                <a:close/>
              </a:path>
            </a:pathLst>
          </a:custGeom>
          <a:solidFill>
            <a:srgbClr val="FFFFFF"/>
          </a:solidFill>
          <a:ln>
            <a:noFill/>
          </a:ln>
        </p:spPr>
        <p:txBody>
          <a:bodyPr rtlCol="0" anchor="ctr"/>
          <a:lstStyle/>
          <a:p>
            <a:pPr algn="ctr"/>
            <a:endParaRPr lang="pl-PL" dirty="0"/>
          </a:p>
        </p:txBody>
      </p:sp>
      <p:sp>
        <p:nvSpPr>
          <p:cNvPr id="33" name="!!Zegar – oś"/>
          <p:cNvSpPr/>
          <p:nvPr/>
        </p:nvSpPr>
        <p:spPr>
          <a:xfrm>
            <a:off x="10474960" y="505460"/>
            <a:ext cx="55880" cy="55880"/>
          </a:xfrm>
          <a:prstGeom prst="ellipse">
            <a:avLst/>
          </a:prstGeom>
          <a:solidFill>
            <a:srgbClr val="FFFFFF"/>
          </a:solidFill>
          <a:ln>
            <a:noFill/>
          </a:ln>
        </p:spPr>
        <p:txBody>
          <a:bodyPr rtlCol="0" anchor="ctr"/>
          <a:lstStyle/>
          <a:p>
            <a:pPr algn="ctr"/>
            <a:endParaRPr lang="pl-PL" dirty="0"/>
          </a:p>
        </p:txBody>
      </p:sp>
      <p:sp>
        <p:nvSpPr>
          <p:cNvPr id="34" name="!!Źródło"/>
          <p:cNvSpPr txBox="1"/>
          <p:nvPr/>
        </p:nvSpPr>
        <p:spPr>
          <a:xfrm>
            <a:off x="823962" y="6425287"/>
            <a:ext cx="7913489"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A9A9A9"/>
                </a:solidFill>
                <a:latin typeface="Lato"/>
                <a:cs typeface="Lato"/>
              </a:rPr>
              <a:t>Scena ilustracyjna. Marki, ekrany i ceny są umowne. Zegar jest elementem opowieści, nie czasem dostawy.</a:t>
            </a:r>
            <a:endParaRPr lang="pl-PL" sz="1100" kern="100" dirty="0">
              <a:solidFill>
                <a:srgbClr val="A9A9A9"/>
              </a:solidFill>
              <a:latin typeface="Lato"/>
              <a:cs typeface="Lato"/>
            </a:endParaRPr>
          </a:p>
        </p:txBody>
      </p:sp>
      <p:sp>
        <p:nvSpPr>
          <p:cNvPr id="35"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A9A9A9"/>
                </a:solidFill>
                <a:latin typeface="Lato"/>
                <a:cs typeface="Lato"/>
              </a:rPr>
              <a:t>10 / 23</a:t>
            </a:r>
            <a:endParaRPr lang="pl-PL" sz="1100" kern="100" spc="66" dirty="0">
              <a:solidFill>
                <a:srgbClr val="A9A9A9"/>
              </a:solidFill>
              <a:latin typeface="Lato"/>
              <a:cs typeface="Lato"/>
            </a:endParaRPr>
          </a:p>
        </p:txBody>
      </p:sp>
      <p:sp>
        <p:nvSpPr>
          <p:cNvPr id="36" name="!!Postęp"/>
          <p:cNvSpPr/>
          <p:nvPr/>
        </p:nvSpPr>
        <p:spPr>
          <a:xfrm>
            <a:off x="-695" y="6826250"/>
            <a:ext cx="5302250" cy="31750"/>
          </a:xfrm>
          <a:prstGeom prst="rect">
            <a:avLst/>
          </a:prstGeom>
          <a:solidFill>
            <a:srgbClr val="EE312F"/>
          </a:solidFill>
          <a:ln>
            <a:noFill/>
          </a:ln>
        </p:spPr>
        <p:txBody>
          <a:bodyPr rtlCol="0" anchor="ctr"/>
          <a:lstStyle/>
          <a:p>
            <a:pPr algn="ctr"/>
            <a:endParaRPr lang="pl-PL" dirty="0"/>
          </a:p>
        </p:txBody>
      </p:sp>
      <p:sp>
        <p:nvSpPr>
          <p:cNvPr id="37" name="!!Postać 1"/>
          <p:cNvSpPr/>
          <p:nvPr/>
        </p:nvSpPr>
        <p:spPr>
          <a:xfrm>
            <a:off x="6243689" y="4480748"/>
            <a:ext cx="627401" cy="650622"/>
          </a:xfrm>
          <a:custGeom>
            <a:avLst/>
            <a:gdLst/>
            <a:ahLst/>
            <a:cxnLst/>
            <a:rect l="0" t="0" r="r" b="b"/>
            <a:pathLst>
              <a:path w="627401" h="650622">
                <a:moveTo>
                  <a:pt x="0" y="71506"/>
                </a:moveTo>
                <a:lnTo>
                  <a:pt x="582367" y="0"/>
                </a:lnTo>
                <a:lnTo>
                  <a:pt x="627401" y="585617"/>
                </a:lnTo>
                <a:lnTo>
                  <a:pt x="97977" y="650622"/>
                </a:lnTo>
                <a:close/>
              </a:path>
            </a:pathLst>
          </a:custGeom>
          <a:solidFill>
            <a:srgbClr val="5D331C"/>
          </a:solidFill>
          <a:ln>
            <a:noFill/>
          </a:ln>
        </p:spPr>
        <p:txBody>
          <a:bodyPr rtlCol="0" anchor="ctr"/>
          <a:lstStyle/>
          <a:p>
            <a:pPr algn="ctr"/>
            <a:endParaRPr lang="pl-PL" dirty="0"/>
          </a:p>
        </p:txBody>
      </p:sp>
      <p:sp>
        <p:nvSpPr>
          <p:cNvPr id="38" name="!!Postać 2"/>
          <p:cNvSpPr/>
          <p:nvPr/>
        </p:nvSpPr>
        <p:spPr>
          <a:xfrm>
            <a:off x="6183559" y="3960606"/>
            <a:ext cx="283058" cy="189939"/>
          </a:xfrm>
          <a:custGeom>
            <a:avLst/>
            <a:gdLst/>
            <a:ahLst/>
            <a:cxnLst/>
            <a:rect l="0" t="0" r="r" b="b"/>
            <a:pathLst>
              <a:path w="283058" h="189939">
                <a:moveTo>
                  <a:pt x="283058" y="0"/>
                </a:moveTo>
                <a:lnTo>
                  <a:pt x="0" y="101931"/>
                </a:lnTo>
                <a:lnTo>
                  <a:pt x="158593" y="189939"/>
                </a:lnTo>
                <a:close/>
              </a:path>
            </a:pathLst>
          </a:custGeom>
          <a:solidFill>
            <a:srgbClr val="C07C49"/>
          </a:solidFill>
          <a:ln>
            <a:noFill/>
          </a:ln>
        </p:spPr>
        <p:txBody>
          <a:bodyPr rtlCol="0" anchor="ctr"/>
          <a:lstStyle/>
          <a:p>
            <a:pPr algn="ctr"/>
            <a:endParaRPr lang="pl-PL" dirty="0"/>
          </a:p>
        </p:txBody>
      </p:sp>
      <p:sp>
        <p:nvSpPr>
          <p:cNvPr id="39" name="!!Postać 3"/>
          <p:cNvSpPr/>
          <p:nvPr/>
        </p:nvSpPr>
        <p:spPr>
          <a:xfrm>
            <a:off x="6073838" y="4062537"/>
            <a:ext cx="268314" cy="255305"/>
          </a:xfrm>
          <a:custGeom>
            <a:avLst/>
            <a:gdLst/>
            <a:ahLst/>
            <a:cxnLst/>
            <a:rect l="0" t="0" r="r" b="b"/>
            <a:pathLst>
              <a:path w="268314" h="255305">
                <a:moveTo>
                  <a:pt x="109722" y="0"/>
                </a:moveTo>
                <a:lnTo>
                  <a:pt x="0" y="255305"/>
                </a:lnTo>
                <a:lnTo>
                  <a:pt x="268314" y="88008"/>
                </a:lnTo>
                <a:close/>
              </a:path>
            </a:pathLst>
          </a:custGeom>
          <a:solidFill>
            <a:srgbClr val="9C6037"/>
          </a:solidFill>
          <a:ln>
            <a:noFill/>
          </a:ln>
        </p:spPr>
        <p:txBody>
          <a:bodyPr rtlCol="0" anchor="ctr"/>
          <a:lstStyle/>
          <a:p>
            <a:pPr algn="ctr"/>
            <a:endParaRPr lang="pl-PL" dirty="0"/>
          </a:p>
        </p:txBody>
      </p:sp>
      <p:sp>
        <p:nvSpPr>
          <p:cNvPr id="40" name="!!Postać 4"/>
          <p:cNvSpPr/>
          <p:nvPr/>
        </p:nvSpPr>
        <p:spPr>
          <a:xfrm>
            <a:off x="6073838" y="4150545"/>
            <a:ext cx="268314" cy="349579"/>
          </a:xfrm>
          <a:custGeom>
            <a:avLst/>
            <a:gdLst/>
            <a:ahLst/>
            <a:cxnLst/>
            <a:rect l="0" t="0" r="r" b="b"/>
            <a:pathLst>
              <a:path w="268314" h="349579">
                <a:moveTo>
                  <a:pt x="0" y="167296"/>
                </a:moveTo>
                <a:lnTo>
                  <a:pt x="156733" y="349579"/>
                </a:lnTo>
                <a:lnTo>
                  <a:pt x="268314" y="0"/>
                </a:lnTo>
                <a:close/>
              </a:path>
            </a:pathLst>
          </a:custGeom>
          <a:solidFill>
            <a:srgbClr val="C07C49"/>
          </a:solidFill>
          <a:ln>
            <a:noFill/>
          </a:ln>
        </p:spPr>
        <p:txBody>
          <a:bodyPr rtlCol="0" anchor="ctr"/>
          <a:lstStyle/>
          <a:p>
            <a:pPr algn="ctr"/>
            <a:endParaRPr lang="pl-PL" dirty="0"/>
          </a:p>
        </p:txBody>
      </p:sp>
      <p:sp>
        <p:nvSpPr>
          <p:cNvPr id="41" name="!!Postać 5"/>
          <p:cNvSpPr/>
          <p:nvPr/>
        </p:nvSpPr>
        <p:spPr>
          <a:xfrm>
            <a:off x="6073838" y="4317841"/>
            <a:ext cx="156733" cy="335765"/>
          </a:xfrm>
          <a:custGeom>
            <a:avLst/>
            <a:gdLst/>
            <a:ahLst/>
            <a:cxnLst/>
            <a:rect l="0" t="0" r="r" b="b"/>
            <a:pathLst>
              <a:path w="156733" h="335765">
                <a:moveTo>
                  <a:pt x="0" y="0"/>
                </a:moveTo>
                <a:lnTo>
                  <a:pt x="921" y="335765"/>
                </a:lnTo>
                <a:lnTo>
                  <a:pt x="156733" y="182283"/>
                </a:lnTo>
                <a:close/>
              </a:path>
            </a:pathLst>
          </a:custGeom>
          <a:solidFill>
            <a:srgbClr val="9C6037"/>
          </a:solidFill>
          <a:ln>
            <a:noFill/>
          </a:ln>
        </p:spPr>
        <p:txBody>
          <a:bodyPr rtlCol="0" anchor="ctr"/>
          <a:lstStyle/>
          <a:p>
            <a:pPr algn="ctr"/>
            <a:endParaRPr lang="pl-PL" dirty="0"/>
          </a:p>
        </p:txBody>
      </p:sp>
      <p:sp>
        <p:nvSpPr>
          <p:cNvPr id="42" name="!!Postać 6"/>
          <p:cNvSpPr/>
          <p:nvPr/>
        </p:nvSpPr>
        <p:spPr>
          <a:xfrm>
            <a:off x="6074759" y="4500124"/>
            <a:ext cx="204800" cy="289558"/>
          </a:xfrm>
          <a:custGeom>
            <a:avLst/>
            <a:gdLst/>
            <a:ahLst/>
            <a:cxnLst/>
            <a:rect l="0" t="0" r="r" b="b"/>
            <a:pathLst>
              <a:path w="204800" h="289558">
                <a:moveTo>
                  <a:pt x="0" y="153483"/>
                </a:moveTo>
                <a:lnTo>
                  <a:pt x="204800" y="289558"/>
                </a:lnTo>
                <a:lnTo>
                  <a:pt x="155812" y="0"/>
                </a:lnTo>
                <a:close/>
              </a:path>
            </a:pathLst>
          </a:custGeom>
          <a:solidFill>
            <a:srgbClr val="7A4627"/>
          </a:solidFill>
          <a:ln>
            <a:noFill/>
          </a:ln>
        </p:spPr>
        <p:txBody>
          <a:bodyPr rtlCol="0" anchor="ctr"/>
          <a:lstStyle/>
          <a:p>
            <a:pPr algn="ctr"/>
            <a:endParaRPr lang="pl-PL" dirty="0"/>
          </a:p>
        </p:txBody>
      </p:sp>
      <p:sp>
        <p:nvSpPr>
          <p:cNvPr id="43" name="!!Postać 7"/>
          <p:cNvSpPr/>
          <p:nvPr/>
        </p:nvSpPr>
        <p:spPr>
          <a:xfrm>
            <a:off x="6074759" y="4653607"/>
            <a:ext cx="204800" cy="275510"/>
          </a:xfrm>
          <a:custGeom>
            <a:avLst/>
            <a:gdLst/>
            <a:ahLst/>
            <a:cxnLst/>
            <a:rect l="0" t="0" r="r" b="b"/>
            <a:pathLst>
              <a:path w="204800" h="275510">
                <a:moveTo>
                  <a:pt x="0" y="0"/>
                </a:moveTo>
                <a:lnTo>
                  <a:pt x="53981" y="275510"/>
                </a:lnTo>
                <a:lnTo>
                  <a:pt x="204800" y="136075"/>
                </a:lnTo>
                <a:close/>
              </a:path>
            </a:pathLst>
          </a:custGeom>
          <a:solidFill>
            <a:srgbClr val="9C6037"/>
          </a:solidFill>
          <a:ln>
            <a:noFill/>
          </a:ln>
        </p:spPr>
        <p:txBody>
          <a:bodyPr rtlCol="0" anchor="ctr"/>
          <a:lstStyle/>
          <a:p>
            <a:pPr algn="ctr"/>
            <a:endParaRPr lang="pl-PL" dirty="0"/>
          </a:p>
        </p:txBody>
      </p:sp>
      <p:sp>
        <p:nvSpPr>
          <p:cNvPr id="44" name="!!Postać 8"/>
          <p:cNvSpPr/>
          <p:nvPr/>
        </p:nvSpPr>
        <p:spPr>
          <a:xfrm>
            <a:off x="6128740" y="4789682"/>
            <a:ext cx="252632" cy="336813"/>
          </a:xfrm>
          <a:custGeom>
            <a:avLst/>
            <a:gdLst/>
            <a:ahLst/>
            <a:cxnLst/>
            <a:rect l="0" t="0" r="r" b="b"/>
            <a:pathLst>
              <a:path w="252632" h="336813">
                <a:moveTo>
                  <a:pt x="0" y="139435"/>
                </a:moveTo>
                <a:lnTo>
                  <a:pt x="252632" y="336813"/>
                </a:lnTo>
                <a:lnTo>
                  <a:pt x="150819" y="0"/>
                </a:lnTo>
                <a:close/>
              </a:path>
            </a:pathLst>
          </a:custGeom>
          <a:solidFill>
            <a:srgbClr val="7A4627"/>
          </a:solidFill>
          <a:ln>
            <a:noFill/>
          </a:ln>
        </p:spPr>
        <p:txBody>
          <a:bodyPr rtlCol="0" anchor="ctr"/>
          <a:lstStyle/>
          <a:p>
            <a:pPr algn="ctr"/>
            <a:endParaRPr lang="pl-PL" dirty="0"/>
          </a:p>
        </p:txBody>
      </p:sp>
      <p:sp>
        <p:nvSpPr>
          <p:cNvPr id="45" name="!!Postać 9"/>
          <p:cNvSpPr/>
          <p:nvPr/>
        </p:nvSpPr>
        <p:spPr>
          <a:xfrm>
            <a:off x="6128740" y="4929117"/>
            <a:ext cx="161491" cy="275745"/>
          </a:xfrm>
          <a:custGeom>
            <a:avLst/>
            <a:gdLst/>
            <a:ahLst/>
            <a:cxnLst/>
            <a:rect l="0" t="0" r="r" b="b"/>
            <a:pathLst>
              <a:path w="161491" h="275745">
                <a:moveTo>
                  <a:pt x="0" y="0"/>
                </a:moveTo>
                <a:lnTo>
                  <a:pt x="80570" y="218505"/>
                </a:lnTo>
                <a:lnTo>
                  <a:pt x="161491" y="275745"/>
                </a:lnTo>
                <a:close/>
              </a:path>
            </a:pathLst>
          </a:custGeom>
          <a:solidFill>
            <a:srgbClr val="9C6037"/>
          </a:solidFill>
          <a:ln>
            <a:noFill/>
          </a:ln>
        </p:spPr>
        <p:txBody>
          <a:bodyPr rtlCol="0" anchor="ctr"/>
          <a:lstStyle/>
          <a:p>
            <a:pPr algn="ctr"/>
            <a:endParaRPr lang="pl-PL" dirty="0"/>
          </a:p>
        </p:txBody>
      </p:sp>
      <p:sp>
        <p:nvSpPr>
          <p:cNvPr id="46" name="!!Postać 10"/>
          <p:cNvSpPr/>
          <p:nvPr/>
        </p:nvSpPr>
        <p:spPr>
          <a:xfrm>
            <a:off x="6128740" y="4929117"/>
            <a:ext cx="252632" cy="275745"/>
          </a:xfrm>
          <a:custGeom>
            <a:avLst/>
            <a:gdLst/>
            <a:ahLst/>
            <a:cxnLst/>
            <a:rect l="0" t="0" r="r" b="b"/>
            <a:pathLst>
              <a:path w="252632" h="275745">
                <a:moveTo>
                  <a:pt x="0" y="0"/>
                </a:moveTo>
                <a:lnTo>
                  <a:pt x="161491" y="275745"/>
                </a:lnTo>
                <a:lnTo>
                  <a:pt x="252632" y="197378"/>
                </a:lnTo>
                <a:close/>
              </a:path>
            </a:pathLst>
          </a:custGeom>
          <a:solidFill>
            <a:srgbClr val="7A4627"/>
          </a:solidFill>
          <a:ln>
            <a:noFill/>
          </a:ln>
        </p:spPr>
        <p:txBody>
          <a:bodyPr rtlCol="0" anchor="ctr"/>
          <a:lstStyle/>
          <a:p>
            <a:pPr algn="ctr"/>
            <a:endParaRPr lang="pl-PL" dirty="0"/>
          </a:p>
        </p:txBody>
      </p:sp>
      <p:sp>
        <p:nvSpPr>
          <p:cNvPr id="47" name="!!Postać 11"/>
          <p:cNvSpPr/>
          <p:nvPr/>
        </p:nvSpPr>
        <p:spPr>
          <a:xfrm>
            <a:off x="6466617" y="3960606"/>
            <a:ext cx="299309" cy="154186"/>
          </a:xfrm>
          <a:custGeom>
            <a:avLst/>
            <a:gdLst/>
            <a:ahLst/>
            <a:cxnLst/>
            <a:rect l="0" t="0" r="r" b="b"/>
            <a:pathLst>
              <a:path w="299309" h="154186">
                <a:moveTo>
                  <a:pt x="0" y="0"/>
                </a:moveTo>
                <a:lnTo>
                  <a:pt x="299309" y="30425"/>
                </a:lnTo>
                <a:lnTo>
                  <a:pt x="166718" y="154186"/>
                </a:lnTo>
                <a:close/>
              </a:path>
            </a:pathLst>
          </a:custGeom>
          <a:solidFill>
            <a:srgbClr val="9C6037"/>
          </a:solidFill>
          <a:ln>
            <a:noFill/>
          </a:ln>
        </p:spPr>
        <p:txBody>
          <a:bodyPr rtlCol="0" anchor="ctr"/>
          <a:lstStyle/>
          <a:p>
            <a:pPr algn="ctr"/>
            <a:endParaRPr lang="pl-PL" dirty="0"/>
          </a:p>
        </p:txBody>
      </p:sp>
      <p:sp>
        <p:nvSpPr>
          <p:cNvPr id="48" name="!!Postać 12"/>
          <p:cNvSpPr/>
          <p:nvPr/>
        </p:nvSpPr>
        <p:spPr>
          <a:xfrm>
            <a:off x="6633335" y="3991031"/>
            <a:ext cx="300817" cy="221177"/>
          </a:xfrm>
          <a:custGeom>
            <a:avLst/>
            <a:gdLst/>
            <a:ahLst/>
            <a:cxnLst/>
            <a:rect l="0" t="0" r="r" b="b"/>
            <a:pathLst>
              <a:path w="300817" h="221177">
                <a:moveTo>
                  <a:pt x="132591" y="0"/>
                </a:moveTo>
                <a:lnTo>
                  <a:pt x="300817" y="221177"/>
                </a:lnTo>
                <a:lnTo>
                  <a:pt x="0" y="123761"/>
                </a:lnTo>
                <a:close/>
              </a:path>
            </a:pathLst>
          </a:custGeom>
          <a:solidFill>
            <a:srgbClr val="7A4627"/>
          </a:solidFill>
          <a:ln>
            <a:noFill/>
          </a:ln>
        </p:spPr>
        <p:txBody>
          <a:bodyPr rtlCol="0" anchor="ctr"/>
          <a:lstStyle/>
          <a:p>
            <a:pPr algn="ctr"/>
            <a:endParaRPr lang="pl-PL" dirty="0"/>
          </a:p>
        </p:txBody>
      </p:sp>
      <p:sp>
        <p:nvSpPr>
          <p:cNvPr id="49" name="!!Postać 13"/>
          <p:cNvSpPr/>
          <p:nvPr/>
        </p:nvSpPr>
        <p:spPr>
          <a:xfrm>
            <a:off x="6633335" y="4114792"/>
            <a:ext cx="300817" cy="312201"/>
          </a:xfrm>
          <a:custGeom>
            <a:avLst/>
            <a:gdLst/>
            <a:ahLst/>
            <a:cxnLst/>
            <a:rect l="0" t="0" r="r" b="b"/>
            <a:pathLst>
              <a:path w="300817" h="312201">
                <a:moveTo>
                  <a:pt x="300817" y="97416"/>
                </a:moveTo>
                <a:lnTo>
                  <a:pt x="192838" y="312201"/>
                </a:lnTo>
                <a:lnTo>
                  <a:pt x="0" y="0"/>
                </a:lnTo>
                <a:close/>
              </a:path>
            </a:pathLst>
          </a:custGeom>
          <a:solidFill>
            <a:srgbClr val="9C6037"/>
          </a:solidFill>
          <a:ln>
            <a:noFill/>
          </a:ln>
        </p:spPr>
        <p:txBody>
          <a:bodyPr rtlCol="0" anchor="ctr"/>
          <a:lstStyle/>
          <a:p>
            <a:pPr algn="ctr"/>
            <a:endParaRPr lang="pl-PL" dirty="0"/>
          </a:p>
        </p:txBody>
      </p:sp>
      <p:sp>
        <p:nvSpPr>
          <p:cNvPr id="50" name="!!Postać 14"/>
          <p:cNvSpPr/>
          <p:nvPr/>
        </p:nvSpPr>
        <p:spPr>
          <a:xfrm>
            <a:off x="6826173" y="4212208"/>
            <a:ext cx="188314" cy="326015"/>
          </a:xfrm>
          <a:custGeom>
            <a:avLst/>
            <a:gdLst/>
            <a:ahLst/>
            <a:cxnLst/>
            <a:rect l="0" t="0" r="r" b="b"/>
            <a:pathLst>
              <a:path w="188314" h="326015">
                <a:moveTo>
                  <a:pt x="107979" y="0"/>
                </a:moveTo>
                <a:lnTo>
                  <a:pt x="188314" y="326015"/>
                </a:lnTo>
                <a:lnTo>
                  <a:pt x="0" y="214785"/>
                </a:lnTo>
                <a:close/>
              </a:path>
            </a:pathLst>
          </a:custGeom>
          <a:solidFill>
            <a:srgbClr val="7A4627"/>
          </a:solidFill>
          <a:ln>
            <a:noFill/>
          </a:ln>
        </p:spPr>
        <p:txBody>
          <a:bodyPr rtlCol="0" anchor="ctr"/>
          <a:lstStyle/>
          <a:p>
            <a:pPr algn="ctr"/>
            <a:endParaRPr lang="pl-PL" dirty="0"/>
          </a:p>
        </p:txBody>
      </p:sp>
      <p:sp>
        <p:nvSpPr>
          <p:cNvPr id="51" name="!!Postać 15"/>
          <p:cNvSpPr/>
          <p:nvPr/>
        </p:nvSpPr>
        <p:spPr>
          <a:xfrm>
            <a:off x="6826173" y="4426993"/>
            <a:ext cx="188314" cy="292808"/>
          </a:xfrm>
          <a:custGeom>
            <a:avLst/>
            <a:gdLst/>
            <a:ahLst/>
            <a:cxnLst/>
            <a:rect l="0" t="0" r="r" b="b"/>
            <a:pathLst>
              <a:path w="188314" h="292808">
                <a:moveTo>
                  <a:pt x="188314" y="111229"/>
                </a:moveTo>
                <a:lnTo>
                  <a:pt x="22517" y="292808"/>
                </a:lnTo>
                <a:lnTo>
                  <a:pt x="0" y="0"/>
                </a:lnTo>
                <a:close/>
              </a:path>
            </a:pathLst>
          </a:custGeom>
          <a:solidFill>
            <a:srgbClr val="5D331C"/>
          </a:solidFill>
          <a:ln>
            <a:noFill/>
          </a:ln>
        </p:spPr>
        <p:txBody>
          <a:bodyPr rtlCol="0" anchor="ctr"/>
          <a:lstStyle/>
          <a:p>
            <a:pPr algn="ctr"/>
            <a:endParaRPr lang="pl-PL" dirty="0"/>
          </a:p>
        </p:txBody>
      </p:sp>
      <p:sp>
        <p:nvSpPr>
          <p:cNvPr id="52" name="!!Postać 16"/>
          <p:cNvSpPr/>
          <p:nvPr/>
        </p:nvSpPr>
        <p:spPr>
          <a:xfrm>
            <a:off x="6848690" y="4538223"/>
            <a:ext cx="180071" cy="280385"/>
          </a:xfrm>
          <a:custGeom>
            <a:avLst/>
            <a:gdLst/>
            <a:ahLst/>
            <a:cxnLst/>
            <a:rect l="0" t="0" r="r" b="b"/>
            <a:pathLst>
              <a:path w="180071" h="280385">
                <a:moveTo>
                  <a:pt x="165797" y="0"/>
                </a:moveTo>
                <a:lnTo>
                  <a:pt x="180071" y="280385"/>
                </a:lnTo>
                <a:lnTo>
                  <a:pt x="0" y="181579"/>
                </a:lnTo>
                <a:close/>
              </a:path>
            </a:pathLst>
          </a:custGeom>
          <a:solidFill>
            <a:srgbClr val="7A4627"/>
          </a:solidFill>
          <a:ln>
            <a:noFill/>
          </a:ln>
        </p:spPr>
        <p:txBody>
          <a:bodyPr rtlCol="0" anchor="ctr"/>
          <a:lstStyle/>
          <a:p>
            <a:pPr algn="ctr"/>
            <a:endParaRPr lang="pl-PL" dirty="0"/>
          </a:p>
        </p:txBody>
      </p:sp>
      <p:sp>
        <p:nvSpPr>
          <p:cNvPr id="53" name="!!Postać 17"/>
          <p:cNvSpPr/>
          <p:nvPr/>
        </p:nvSpPr>
        <p:spPr>
          <a:xfrm>
            <a:off x="6831383" y="4719802"/>
            <a:ext cx="197378" cy="351439"/>
          </a:xfrm>
          <a:custGeom>
            <a:avLst/>
            <a:gdLst/>
            <a:ahLst/>
            <a:cxnLst/>
            <a:rect l="0" t="0" r="r" b="b"/>
            <a:pathLst>
              <a:path w="197378" h="351439">
                <a:moveTo>
                  <a:pt x="197378" y="98806"/>
                </a:moveTo>
                <a:lnTo>
                  <a:pt x="0" y="351439"/>
                </a:lnTo>
                <a:lnTo>
                  <a:pt x="17307" y="0"/>
                </a:lnTo>
                <a:close/>
              </a:path>
            </a:pathLst>
          </a:custGeom>
          <a:solidFill>
            <a:srgbClr val="5D331C"/>
          </a:solidFill>
          <a:ln>
            <a:noFill/>
          </a:ln>
        </p:spPr>
        <p:txBody>
          <a:bodyPr rtlCol="0" anchor="ctr"/>
          <a:lstStyle/>
          <a:p>
            <a:pPr algn="ctr"/>
            <a:endParaRPr lang="pl-PL" dirty="0"/>
          </a:p>
        </p:txBody>
      </p:sp>
      <p:sp>
        <p:nvSpPr>
          <p:cNvPr id="54" name="!!Postać 18"/>
          <p:cNvSpPr/>
          <p:nvPr/>
        </p:nvSpPr>
        <p:spPr>
          <a:xfrm>
            <a:off x="6938776" y="4818608"/>
            <a:ext cx="89985" cy="306622"/>
          </a:xfrm>
          <a:custGeom>
            <a:avLst/>
            <a:gdLst/>
            <a:ahLst/>
            <a:cxnLst/>
            <a:rect l="0" t="0" r="r" b="b"/>
            <a:pathLst>
              <a:path w="89985" h="306622">
                <a:moveTo>
                  <a:pt x="89985" y="0"/>
                </a:moveTo>
                <a:lnTo>
                  <a:pt x="64670" y="231506"/>
                </a:lnTo>
                <a:lnTo>
                  <a:pt x="0" y="306622"/>
                </a:lnTo>
                <a:close/>
              </a:path>
            </a:pathLst>
          </a:custGeom>
          <a:solidFill>
            <a:srgbClr val="7A4627"/>
          </a:solidFill>
          <a:ln>
            <a:noFill/>
          </a:ln>
        </p:spPr>
        <p:txBody>
          <a:bodyPr rtlCol="0" anchor="ctr"/>
          <a:lstStyle/>
          <a:p>
            <a:pPr algn="ctr"/>
            <a:endParaRPr lang="pl-PL" dirty="0"/>
          </a:p>
        </p:txBody>
      </p:sp>
      <p:sp>
        <p:nvSpPr>
          <p:cNvPr id="55" name="!!Postać 19"/>
          <p:cNvSpPr/>
          <p:nvPr/>
        </p:nvSpPr>
        <p:spPr>
          <a:xfrm>
            <a:off x="6831383" y="4818608"/>
            <a:ext cx="197378" cy="306622"/>
          </a:xfrm>
          <a:custGeom>
            <a:avLst/>
            <a:gdLst/>
            <a:ahLst/>
            <a:cxnLst/>
            <a:rect l="0" t="0" r="r" b="b"/>
            <a:pathLst>
              <a:path w="197378" h="306622">
                <a:moveTo>
                  <a:pt x="197378" y="0"/>
                </a:moveTo>
                <a:lnTo>
                  <a:pt x="107393" y="306622"/>
                </a:lnTo>
                <a:lnTo>
                  <a:pt x="0" y="252632"/>
                </a:lnTo>
                <a:close/>
              </a:path>
            </a:pathLst>
          </a:custGeom>
          <a:solidFill>
            <a:srgbClr val="5D331C"/>
          </a:solidFill>
          <a:ln>
            <a:noFill/>
          </a:ln>
        </p:spPr>
        <p:txBody>
          <a:bodyPr rtlCol="0" anchor="ctr"/>
          <a:lstStyle/>
          <a:p>
            <a:pPr algn="ctr"/>
            <a:endParaRPr lang="pl-PL" dirty="0"/>
          </a:p>
        </p:txBody>
      </p:sp>
      <p:sp>
        <p:nvSpPr>
          <p:cNvPr id="56" name="!!Postać 20"/>
          <p:cNvSpPr/>
          <p:nvPr/>
        </p:nvSpPr>
        <p:spPr>
          <a:xfrm>
            <a:off x="6342152" y="3960606"/>
            <a:ext cx="291183" cy="189939"/>
          </a:xfrm>
          <a:custGeom>
            <a:avLst/>
            <a:gdLst/>
            <a:ahLst/>
            <a:cxnLst/>
            <a:rect l="0" t="0" r="r" b="b"/>
            <a:pathLst>
              <a:path w="291183" h="189939">
                <a:moveTo>
                  <a:pt x="124465" y="0"/>
                </a:moveTo>
                <a:lnTo>
                  <a:pt x="0" y="189939"/>
                </a:lnTo>
                <a:lnTo>
                  <a:pt x="291183" y="154186"/>
                </a:lnTo>
                <a:close/>
              </a:path>
            </a:pathLst>
          </a:custGeom>
          <a:solidFill>
            <a:srgbClr val="9C6037"/>
          </a:solidFill>
          <a:ln>
            <a:noFill/>
          </a:ln>
        </p:spPr>
        <p:txBody>
          <a:bodyPr rtlCol="0" anchor="ctr"/>
          <a:lstStyle/>
          <a:p>
            <a:pPr algn="ctr"/>
            <a:endParaRPr lang="pl-PL" dirty="0"/>
          </a:p>
        </p:txBody>
      </p:sp>
      <p:sp>
        <p:nvSpPr>
          <p:cNvPr id="57" name="!!Postać 21"/>
          <p:cNvSpPr/>
          <p:nvPr/>
        </p:nvSpPr>
        <p:spPr>
          <a:xfrm>
            <a:off x="6452235" y="5634355"/>
            <a:ext cx="100012" cy="373380"/>
          </a:xfrm>
          <a:custGeom>
            <a:avLst/>
            <a:gdLst/>
            <a:ahLst/>
            <a:cxnLst/>
            <a:rect l="0" t="0" r="r" b="b"/>
            <a:pathLst>
              <a:path w="100012" h="373380">
                <a:moveTo>
                  <a:pt x="0" y="0"/>
                </a:moveTo>
                <a:lnTo>
                  <a:pt x="100012" y="0"/>
                </a:lnTo>
                <a:lnTo>
                  <a:pt x="20002" y="373380"/>
                </a:lnTo>
                <a:close/>
              </a:path>
            </a:pathLst>
          </a:custGeom>
          <a:solidFill>
            <a:srgbClr val="E2E2E2"/>
          </a:solidFill>
          <a:ln>
            <a:noFill/>
          </a:ln>
        </p:spPr>
        <p:txBody>
          <a:bodyPr rtlCol="0" anchor="ctr"/>
          <a:lstStyle/>
          <a:p>
            <a:pPr algn="ctr"/>
            <a:endParaRPr lang="pl-PL" dirty="0"/>
          </a:p>
        </p:txBody>
      </p:sp>
      <p:sp>
        <p:nvSpPr>
          <p:cNvPr id="58" name="!!Postać 22"/>
          <p:cNvSpPr/>
          <p:nvPr/>
        </p:nvSpPr>
        <p:spPr>
          <a:xfrm>
            <a:off x="6472238" y="5634355"/>
            <a:ext cx="80010" cy="373380"/>
          </a:xfrm>
          <a:custGeom>
            <a:avLst/>
            <a:gdLst/>
            <a:ahLst/>
            <a:cxnLst/>
            <a:rect l="0" t="0" r="r" b="b"/>
            <a:pathLst>
              <a:path w="80010" h="373380">
                <a:moveTo>
                  <a:pt x="80010" y="0"/>
                </a:moveTo>
                <a:lnTo>
                  <a:pt x="66675" y="373380"/>
                </a:lnTo>
                <a:lnTo>
                  <a:pt x="0" y="373380"/>
                </a:lnTo>
                <a:close/>
              </a:path>
            </a:pathLst>
          </a:custGeom>
          <a:solidFill>
            <a:srgbClr val="CDCDCD"/>
          </a:solidFill>
          <a:ln>
            <a:noFill/>
          </a:ln>
        </p:spPr>
        <p:txBody>
          <a:bodyPr rtlCol="0" anchor="ctr"/>
          <a:lstStyle/>
          <a:p>
            <a:pPr algn="ctr"/>
            <a:endParaRPr lang="pl-PL" dirty="0"/>
          </a:p>
        </p:txBody>
      </p:sp>
      <p:sp>
        <p:nvSpPr>
          <p:cNvPr id="59" name="!!Postać 23"/>
          <p:cNvSpPr/>
          <p:nvPr/>
        </p:nvSpPr>
        <p:spPr>
          <a:xfrm>
            <a:off x="6318885" y="5994400"/>
            <a:ext cx="253365" cy="80010"/>
          </a:xfrm>
          <a:custGeom>
            <a:avLst/>
            <a:gdLst/>
            <a:ahLst/>
            <a:cxnLst/>
            <a:rect l="0" t="0" r="r" b="b"/>
            <a:pathLst>
              <a:path w="253365" h="80010">
                <a:moveTo>
                  <a:pt x="80010" y="0"/>
                </a:moveTo>
                <a:lnTo>
                  <a:pt x="240030" y="0"/>
                </a:lnTo>
                <a:lnTo>
                  <a:pt x="253365" y="80010"/>
                </a:lnTo>
                <a:lnTo>
                  <a:pt x="0" y="66675"/>
                </a:lnTo>
                <a:close/>
              </a:path>
            </a:pathLst>
          </a:custGeom>
          <a:solidFill>
            <a:srgbClr val="F2F2F2"/>
          </a:solidFill>
          <a:ln>
            <a:noFill/>
          </a:ln>
        </p:spPr>
        <p:txBody>
          <a:bodyPr rtlCol="0" anchor="ctr"/>
          <a:lstStyle/>
          <a:p>
            <a:pPr algn="ctr"/>
            <a:endParaRPr lang="pl-PL" dirty="0"/>
          </a:p>
        </p:txBody>
      </p:sp>
      <p:sp>
        <p:nvSpPr>
          <p:cNvPr id="60" name="!!Postać 24"/>
          <p:cNvSpPr/>
          <p:nvPr/>
        </p:nvSpPr>
        <p:spPr>
          <a:xfrm>
            <a:off x="6305550" y="6061075"/>
            <a:ext cx="266700" cy="66675"/>
          </a:xfrm>
          <a:custGeom>
            <a:avLst/>
            <a:gdLst/>
            <a:ahLst/>
            <a:cxnLst/>
            <a:rect l="0" t="0" r="r" b="b"/>
            <a:pathLst>
              <a:path w="266700" h="66675">
                <a:moveTo>
                  <a:pt x="13335" y="0"/>
                </a:moveTo>
                <a:lnTo>
                  <a:pt x="266700" y="13335"/>
                </a:lnTo>
                <a:lnTo>
                  <a:pt x="253365" y="66675"/>
                </a:lnTo>
                <a:lnTo>
                  <a:pt x="0" y="66675"/>
                </a:lnTo>
                <a:close/>
              </a:path>
            </a:pathLst>
          </a:custGeom>
          <a:solidFill>
            <a:srgbClr val="EE312F"/>
          </a:solidFill>
          <a:ln>
            <a:noFill/>
          </a:ln>
        </p:spPr>
        <p:txBody>
          <a:bodyPr rtlCol="0" anchor="ctr"/>
          <a:lstStyle/>
          <a:p>
            <a:pPr algn="ctr"/>
            <a:endParaRPr lang="pl-PL" dirty="0"/>
          </a:p>
        </p:txBody>
      </p:sp>
      <p:sp>
        <p:nvSpPr>
          <p:cNvPr id="61" name="!!Postać 25"/>
          <p:cNvSpPr/>
          <p:nvPr/>
        </p:nvSpPr>
        <p:spPr>
          <a:xfrm>
            <a:off x="6592253" y="5634355"/>
            <a:ext cx="80010" cy="373380"/>
          </a:xfrm>
          <a:custGeom>
            <a:avLst/>
            <a:gdLst/>
            <a:ahLst/>
            <a:cxnLst/>
            <a:rect l="0" t="0" r="r" b="b"/>
            <a:pathLst>
              <a:path w="80010" h="373380">
                <a:moveTo>
                  <a:pt x="0" y="0"/>
                </a:moveTo>
                <a:lnTo>
                  <a:pt x="80010" y="373380"/>
                </a:lnTo>
                <a:lnTo>
                  <a:pt x="13335" y="373380"/>
                </a:lnTo>
                <a:close/>
              </a:path>
            </a:pathLst>
          </a:custGeom>
          <a:solidFill>
            <a:srgbClr val="D2D2D2"/>
          </a:solidFill>
          <a:ln>
            <a:noFill/>
          </a:ln>
        </p:spPr>
        <p:txBody>
          <a:bodyPr rtlCol="0" anchor="ctr"/>
          <a:lstStyle/>
          <a:p>
            <a:pPr algn="ctr"/>
            <a:endParaRPr lang="pl-PL" dirty="0"/>
          </a:p>
        </p:txBody>
      </p:sp>
      <p:sp>
        <p:nvSpPr>
          <p:cNvPr id="62" name="!!Postać 26"/>
          <p:cNvSpPr/>
          <p:nvPr/>
        </p:nvSpPr>
        <p:spPr>
          <a:xfrm>
            <a:off x="6592253" y="5634355"/>
            <a:ext cx="100013" cy="373380"/>
          </a:xfrm>
          <a:custGeom>
            <a:avLst/>
            <a:gdLst/>
            <a:ahLst/>
            <a:cxnLst/>
            <a:rect l="0" t="0" r="r" b="b"/>
            <a:pathLst>
              <a:path w="100013" h="373380">
                <a:moveTo>
                  <a:pt x="0" y="0"/>
                </a:moveTo>
                <a:lnTo>
                  <a:pt x="100013" y="0"/>
                </a:lnTo>
                <a:lnTo>
                  <a:pt x="80010" y="373380"/>
                </a:lnTo>
                <a:close/>
              </a:path>
            </a:pathLst>
          </a:custGeom>
          <a:solidFill>
            <a:srgbClr val="BABABA"/>
          </a:solidFill>
          <a:ln>
            <a:noFill/>
          </a:ln>
        </p:spPr>
        <p:txBody>
          <a:bodyPr rtlCol="0" anchor="ctr"/>
          <a:lstStyle/>
          <a:p>
            <a:pPr algn="ctr"/>
            <a:endParaRPr lang="pl-PL" dirty="0"/>
          </a:p>
        </p:txBody>
      </p:sp>
      <p:sp>
        <p:nvSpPr>
          <p:cNvPr id="63" name="!!Postać 27"/>
          <p:cNvSpPr/>
          <p:nvPr/>
        </p:nvSpPr>
        <p:spPr>
          <a:xfrm>
            <a:off x="6572250" y="5994400"/>
            <a:ext cx="253365" cy="80010"/>
          </a:xfrm>
          <a:custGeom>
            <a:avLst/>
            <a:gdLst/>
            <a:ahLst/>
            <a:cxnLst/>
            <a:rect l="0" t="0" r="r" b="b"/>
            <a:pathLst>
              <a:path w="253365" h="80010">
                <a:moveTo>
                  <a:pt x="13335" y="0"/>
                </a:moveTo>
                <a:lnTo>
                  <a:pt x="173355" y="0"/>
                </a:lnTo>
                <a:lnTo>
                  <a:pt x="253365" y="66675"/>
                </a:lnTo>
                <a:lnTo>
                  <a:pt x="0" y="80010"/>
                </a:lnTo>
                <a:close/>
              </a:path>
            </a:pathLst>
          </a:custGeom>
          <a:solidFill>
            <a:srgbClr val="DCDCDC"/>
          </a:solidFill>
          <a:ln>
            <a:noFill/>
          </a:ln>
        </p:spPr>
        <p:txBody>
          <a:bodyPr rtlCol="0" anchor="ctr"/>
          <a:lstStyle/>
          <a:p>
            <a:pPr algn="ctr"/>
            <a:endParaRPr lang="pl-PL" dirty="0"/>
          </a:p>
        </p:txBody>
      </p:sp>
      <p:sp>
        <p:nvSpPr>
          <p:cNvPr id="64" name="!!Postać 28"/>
          <p:cNvSpPr/>
          <p:nvPr/>
        </p:nvSpPr>
        <p:spPr>
          <a:xfrm>
            <a:off x="6572250" y="6061075"/>
            <a:ext cx="266700" cy="66675"/>
          </a:xfrm>
          <a:custGeom>
            <a:avLst/>
            <a:gdLst/>
            <a:ahLst/>
            <a:cxnLst/>
            <a:rect l="0" t="0" r="r" b="b"/>
            <a:pathLst>
              <a:path w="266700" h="66675">
                <a:moveTo>
                  <a:pt x="0" y="13335"/>
                </a:moveTo>
                <a:lnTo>
                  <a:pt x="253365" y="0"/>
                </a:lnTo>
                <a:lnTo>
                  <a:pt x="266700" y="66675"/>
                </a:lnTo>
                <a:lnTo>
                  <a:pt x="13335" y="66675"/>
                </a:lnTo>
                <a:close/>
              </a:path>
            </a:pathLst>
          </a:custGeom>
          <a:solidFill>
            <a:srgbClr val="CF1723"/>
          </a:solidFill>
          <a:ln>
            <a:noFill/>
          </a:ln>
        </p:spPr>
        <p:txBody>
          <a:bodyPr rtlCol="0" anchor="ctr"/>
          <a:lstStyle/>
          <a:p>
            <a:pPr algn="ctr"/>
            <a:endParaRPr lang="pl-PL" dirty="0"/>
          </a:p>
        </p:txBody>
      </p:sp>
      <p:sp>
        <p:nvSpPr>
          <p:cNvPr id="65" name="!!Postać 29"/>
          <p:cNvSpPr/>
          <p:nvPr/>
        </p:nvSpPr>
        <p:spPr>
          <a:xfrm>
            <a:off x="6518910" y="4780915"/>
            <a:ext cx="106680" cy="120015"/>
          </a:xfrm>
          <a:custGeom>
            <a:avLst/>
            <a:gdLst/>
            <a:ahLst/>
            <a:cxnLst/>
            <a:rect l="0" t="0" r="r" b="b"/>
            <a:pathLst>
              <a:path w="106680" h="120015">
                <a:moveTo>
                  <a:pt x="0" y="0"/>
                </a:moveTo>
                <a:lnTo>
                  <a:pt x="106680" y="0"/>
                </a:lnTo>
                <a:lnTo>
                  <a:pt x="106680" y="120015"/>
                </a:lnTo>
                <a:lnTo>
                  <a:pt x="0" y="120015"/>
                </a:lnTo>
                <a:close/>
              </a:path>
            </a:pathLst>
          </a:custGeom>
          <a:solidFill>
            <a:srgbClr val="C4C4C4"/>
          </a:solidFill>
          <a:ln>
            <a:noFill/>
          </a:ln>
        </p:spPr>
        <p:txBody>
          <a:bodyPr rtlCol="0" anchor="ctr"/>
          <a:lstStyle/>
          <a:p>
            <a:pPr algn="ctr"/>
            <a:endParaRPr lang="pl-PL" dirty="0"/>
          </a:p>
        </p:txBody>
      </p:sp>
      <p:sp>
        <p:nvSpPr>
          <p:cNvPr id="66" name="!!Postać 30"/>
          <p:cNvSpPr/>
          <p:nvPr/>
        </p:nvSpPr>
        <p:spPr>
          <a:xfrm>
            <a:off x="6318885" y="4860925"/>
            <a:ext cx="253365" cy="306705"/>
          </a:xfrm>
          <a:custGeom>
            <a:avLst/>
            <a:gdLst/>
            <a:ahLst/>
            <a:cxnLst/>
            <a:rect l="0" t="0" r="r" b="b"/>
            <a:pathLst>
              <a:path w="253365" h="306705">
                <a:moveTo>
                  <a:pt x="0" y="66675"/>
                </a:moveTo>
                <a:lnTo>
                  <a:pt x="253365" y="0"/>
                </a:lnTo>
                <a:lnTo>
                  <a:pt x="253365" y="306705"/>
                </a:lnTo>
                <a:close/>
              </a:path>
            </a:pathLst>
          </a:custGeom>
          <a:solidFill>
            <a:srgbClr val="EE312F"/>
          </a:solidFill>
          <a:ln>
            <a:noFill/>
          </a:ln>
        </p:spPr>
        <p:txBody>
          <a:bodyPr rtlCol="0" anchor="ctr"/>
          <a:lstStyle/>
          <a:p>
            <a:pPr algn="ctr"/>
            <a:endParaRPr lang="pl-PL" dirty="0"/>
          </a:p>
        </p:txBody>
      </p:sp>
      <p:sp>
        <p:nvSpPr>
          <p:cNvPr id="67" name="!!Postać 31"/>
          <p:cNvSpPr/>
          <p:nvPr/>
        </p:nvSpPr>
        <p:spPr>
          <a:xfrm>
            <a:off x="6572250" y="4860925"/>
            <a:ext cx="253365" cy="306705"/>
          </a:xfrm>
          <a:custGeom>
            <a:avLst/>
            <a:gdLst/>
            <a:ahLst/>
            <a:cxnLst/>
            <a:rect l="0" t="0" r="r" b="b"/>
            <a:pathLst>
              <a:path w="253365" h="306705">
                <a:moveTo>
                  <a:pt x="0" y="0"/>
                </a:moveTo>
                <a:lnTo>
                  <a:pt x="253365" y="66675"/>
                </a:lnTo>
                <a:lnTo>
                  <a:pt x="0" y="306705"/>
                </a:lnTo>
                <a:close/>
              </a:path>
            </a:pathLst>
          </a:custGeom>
          <a:solidFill>
            <a:srgbClr val="CF1723"/>
          </a:solidFill>
          <a:ln>
            <a:noFill/>
          </a:ln>
        </p:spPr>
        <p:txBody>
          <a:bodyPr rtlCol="0" anchor="ctr"/>
          <a:lstStyle/>
          <a:p>
            <a:pPr algn="ctr"/>
            <a:endParaRPr lang="pl-PL" dirty="0"/>
          </a:p>
        </p:txBody>
      </p:sp>
      <p:sp>
        <p:nvSpPr>
          <p:cNvPr id="68" name="!!Postać 32"/>
          <p:cNvSpPr/>
          <p:nvPr/>
        </p:nvSpPr>
        <p:spPr>
          <a:xfrm>
            <a:off x="6318885" y="4927600"/>
            <a:ext cx="253365" cy="320040"/>
          </a:xfrm>
          <a:custGeom>
            <a:avLst/>
            <a:gdLst/>
            <a:ahLst/>
            <a:cxnLst/>
            <a:rect l="0" t="0" r="r" b="b"/>
            <a:pathLst>
              <a:path w="253365" h="320040">
                <a:moveTo>
                  <a:pt x="0" y="0"/>
                </a:moveTo>
                <a:lnTo>
                  <a:pt x="253365" y="240030"/>
                </a:lnTo>
                <a:lnTo>
                  <a:pt x="253365" y="320040"/>
                </a:lnTo>
                <a:lnTo>
                  <a:pt x="66675" y="320040"/>
                </a:lnTo>
                <a:close/>
              </a:path>
            </a:pathLst>
          </a:custGeom>
          <a:solidFill>
            <a:srgbClr val="CF1723"/>
          </a:solidFill>
          <a:ln>
            <a:noFill/>
          </a:ln>
        </p:spPr>
        <p:txBody>
          <a:bodyPr rtlCol="0" anchor="ctr"/>
          <a:lstStyle/>
          <a:p>
            <a:pPr algn="ctr"/>
            <a:endParaRPr lang="pl-PL" dirty="0"/>
          </a:p>
        </p:txBody>
      </p:sp>
      <p:sp>
        <p:nvSpPr>
          <p:cNvPr id="69" name="!!Postać 33"/>
          <p:cNvSpPr/>
          <p:nvPr/>
        </p:nvSpPr>
        <p:spPr>
          <a:xfrm>
            <a:off x="6572250" y="4927600"/>
            <a:ext cx="253365" cy="320040"/>
          </a:xfrm>
          <a:custGeom>
            <a:avLst/>
            <a:gdLst/>
            <a:ahLst/>
            <a:cxnLst/>
            <a:rect l="0" t="0" r="r" b="b"/>
            <a:pathLst>
              <a:path w="253365" h="320040">
                <a:moveTo>
                  <a:pt x="253365" y="0"/>
                </a:moveTo>
                <a:lnTo>
                  <a:pt x="186690" y="320040"/>
                </a:lnTo>
                <a:lnTo>
                  <a:pt x="0" y="320040"/>
                </a:lnTo>
                <a:lnTo>
                  <a:pt x="0" y="240030"/>
                </a:lnTo>
                <a:close/>
              </a:path>
            </a:pathLst>
          </a:custGeom>
          <a:solidFill>
            <a:srgbClr val="95161D"/>
          </a:solidFill>
          <a:ln>
            <a:noFill/>
          </a:ln>
        </p:spPr>
        <p:txBody>
          <a:bodyPr rtlCol="0" anchor="ctr"/>
          <a:lstStyle/>
          <a:p>
            <a:pPr algn="ctr"/>
            <a:endParaRPr lang="pl-PL" dirty="0"/>
          </a:p>
        </p:txBody>
      </p:sp>
      <p:sp>
        <p:nvSpPr>
          <p:cNvPr id="70" name="!!Postać 34"/>
          <p:cNvSpPr/>
          <p:nvPr/>
        </p:nvSpPr>
        <p:spPr>
          <a:xfrm>
            <a:off x="6385560" y="5234305"/>
            <a:ext cx="186690" cy="440055"/>
          </a:xfrm>
          <a:custGeom>
            <a:avLst/>
            <a:gdLst/>
            <a:ahLst/>
            <a:cxnLst/>
            <a:rect l="0" t="0" r="r" b="b"/>
            <a:pathLst>
              <a:path w="186690" h="440055">
                <a:moveTo>
                  <a:pt x="0" y="0"/>
                </a:moveTo>
                <a:lnTo>
                  <a:pt x="186690" y="0"/>
                </a:lnTo>
                <a:lnTo>
                  <a:pt x="26670" y="440055"/>
                </a:lnTo>
                <a:close/>
              </a:path>
            </a:pathLst>
          </a:custGeom>
          <a:solidFill>
            <a:srgbClr val="EE312F"/>
          </a:solidFill>
          <a:ln>
            <a:noFill/>
          </a:ln>
        </p:spPr>
        <p:txBody>
          <a:bodyPr rtlCol="0" anchor="ctr"/>
          <a:lstStyle/>
          <a:p>
            <a:pPr algn="ctr"/>
            <a:endParaRPr lang="pl-PL" dirty="0"/>
          </a:p>
        </p:txBody>
      </p:sp>
      <p:sp>
        <p:nvSpPr>
          <p:cNvPr id="71" name="!!Postać 35"/>
          <p:cNvSpPr/>
          <p:nvPr/>
        </p:nvSpPr>
        <p:spPr>
          <a:xfrm>
            <a:off x="6212205" y="5234305"/>
            <a:ext cx="200025" cy="440055"/>
          </a:xfrm>
          <a:custGeom>
            <a:avLst/>
            <a:gdLst/>
            <a:ahLst/>
            <a:cxnLst/>
            <a:rect l="0" t="0" r="r" b="b"/>
            <a:pathLst>
              <a:path w="200025" h="440055">
                <a:moveTo>
                  <a:pt x="173355" y="0"/>
                </a:moveTo>
                <a:lnTo>
                  <a:pt x="200025" y="440055"/>
                </a:lnTo>
                <a:lnTo>
                  <a:pt x="0" y="440055"/>
                </a:lnTo>
                <a:close/>
              </a:path>
            </a:pathLst>
          </a:custGeom>
          <a:solidFill>
            <a:srgbClr val="CF1723"/>
          </a:solidFill>
          <a:ln>
            <a:noFill/>
          </a:ln>
        </p:spPr>
        <p:txBody>
          <a:bodyPr rtlCol="0" anchor="ctr"/>
          <a:lstStyle/>
          <a:p>
            <a:pPr algn="ctr"/>
            <a:endParaRPr lang="pl-PL" dirty="0"/>
          </a:p>
        </p:txBody>
      </p:sp>
      <p:sp>
        <p:nvSpPr>
          <p:cNvPr id="72" name="!!Postać 36"/>
          <p:cNvSpPr/>
          <p:nvPr/>
        </p:nvSpPr>
        <p:spPr>
          <a:xfrm>
            <a:off x="6412230" y="5234305"/>
            <a:ext cx="160020" cy="440055"/>
          </a:xfrm>
          <a:custGeom>
            <a:avLst/>
            <a:gdLst/>
            <a:ahLst/>
            <a:cxnLst/>
            <a:rect l="0" t="0" r="r" b="b"/>
            <a:pathLst>
              <a:path w="160020" h="440055">
                <a:moveTo>
                  <a:pt x="160020" y="0"/>
                </a:moveTo>
                <a:lnTo>
                  <a:pt x="160020" y="440055"/>
                </a:lnTo>
                <a:lnTo>
                  <a:pt x="0" y="440055"/>
                </a:lnTo>
                <a:close/>
              </a:path>
            </a:pathLst>
          </a:custGeom>
          <a:solidFill>
            <a:srgbClr val="CF1723"/>
          </a:solidFill>
          <a:ln>
            <a:noFill/>
          </a:ln>
        </p:spPr>
        <p:txBody>
          <a:bodyPr rtlCol="0" anchor="ctr"/>
          <a:lstStyle/>
          <a:p>
            <a:pPr algn="ctr"/>
            <a:endParaRPr lang="pl-PL" dirty="0"/>
          </a:p>
        </p:txBody>
      </p:sp>
      <p:sp>
        <p:nvSpPr>
          <p:cNvPr id="73" name="!!Postać 37"/>
          <p:cNvSpPr/>
          <p:nvPr/>
        </p:nvSpPr>
        <p:spPr>
          <a:xfrm>
            <a:off x="6572250" y="5234305"/>
            <a:ext cx="160020" cy="440055"/>
          </a:xfrm>
          <a:custGeom>
            <a:avLst/>
            <a:gdLst/>
            <a:ahLst/>
            <a:cxnLst/>
            <a:rect l="0" t="0" r="r" b="b"/>
            <a:pathLst>
              <a:path w="160020" h="440055">
                <a:moveTo>
                  <a:pt x="0" y="0"/>
                </a:moveTo>
                <a:lnTo>
                  <a:pt x="160020" y="440055"/>
                </a:lnTo>
                <a:lnTo>
                  <a:pt x="0" y="440055"/>
                </a:lnTo>
                <a:close/>
              </a:path>
            </a:pathLst>
          </a:custGeom>
          <a:solidFill>
            <a:srgbClr val="95161D"/>
          </a:solidFill>
          <a:ln>
            <a:noFill/>
          </a:ln>
        </p:spPr>
        <p:txBody>
          <a:bodyPr rtlCol="0" anchor="ctr"/>
          <a:lstStyle/>
          <a:p>
            <a:pPr algn="ctr"/>
            <a:endParaRPr lang="pl-PL" dirty="0"/>
          </a:p>
        </p:txBody>
      </p:sp>
      <p:sp>
        <p:nvSpPr>
          <p:cNvPr id="74" name="!!Postać 38"/>
          <p:cNvSpPr/>
          <p:nvPr/>
        </p:nvSpPr>
        <p:spPr>
          <a:xfrm>
            <a:off x="6572250" y="5234305"/>
            <a:ext cx="186690" cy="440055"/>
          </a:xfrm>
          <a:custGeom>
            <a:avLst/>
            <a:gdLst/>
            <a:ahLst/>
            <a:cxnLst/>
            <a:rect l="0" t="0" r="r" b="b"/>
            <a:pathLst>
              <a:path w="186690" h="440055">
                <a:moveTo>
                  <a:pt x="0" y="0"/>
                </a:moveTo>
                <a:lnTo>
                  <a:pt x="186690" y="0"/>
                </a:lnTo>
                <a:lnTo>
                  <a:pt x="160020" y="440055"/>
                </a:lnTo>
                <a:close/>
              </a:path>
            </a:pathLst>
          </a:custGeom>
          <a:solidFill>
            <a:srgbClr val="CF1723"/>
          </a:solidFill>
          <a:ln>
            <a:noFill/>
          </a:ln>
        </p:spPr>
        <p:txBody>
          <a:bodyPr rtlCol="0" anchor="ctr"/>
          <a:lstStyle/>
          <a:p>
            <a:pPr algn="ctr"/>
            <a:endParaRPr lang="pl-PL" dirty="0"/>
          </a:p>
        </p:txBody>
      </p:sp>
      <p:sp>
        <p:nvSpPr>
          <p:cNvPr id="75" name="!!Postać 39"/>
          <p:cNvSpPr/>
          <p:nvPr/>
        </p:nvSpPr>
        <p:spPr>
          <a:xfrm>
            <a:off x="6732270" y="5234305"/>
            <a:ext cx="200025" cy="440055"/>
          </a:xfrm>
          <a:custGeom>
            <a:avLst/>
            <a:gdLst/>
            <a:ahLst/>
            <a:cxnLst/>
            <a:rect l="0" t="0" r="r" b="b"/>
            <a:pathLst>
              <a:path w="200025" h="440055">
                <a:moveTo>
                  <a:pt x="26670" y="0"/>
                </a:moveTo>
                <a:lnTo>
                  <a:pt x="200025" y="440055"/>
                </a:lnTo>
                <a:lnTo>
                  <a:pt x="0" y="440055"/>
                </a:lnTo>
                <a:close/>
              </a:path>
            </a:pathLst>
          </a:custGeom>
          <a:solidFill>
            <a:srgbClr val="95161D"/>
          </a:solidFill>
          <a:ln>
            <a:noFill/>
          </a:ln>
        </p:spPr>
        <p:txBody>
          <a:bodyPr rtlCol="0" anchor="ctr"/>
          <a:lstStyle/>
          <a:p>
            <a:pPr algn="ctr"/>
            <a:endParaRPr lang="pl-PL" dirty="0"/>
          </a:p>
        </p:txBody>
      </p:sp>
      <p:sp>
        <p:nvSpPr>
          <p:cNvPr id="76" name="!!Postać 40"/>
          <p:cNvSpPr/>
          <p:nvPr/>
        </p:nvSpPr>
        <p:spPr>
          <a:xfrm>
            <a:off x="6479618" y="4066491"/>
            <a:ext cx="348766" cy="349001"/>
          </a:xfrm>
          <a:custGeom>
            <a:avLst/>
            <a:gdLst/>
            <a:ahLst/>
            <a:cxnLst/>
            <a:rect l="0" t="0" r="r" b="b"/>
            <a:pathLst>
              <a:path w="348766" h="349001">
                <a:moveTo>
                  <a:pt x="0" y="0"/>
                </a:moveTo>
                <a:lnTo>
                  <a:pt x="348766" y="104963"/>
                </a:lnTo>
                <a:lnTo>
                  <a:pt x="2547" y="349001"/>
                </a:lnTo>
                <a:close/>
              </a:path>
            </a:pathLst>
          </a:custGeom>
          <a:solidFill>
            <a:srgbClr val="ECECEC"/>
          </a:solidFill>
          <a:ln>
            <a:noFill/>
          </a:ln>
        </p:spPr>
        <p:txBody>
          <a:bodyPr rtlCol="0" anchor="ctr"/>
          <a:lstStyle/>
          <a:p>
            <a:pPr algn="ctr"/>
            <a:endParaRPr lang="pl-PL" dirty="0"/>
          </a:p>
        </p:txBody>
      </p:sp>
      <p:sp>
        <p:nvSpPr>
          <p:cNvPr id="77" name="!!Postać 41"/>
          <p:cNvSpPr/>
          <p:nvPr/>
        </p:nvSpPr>
        <p:spPr>
          <a:xfrm>
            <a:off x="6482164" y="4171454"/>
            <a:ext cx="411460" cy="421914"/>
          </a:xfrm>
          <a:custGeom>
            <a:avLst/>
            <a:gdLst/>
            <a:ahLst/>
            <a:cxnLst/>
            <a:rect l="0" t="0" r="r" b="b"/>
            <a:pathLst>
              <a:path w="411460" h="421914">
                <a:moveTo>
                  <a:pt x="346220" y="0"/>
                </a:moveTo>
                <a:lnTo>
                  <a:pt x="411460" y="421914"/>
                </a:lnTo>
                <a:lnTo>
                  <a:pt x="0" y="244038"/>
                </a:lnTo>
                <a:close/>
              </a:path>
            </a:pathLst>
          </a:custGeom>
          <a:solidFill>
            <a:srgbClr val="DADADA"/>
          </a:solidFill>
          <a:ln>
            <a:noFill/>
          </a:ln>
        </p:spPr>
        <p:txBody>
          <a:bodyPr rtlCol="0" anchor="ctr"/>
          <a:lstStyle/>
          <a:p>
            <a:pPr algn="ctr"/>
            <a:endParaRPr lang="pl-PL" dirty="0"/>
          </a:p>
        </p:txBody>
      </p:sp>
      <p:sp>
        <p:nvSpPr>
          <p:cNvPr id="78" name="!!Postać 42"/>
          <p:cNvSpPr/>
          <p:nvPr/>
        </p:nvSpPr>
        <p:spPr>
          <a:xfrm>
            <a:off x="6482164" y="4415492"/>
            <a:ext cx="411460" cy="405428"/>
          </a:xfrm>
          <a:custGeom>
            <a:avLst/>
            <a:gdLst/>
            <a:ahLst/>
            <a:cxnLst/>
            <a:rect l="0" t="0" r="r" b="b"/>
            <a:pathLst>
              <a:path w="411460" h="405428">
                <a:moveTo>
                  <a:pt x="411460" y="177877"/>
                </a:moveTo>
                <a:lnTo>
                  <a:pt x="90086" y="405428"/>
                </a:lnTo>
                <a:lnTo>
                  <a:pt x="0" y="0"/>
                </a:lnTo>
                <a:close/>
              </a:path>
            </a:pathLst>
          </a:custGeom>
          <a:solidFill>
            <a:srgbClr val="CECECE"/>
          </a:solidFill>
          <a:ln>
            <a:noFill/>
          </a:ln>
        </p:spPr>
        <p:txBody>
          <a:bodyPr rtlCol="0" anchor="ctr"/>
          <a:lstStyle/>
          <a:p>
            <a:pPr algn="ctr"/>
            <a:endParaRPr lang="pl-PL" dirty="0"/>
          </a:p>
        </p:txBody>
      </p:sp>
      <p:sp>
        <p:nvSpPr>
          <p:cNvPr id="79" name="!!Postać 43"/>
          <p:cNvSpPr/>
          <p:nvPr/>
        </p:nvSpPr>
        <p:spPr>
          <a:xfrm>
            <a:off x="6205373" y="4415492"/>
            <a:ext cx="366877" cy="405428"/>
          </a:xfrm>
          <a:custGeom>
            <a:avLst/>
            <a:gdLst/>
            <a:ahLst/>
            <a:cxnLst/>
            <a:rect l="0" t="0" r="r" b="b"/>
            <a:pathLst>
              <a:path w="366877" h="405428">
                <a:moveTo>
                  <a:pt x="366877" y="405428"/>
                </a:moveTo>
                <a:lnTo>
                  <a:pt x="0" y="262383"/>
                </a:lnTo>
                <a:lnTo>
                  <a:pt x="276792" y="0"/>
                </a:lnTo>
                <a:close/>
              </a:path>
            </a:pathLst>
          </a:custGeom>
          <a:solidFill>
            <a:srgbClr val="E2E2E2"/>
          </a:solidFill>
          <a:ln>
            <a:noFill/>
          </a:ln>
        </p:spPr>
        <p:txBody>
          <a:bodyPr rtlCol="0" anchor="ctr"/>
          <a:lstStyle/>
          <a:p>
            <a:pPr algn="ctr"/>
            <a:endParaRPr lang="pl-PL" dirty="0"/>
          </a:p>
        </p:txBody>
      </p:sp>
      <p:sp>
        <p:nvSpPr>
          <p:cNvPr id="80" name="!!Postać 44"/>
          <p:cNvSpPr/>
          <p:nvPr/>
        </p:nvSpPr>
        <p:spPr>
          <a:xfrm>
            <a:off x="6166604" y="4252710"/>
            <a:ext cx="315560" cy="425164"/>
          </a:xfrm>
          <a:custGeom>
            <a:avLst/>
            <a:gdLst/>
            <a:ahLst/>
            <a:cxnLst/>
            <a:rect l="0" t="0" r="r" b="b"/>
            <a:pathLst>
              <a:path w="315560" h="425164">
                <a:moveTo>
                  <a:pt x="38768" y="425164"/>
                </a:moveTo>
                <a:lnTo>
                  <a:pt x="0" y="0"/>
                </a:lnTo>
                <a:lnTo>
                  <a:pt x="315560" y="162781"/>
                </a:lnTo>
                <a:close/>
              </a:path>
            </a:pathLst>
          </a:custGeom>
          <a:solidFill>
            <a:srgbClr val="F3F3F3"/>
          </a:solidFill>
          <a:ln>
            <a:noFill/>
          </a:ln>
        </p:spPr>
        <p:txBody>
          <a:bodyPr rtlCol="0" anchor="ctr"/>
          <a:lstStyle/>
          <a:p>
            <a:pPr algn="ctr"/>
            <a:endParaRPr lang="pl-PL" dirty="0"/>
          </a:p>
        </p:txBody>
      </p:sp>
      <p:sp>
        <p:nvSpPr>
          <p:cNvPr id="81" name="!!Postać 45"/>
          <p:cNvSpPr/>
          <p:nvPr/>
        </p:nvSpPr>
        <p:spPr>
          <a:xfrm>
            <a:off x="6166604" y="4066491"/>
            <a:ext cx="315560" cy="349001"/>
          </a:xfrm>
          <a:custGeom>
            <a:avLst/>
            <a:gdLst/>
            <a:ahLst/>
            <a:cxnLst/>
            <a:rect l="0" t="0" r="r" b="b"/>
            <a:pathLst>
              <a:path w="315560" h="349001">
                <a:moveTo>
                  <a:pt x="0" y="186220"/>
                </a:moveTo>
                <a:lnTo>
                  <a:pt x="313014" y="0"/>
                </a:lnTo>
                <a:lnTo>
                  <a:pt x="315560" y="349001"/>
                </a:lnTo>
                <a:close/>
              </a:path>
            </a:pathLst>
          </a:custGeom>
          <a:solidFill>
            <a:srgbClr val="FBFBFB"/>
          </a:solidFill>
          <a:ln>
            <a:noFill/>
          </a:ln>
        </p:spPr>
        <p:txBody>
          <a:bodyPr rtlCol="0" anchor="ctr"/>
          <a:lstStyle/>
          <a:p>
            <a:pPr algn="ctr"/>
            <a:endParaRPr lang="pl-PL" dirty="0"/>
          </a:p>
        </p:txBody>
      </p:sp>
      <p:sp>
        <p:nvSpPr>
          <p:cNvPr id="82" name="!!Postać 46"/>
          <p:cNvSpPr/>
          <p:nvPr/>
        </p:nvSpPr>
        <p:spPr>
          <a:xfrm>
            <a:off x="6166604" y="4066491"/>
            <a:ext cx="727020" cy="754429"/>
          </a:xfrm>
          <a:custGeom>
            <a:avLst/>
            <a:gdLst/>
            <a:ahLst/>
            <a:cxnLst/>
            <a:rect l="0" t="0" r="r" b="b"/>
            <a:pathLst>
              <a:path w="727020" h="754429">
                <a:moveTo>
                  <a:pt x="313014" y="0"/>
                </a:moveTo>
                <a:lnTo>
                  <a:pt x="661780" y="104963"/>
                </a:lnTo>
                <a:lnTo>
                  <a:pt x="727020" y="526878"/>
                </a:lnTo>
                <a:lnTo>
                  <a:pt x="405646" y="754429"/>
                </a:lnTo>
                <a:lnTo>
                  <a:pt x="38768" y="611384"/>
                </a:lnTo>
                <a:lnTo>
                  <a:pt x="0" y="186220"/>
                </a:lnTo>
                <a:close/>
              </a:path>
            </a:pathLst>
          </a:custGeom>
          <a:solidFill>
            <a:srgbClr val="EE312F">
              <a:alpha val="14000"/>
            </a:srgbClr>
          </a:solidFill>
          <a:ln>
            <a:noFill/>
          </a:ln>
        </p:spPr>
        <p:txBody>
          <a:bodyPr rtlCol="0" anchor="ctr"/>
          <a:lstStyle/>
          <a:p>
            <a:pPr algn="ctr"/>
            <a:endParaRPr lang="pl-PL" dirty="0"/>
          </a:p>
        </p:txBody>
      </p:sp>
      <p:sp>
        <p:nvSpPr>
          <p:cNvPr id="83" name="!!Postać 47"/>
          <p:cNvSpPr/>
          <p:nvPr/>
        </p:nvSpPr>
        <p:spPr>
          <a:xfrm>
            <a:off x="6145008" y="4013548"/>
            <a:ext cx="328109" cy="303950"/>
          </a:xfrm>
          <a:custGeom>
            <a:avLst/>
            <a:gdLst/>
            <a:ahLst/>
            <a:cxnLst/>
            <a:rect l="0" t="0" r="r" b="b"/>
            <a:pathLst>
              <a:path w="328109" h="303950">
                <a:moveTo>
                  <a:pt x="0" y="282119"/>
                </a:moveTo>
                <a:lnTo>
                  <a:pt x="328109" y="0"/>
                </a:lnTo>
                <a:lnTo>
                  <a:pt x="150467" y="303950"/>
                </a:lnTo>
                <a:close/>
              </a:path>
            </a:pathLst>
          </a:custGeom>
          <a:solidFill>
            <a:srgbClr val="9C6037"/>
          </a:solidFill>
          <a:ln>
            <a:noFill/>
          </a:ln>
        </p:spPr>
        <p:txBody>
          <a:bodyPr rtlCol="0" anchor="ctr"/>
          <a:lstStyle/>
          <a:p>
            <a:pPr algn="ctr"/>
            <a:endParaRPr lang="pl-PL" dirty="0"/>
          </a:p>
        </p:txBody>
      </p:sp>
      <p:sp>
        <p:nvSpPr>
          <p:cNvPr id="84" name="!!Postać 48"/>
          <p:cNvSpPr/>
          <p:nvPr/>
        </p:nvSpPr>
        <p:spPr>
          <a:xfrm>
            <a:off x="6295475" y="4013548"/>
            <a:ext cx="218505" cy="303950"/>
          </a:xfrm>
          <a:custGeom>
            <a:avLst/>
            <a:gdLst/>
            <a:ahLst/>
            <a:cxnLst/>
            <a:rect l="0" t="0" r="r" b="b"/>
            <a:pathLst>
              <a:path w="218505" h="303950">
                <a:moveTo>
                  <a:pt x="0" y="303950"/>
                </a:moveTo>
                <a:lnTo>
                  <a:pt x="177642" y="0"/>
                </a:lnTo>
                <a:lnTo>
                  <a:pt x="218505" y="223380"/>
                </a:lnTo>
                <a:close/>
              </a:path>
            </a:pathLst>
          </a:custGeom>
          <a:solidFill>
            <a:srgbClr val="C07C49"/>
          </a:solidFill>
          <a:ln>
            <a:noFill/>
          </a:ln>
        </p:spPr>
        <p:txBody>
          <a:bodyPr rtlCol="0" anchor="ctr"/>
          <a:lstStyle/>
          <a:p>
            <a:pPr algn="ctr"/>
            <a:endParaRPr lang="pl-PL" dirty="0"/>
          </a:p>
        </p:txBody>
      </p:sp>
      <p:sp>
        <p:nvSpPr>
          <p:cNvPr id="85" name="!!Postać 49"/>
          <p:cNvSpPr/>
          <p:nvPr/>
        </p:nvSpPr>
        <p:spPr>
          <a:xfrm>
            <a:off x="6473117" y="4013548"/>
            <a:ext cx="259133" cy="250320"/>
          </a:xfrm>
          <a:custGeom>
            <a:avLst/>
            <a:gdLst/>
            <a:ahLst/>
            <a:cxnLst/>
            <a:rect l="0" t="0" r="r" b="b"/>
            <a:pathLst>
              <a:path w="259133" h="250320">
                <a:moveTo>
                  <a:pt x="40863" y="223380"/>
                </a:moveTo>
                <a:lnTo>
                  <a:pt x="0" y="0"/>
                </a:lnTo>
                <a:lnTo>
                  <a:pt x="259133" y="250320"/>
                </a:lnTo>
                <a:close/>
              </a:path>
            </a:pathLst>
          </a:custGeom>
          <a:solidFill>
            <a:srgbClr val="9C6037"/>
          </a:solidFill>
          <a:ln>
            <a:noFill/>
          </a:ln>
        </p:spPr>
        <p:txBody>
          <a:bodyPr rtlCol="0" anchor="ctr"/>
          <a:lstStyle/>
          <a:p>
            <a:pPr algn="ctr"/>
            <a:endParaRPr lang="pl-PL" dirty="0"/>
          </a:p>
        </p:txBody>
      </p:sp>
      <p:sp>
        <p:nvSpPr>
          <p:cNvPr id="86" name="!!Postać 50"/>
          <p:cNvSpPr/>
          <p:nvPr/>
        </p:nvSpPr>
        <p:spPr>
          <a:xfrm>
            <a:off x="6473117" y="4013548"/>
            <a:ext cx="398224" cy="250320"/>
          </a:xfrm>
          <a:custGeom>
            <a:avLst/>
            <a:gdLst/>
            <a:ahLst/>
            <a:cxnLst/>
            <a:rect l="0" t="0" r="r" b="b"/>
            <a:pathLst>
              <a:path w="398224" h="250320">
                <a:moveTo>
                  <a:pt x="259133" y="250320"/>
                </a:moveTo>
                <a:lnTo>
                  <a:pt x="0" y="0"/>
                </a:lnTo>
                <a:lnTo>
                  <a:pt x="398224" y="179502"/>
                </a:lnTo>
                <a:close/>
              </a:path>
            </a:pathLst>
          </a:custGeom>
          <a:solidFill>
            <a:srgbClr val="7A4627"/>
          </a:solidFill>
          <a:ln>
            <a:noFill/>
          </a:ln>
        </p:spPr>
        <p:txBody>
          <a:bodyPr rtlCol="0" anchor="ctr"/>
          <a:lstStyle/>
          <a:p>
            <a:pPr algn="ctr"/>
            <a:endParaRPr lang="pl-PL" dirty="0"/>
          </a:p>
        </p:txBody>
      </p:sp>
      <p:sp>
        <p:nvSpPr>
          <p:cNvPr id="87" name="!!Postać 51"/>
          <p:cNvSpPr/>
          <p:nvPr/>
        </p:nvSpPr>
        <p:spPr>
          <a:xfrm>
            <a:off x="6121905" y="4271634"/>
            <a:ext cx="129675" cy="558333"/>
          </a:xfrm>
          <a:custGeom>
            <a:avLst/>
            <a:gdLst/>
            <a:ahLst/>
            <a:cxnLst/>
            <a:rect l="0" t="0" r="r" b="b"/>
            <a:pathLst>
              <a:path w="129675" h="558333">
                <a:moveTo>
                  <a:pt x="0" y="0"/>
                </a:moveTo>
                <a:lnTo>
                  <a:pt x="120628" y="52364"/>
                </a:lnTo>
                <a:lnTo>
                  <a:pt x="129675" y="454308"/>
                </a:lnTo>
                <a:lnTo>
                  <a:pt x="48402" y="558333"/>
                </a:lnTo>
                <a:close/>
              </a:path>
            </a:pathLst>
          </a:custGeom>
          <a:solidFill>
            <a:srgbClr val="C07C49"/>
          </a:solidFill>
          <a:ln>
            <a:noFill/>
          </a:ln>
        </p:spPr>
        <p:txBody>
          <a:bodyPr rtlCol="0" anchor="ctr"/>
          <a:lstStyle/>
          <a:p>
            <a:pPr algn="ctr"/>
            <a:endParaRPr lang="pl-PL" dirty="0"/>
          </a:p>
        </p:txBody>
      </p:sp>
      <p:sp>
        <p:nvSpPr>
          <p:cNvPr id="88" name="!!Postać 52"/>
          <p:cNvSpPr/>
          <p:nvPr/>
        </p:nvSpPr>
        <p:spPr>
          <a:xfrm>
            <a:off x="6771957" y="4179002"/>
            <a:ext cx="192486" cy="553458"/>
          </a:xfrm>
          <a:custGeom>
            <a:avLst/>
            <a:gdLst/>
            <a:ahLst/>
            <a:cxnLst/>
            <a:rect l="0" t="0" r="r" b="b"/>
            <a:pathLst>
              <a:path w="192486" h="553458">
                <a:moveTo>
                  <a:pt x="104377" y="0"/>
                </a:moveTo>
                <a:lnTo>
                  <a:pt x="0" y="79992"/>
                </a:lnTo>
                <a:lnTo>
                  <a:pt x="88461" y="472184"/>
                </a:lnTo>
                <a:lnTo>
                  <a:pt x="192486" y="553458"/>
                </a:lnTo>
                <a:close/>
              </a:path>
            </a:pathLst>
          </a:custGeom>
          <a:solidFill>
            <a:srgbClr val="7A4627"/>
          </a:solidFill>
          <a:ln>
            <a:noFill/>
          </a:ln>
        </p:spPr>
        <p:txBody>
          <a:bodyPr rtlCol="0" anchor="ctr"/>
          <a:lstStyle/>
          <a:p>
            <a:pPr algn="ctr"/>
            <a:endParaRPr lang="pl-PL" dirty="0"/>
          </a:p>
        </p:txBody>
      </p:sp>
      <p:sp>
        <p:nvSpPr>
          <p:cNvPr id="89" name="!!Postać oko L"/>
          <p:cNvSpPr/>
          <p:nvPr/>
        </p:nvSpPr>
        <p:spPr>
          <a:xfrm>
            <a:off x="6297678" y="4444861"/>
            <a:ext cx="118073" cy="94392"/>
          </a:xfrm>
          <a:custGeom>
            <a:avLst/>
            <a:gdLst/>
            <a:ahLst/>
            <a:cxnLst/>
            <a:rect l="0" t="0" r="r" b="b"/>
            <a:pathLst>
              <a:path w="118073" h="94392">
                <a:moveTo>
                  <a:pt x="42145" y="14978"/>
                </a:moveTo>
                <a:lnTo>
                  <a:pt x="76046" y="17533"/>
                </a:lnTo>
                <a:lnTo>
                  <a:pt x="109948" y="20088"/>
                </a:lnTo>
                <a:lnTo>
                  <a:pt x="118073" y="86266"/>
                </a:lnTo>
                <a:lnTo>
                  <a:pt x="84984" y="90329"/>
                </a:lnTo>
                <a:lnTo>
                  <a:pt x="51895" y="94392"/>
                </a:lnTo>
                <a:lnTo>
                  <a:pt x="44582" y="34831"/>
                </a:lnTo>
                <a:lnTo>
                  <a:pt x="0" y="0"/>
                </a:lnTo>
                <a:close/>
              </a:path>
            </a:pathLst>
          </a:custGeom>
          <a:solidFill>
            <a:srgbClr val="151515"/>
          </a:solidFill>
          <a:ln>
            <a:noFill/>
          </a:ln>
        </p:spPr>
        <p:txBody>
          <a:bodyPr rtlCol="0" anchor="ctr"/>
          <a:lstStyle/>
          <a:p>
            <a:pPr algn="ctr"/>
            <a:endParaRPr lang="pl-PL" dirty="0"/>
          </a:p>
        </p:txBody>
      </p:sp>
      <p:sp>
        <p:nvSpPr>
          <p:cNvPr id="90" name="!!Postać oko P"/>
          <p:cNvSpPr/>
          <p:nvPr/>
        </p:nvSpPr>
        <p:spPr>
          <a:xfrm>
            <a:off x="6606160" y="4394482"/>
            <a:ext cx="101822" cy="112268"/>
          </a:xfrm>
          <a:custGeom>
            <a:avLst/>
            <a:gdLst/>
            <a:ahLst/>
            <a:cxnLst/>
            <a:rect l="0" t="0" r="r" b="b"/>
            <a:pathLst>
              <a:path w="101822" h="112268">
                <a:moveTo>
                  <a:pt x="64553" y="24729"/>
                </a:moveTo>
                <a:lnTo>
                  <a:pt x="32276" y="35409"/>
                </a:lnTo>
                <a:lnTo>
                  <a:pt x="0" y="46090"/>
                </a:lnTo>
                <a:lnTo>
                  <a:pt x="8126" y="112268"/>
                </a:lnTo>
                <a:lnTo>
                  <a:pt x="41215" y="108205"/>
                </a:lnTo>
                <a:lnTo>
                  <a:pt x="74304" y="104142"/>
                </a:lnTo>
                <a:lnTo>
                  <a:pt x="66991" y="44582"/>
                </a:lnTo>
                <a:lnTo>
                  <a:pt x="101822" y="0"/>
                </a:lnTo>
                <a:close/>
              </a:path>
            </a:pathLst>
          </a:custGeom>
          <a:solidFill>
            <a:srgbClr val="151515"/>
          </a:solidFill>
          <a:ln>
            <a:noFill/>
          </a:ln>
        </p:spPr>
        <p:txBody>
          <a:bodyPr rtlCol="0" anchor="ctr"/>
          <a:lstStyle/>
          <a:p>
            <a:pPr algn="ctr"/>
            <a:endParaRPr lang="pl-PL" dirty="0"/>
          </a:p>
        </p:txBody>
      </p:sp>
      <p:sp>
        <p:nvSpPr>
          <p:cNvPr id="91" name="!!Postać brew L"/>
          <p:cNvSpPr/>
          <p:nvPr/>
        </p:nvSpPr>
        <p:spPr>
          <a:xfrm>
            <a:off x="6307898" y="4309255"/>
            <a:ext cx="152905" cy="41684"/>
          </a:xfrm>
          <a:custGeom>
            <a:avLst/>
            <a:gdLst/>
            <a:ahLst/>
            <a:cxnLst/>
            <a:rect l="0" t="0" r="r" b="b"/>
            <a:pathLst>
              <a:path w="152905" h="41684">
                <a:moveTo>
                  <a:pt x="0" y="0"/>
                </a:moveTo>
                <a:lnTo>
                  <a:pt x="149654" y="15213"/>
                </a:lnTo>
                <a:lnTo>
                  <a:pt x="152905" y="41684"/>
                </a:lnTo>
                <a:lnTo>
                  <a:pt x="3250" y="26471"/>
                </a:lnTo>
                <a:close/>
              </a:path>
            </a:pathLst>
          </a:custGeom>
          <a:solidFill>
            <a:srgbClr val="151515"/>
          </a:solidFill>
          <a:ln>
            <a:noFill/>
          </a:ln>
        </p:spPr>
        <p:txBody>
          <a:bodyPr rtlCol="0" anchor="ctr"/>
          <a:lstStyle/>
          <a:p>
            <a:pPr algn="ctr"/>
            <a:endParaRPr lang="pl-PL" dirty="0"/>
          </a:p>
        </p:txBody>
      </p:sp>
      <p:sp>
        <p:nvSpPr>
          <p:cNvPr id="92" name="!!Postać brew P"/>
          <p:cNvSpPr/>
          <p:nvPr/>
        </p:nvSpPr>
        <p:spPr>
          <a:xfrm>
            <a:off x="6563438" y="4260501"/>
            <a:ext cx="144779" cy="77437"/>
          </a:xfrm>
          <a:custGeom>
            <a:avLst/>
            <a:gdLst/>
            <a:ahLst/>
            <a:cxnLst/>
            <a:rect l="0" t="0" r="r" b="b"/>
            <a:pathLst>
              <a:path w="144779" h="77437">
                <a:moveTo>
                  <a:pt x="141529" y="0"/>
                </a:moveTo>
                <a:lnTo>
                  <a:pt x="0" y="50965"/>
                </a:lnTo>
                <a:lnTo>
                  <a:pt x="3250" y="77437"/>
                </a:lnTo>
                <a:lnTo>
                  <a:pt x="144779" y="26471"/>
                </a:lnTo>
                <a:close/>
              </a:path>
            </a:pathLst>
          </a:custGeom>
          <a:solidFill>
            <a:srgbClr val="151515"/>
          </a:solidFill>
          <a:ln>
            <a:noFill/>
          </a:ln>
        </p:spPr>
        <p:txBody>
          <a:bodyPr rtlCol="0" anchor="ctr"/>
          <a:lstStyle/>
          <a:p>
            <a:pPr algn="ctr"/>
            <a:endParaRPr lang="pl-PL" dirty="0"/>
          </a:p>
        </p:txBody>
      </p:sp>
      <p:sp>
        <p:nvSpPr>
          <p:cNvPr id="93" name="!!Postać usta"/>
          <p:cNvSpPr/>
          <p:nvPr/>
        </p:nvSpPr>
        <p:spPr>
          <a:xfrm>
            <a:off x="6481578" y="4635622"/>
            <a:ext cx="148029" cy="68498"/>
          </a:xfrm>
          <a:custGeom>
            <a:avLst/>
            <a:gdLst/>
            <a:ahLst/>
            <a:cxnLst/>
            <a:rect l="0" t="0" r="r" b="b"/>
            <a:pathLst>
              <a:path w="148029" h="68498">
                <a:moveTo>
                  <a:pt x="0" y="48645"/>
                </a:moveTo>
                <a:lnTo>
                  <a:pt x="67920" y="0"/>
                </a:lnTo>
                <a:lnTo>
                  <a:pt x="145592" y="30769"/>
                </a:lnTo>
                <a:lnTo>
                  <a:pt x="148029" y="50622"/>
                </a:lnTo>
                <a:lnTo>
                  <a:pt x="71171" y="26471"/>
                </a:lnTo>
                <a:lnTo>
                  <a:pt x="2438" y="68498"/>
                </a:lnTo>
                <a:close/>
              </a:path>
            </a:pathLst>
          </a:custGeom>
          <a:solidFill>
            <a:srgbClr val="8E1219"/>
          </a:solidFill>
          <a:ln>
            <a:noFill/>
          </a:ln>
        </p:spPr>
        <p:txBody>
          <a:bodyPr rtlCol="0" anchor="ctr"/>
          <a:lstStyle/>
          <a:p>
            <a:pPr algn="ctr"/>
            <a:endParaRPr lang="pl-PL" dirty="0"/>
          </a:p>
        </p:txBody>
      </p:sp>
      <p:sp>
        <p:nvSpPr>
          <p:cNvPr id="94" name="!!Postać 58"/>
          <p:cNvSpPr/>
          <p:nvPr/>
        </p:nvSpPr>
        <p:spPr>
          <a:xfrm>
            <a:off x="6225086" y="4893069"/>
            <a:ext cx="178909" cy="225025"/>
          </a:xfrm>
          <a:custGeom>
            <a:avLst/>
            <a:gdLst/>
            <a:ahLst/>
            <a:cxnLst/>
            <a:rect l="0" t="0" r="r" b="b"/>
            <a:pathLst>
              <a:path w="178909" h="225025">
                <a:moveTo>
                  <a:pt x="53601" y="0"/>
                </a:moveTo>
                <a:lnTo>
                  <a:pt x="178909" y="45608"/>
                </a:lnTo>
                <a:lnTo>
                  <a:pt x="106512" y="225025"/>
                </a:lnTo>
                <a:lnTo>
                  <a:pt x="0" y="186257"/>
                </a:lnTo>
                <a:close/>
              </a:path>
            </a:pathLst>
          </a:custGeom>
          <a:solidFill>
            <a:srgbClr val="EE312F"/>
          </a:solidFill>
          <a:ln>
            <a:noFill/>
          </a:ln>
        </p:spPr>
        <p:txBody>
          <a:bodyPr rtlCol="0" anchor="ctr"/>
          <a:lstStyle/>
          <a:p>
            <a:pPr algn="ctr"/>
            <a:endParaRPr lang="pl-PL" dirty="0"/>
          </a:p>
        </p:txBody>
      </p:sp>
      <p:sp>
        <p:nvSpPr>
          <p:cNvPr id="95" name="!!Postać 59"/>
          <p:cNvSpPr/>
          <p:nvPr/>
        </p:nvSpPr>
        <p:spPr>
          <a:xfrm>
            <a:off x="6185167" y="5075342"/>
            <a:ext cx="142446" cy="182295"/>
          </a:xfrm>
          <a:custGeom>
            <a:avLst/>
            <a:gdLst/>
            <a:ahLst/>
            <a:cxnLst/>
            <a:rect l="0" t="0" r="r" b="b"/>
            <a:pathLst>
              <a:path w="142446" h="182295">
                <a:moveTo>
                  <a:pt x="48465" y="0"/>
                </a:moveTo>
                <a:lnTo>
                  <a:pt x="142446" y="34206"/>
                </a:lnTo>
                <a:lnTo>
                  <a:pt x="81450" y="182295"/>
                </a:lnTo>
                <a:lnTo>
                  <a:pt x="0" y="152650"/>
                </a:lnTo>
                <a:close/>
              </a:path>
            </a:pathLst>
          </a:custGeom>
          <a:solidFill>
            <a:srgbClr val="E8E8E8"/>
          </a:solidFill>
          <a:ln>
            <a:noFill/>
          </a:ln>
        </p:spPr>
        <p:txBody>
          <a:bodyPr rtlCol="0" anchor="ctr"/>
          <a:lstStyle/>
          <a:p>
            <a:pPr algn="ctr"/>
            <a:endParaRPr lang="pl-PL" dirty="0"/>
          </a:p>
        </p:txBody>
      </p:sp>
      <p:sp>
        <p:nvSpPr>
          <p:cNvPr id="96" name="!!Postać 60"/>
          <p:cNvSpPr/>
          <p:nvPr/>
        </p:nvSpPr>
        <p:spPr>
          <a:xfrm>
            <a:off x="6191627" y="5050981"/>
            <a:ext cx="255822" cy="220390"/>
          </a:xfrm>
          <a:custGeom>
            <a:avLst/>
            <a:gdLst/>
            <a:ahLst/>
            <a:cxnLst/>
            <a:rect l="0" t="0" r="r" b="b"/>
            <a:pathLst>
              <a:path w="255822" h="220390">
                <a:moveTo>
                  <a:pt x="52164" y="220390"/>
                </a:moveTo>
                <a:lnTo>
                  <a:pt x="0" y="151167"/>
                </a:lnTo>
                <a:lnTo>
                  <a:pt x="211684" y="0"/>
                </a:lnTo>
                <a:lnTo>
                  <a:pt x="255822" y="58574"/>
                </a:lnTo>
                <a:close/>
              </a:path>
            </a:pathLst>
          </a:custGeom>
          <a:solidFill>
            <a:srgbClr val="F4F4F4"/>
          </a:solidFill>
          <a:ln>
            <a:noFill/>
          </a:ln>
        </p:spPr>
        <p:txBody>
          <a:bodyPr rtlCol="0" anchor="ctr"/>
          <a:lstStyle/>
          <a:p>
            <a:pPr algn="ctr"/>
            <a:endParaRPr lang="pl-PL" dirty="0"/>
          </a:p>
        </p:txBody>
      </p:sp>
      <p:sp>
        <p:nvSpPr>
          <p:cNvPr id="97" name="!!Postać 61"/>
          <p:cNvSpPr/>
          <p:nvPr/>
        </p:nvSpPr>
        <p:spPr>
          <a:xfrm>
            <a:off x="6320737" y="5056381"/>
            <a:ext cx="113438" cy="120000"/>
          </a:xfrm>
          <a:custGeom>
            <a:avLst/>
            <a:gdLst/>
            <a:ahLst/>
            <a:cxnLst/>
            <a:rect l="0" t="0" r="r" b="b"/>
            <a:pathLst>
              <a:path w="113438" h="120000">
                <a:moveTo>
                  <a:pt x="60189" y="120000"/>
                </a:moveTo>
                <a:lnTo>
                  <a:pt x="0" y="40126"/>
                </a:lnTo>
                <a:lnTo>
                  <a:pt x="53249" y="0"/>
                </a:lnTo>
                <a:lnTo>
                  <a:pt x="113438" y="79874"/>
                </a:lnTo>
                <a:close/>
              </a:path>
            </a:pathLst>
          </a:custGeom>
          <a:solidFill>
            <a:srgbClr val="151515"/>
          </a:solidFill>
          <a:ln>
            <a:noFill/>
          </a:ln>
        </p:spPr>
        <p:txBody>
          <a:bodyPr rtlCol="0" anchor="ctr"/>
          <a:lstStyle/>
          <a:p>
            <a:pPr algn="ctr"/>
            <a:endParaRPr lang="pl-PL" dirty="0"/>
          </a:p>
        </p:txBody>
      </p:sp>
      <p:sp>
        <p:nvSpPr>
          <p:cNvPr id="98" name="!!Postać 62"/>
          <p:cNvSpPr/>
          <p:nvPr/>
        </p:nvSpPr>
        <p:spPr>
          <a:xfrm>
            <a:off x="6347437" y="5085706"/>
            <a:ext cx="60038" cy="61350"/>
          </a:xfrm>
          <a:custGeom>
            <a:avLst/>
            <a:gdLst/>
            <a:ahLst/>
            <a:cxnLst/>
            <a:rect l="0" t="0" r="r" b="b"/>
            <a:pathLst>
              <a:path w="60038" h="61350">
                <a:moveTo>
                  <a:pt x="28088" y="61350"/>
                </a:moveTo>
                <a:lnTo>
                  <a:pt x="0" y="24076"/>
                </a:lnTo>
                <a:lnTo>
                  <a:pt x="31949" y="0"/>
                </a:lnTo>
                <a:lnTo>
                  <a:pt x="60038" y="37274"/>
                </a:lnTo>
                <a:close/>
              </a:path>
            </a:pathLst>
          </a:custGeom>
          <a:solidFill>
            <a:srgbClr val="FFFFFF"/>
          </a:solidFill>
          <a:ln>
            <a:noFill/>
          </a:ln>
        </p:spPr>
        <p:txBody>
          <a:bodyPr rtlCol="0" anchor="ctr"/>
          <a:lstStyle/>
          <a:p>
            <a:pPr algn="ctr"/>
            <a:endParaRPr lang="pl-PL" dirty="0"/>
          </a:p>
        </p:txBody>
      </p:sp>
      <p:sp>
        <p:nvSpPr>
          <p:cNvPr id="99" name="!!Postać 63"/>
          <p:cNvSpPr/>
          <p:nvPr/>
        </p:nvSpPr>
        <p:spPr>
          <a:xfrm>
            <a:off x="6380623" y="4980066"/>
            <a:ext cx="163987" cy="153488"/>
          </a:xfrm>
          <a:custGeom>
            <a:avLst/>
            <a:gdLst/>
            <a:ahLst/>
            <a:cxnLst/>
            <a:rect l="0" t="0" r="r" b="b"/>
            <a:pathLst>
              <a:path w="163987" h="153488">
                <a:moveTo>
                  <a:pt x="68214" y="153488"/>
                </a:moveTo>
                <a:lnTo>
                  <a:pt x="0" y="62965"/>
                </a:lnTo>
                <a:lnTo>
                  <a:pt x="59886" y="9489"/>
                </a:lnTo>
                <a:lnTo>
                  <a:pt x="127873" y="0"/>
                </a:lnTo>
                <a:lnTo>
                  <a:pt x="163987" y="47924"/>
                </a:lnTo>
                <a:lnTo>
                  <a:pt x="136126" y="110662"/>
                </a:lnTo>
                <a:close/>
              </a:path>
            </a:pathLst>
          </a:custGeom>
          <a:solidFill>
            <a:srgbClr val="FAFAFA"/>
          </a:solidFill>
          <a:ln>
            <a:noFill/>
          </a:ln>
        </p:spPr>
        <p:txBody>
          <a:bodyPr rtlCol="0" anchor="ctr"/>
          <a:lstStyle/>
          <a:p>
            <a:pPr algn="ctr"/>
            <a:endParaRPr lang="pl-PL" dirty="0"/>
          </a:p>
        </p:txBody>
      </p:sp>
      <p:sp>
        <p:nvSpPr>
          <p:cNvPr id="100" name="!!Postać 64"/>
          <p:cNvSpPr/>
          <p:nvPr/>
        </p:nvSpPr>
        <p:spPr>
          <a:xfrm>
            <a:off x="6742542" y="4905245"/>
            <a:ext cx="145757" cy="209107"/>
          </a:xfrm>
          <a:custGeom>
            <a:avLst/>
            <a:gdLst/>
            <a:ahLst/>
            <a:cxnLst/>
            <a:rect l="0" t="0" r="r" b="b"/>
            <a:pathLst>
              <a:path w="145757" h="209107">
                <a:moveTo>
                  <a:pt x="132052" y="0"/>
                </a:moveTo>
                <a:lnTo>
                  <a:pt x="0" y="18559"/>
                </a:lnTo>
                <a:lnTo>
                  <a:pt x="33513" y="209107"/>
                </a:lnTo>
                <a:lnTo>
                  <a:pt x="145757" y="193332"/>
                </a:lnTo>
                <a:close/>
              </a:path>
            </a:pathLst>
          </a:custGeom>
          <a:solidFill>
            <a:srgbClr val="CF1723"/>
          </a:solidFill>
          <a:ln>
            <a:noFill/>
          </a:ln>
        </p:spPr>
        <p:txBody>
          <a:bodyPr rtlCol="0" anchor="ctr"/>
          <a:lstStyle/>
          <a:p>
            <a:pPr algn="ctr"/>
            <a:endParaRPr lang="pl-PL" dirty="0"/>
          </a:p>
        </p:txBody>
      </p:sp>
      <p:sp>
        <p:nvSpPr>
          <p:cNvPr id="101" name="!!Postać 65"/>
          <p:cNvSpPr/>
          <p:nvPr/>
        </p:nvSpPr>
        <p:spPr>
          <a:xfrm>
            <a:off x="6781730" y="5092902"/>
            <a:ext cx="114707" cy="171454"/>
          </a:xfrm>
          <a:custGeom>
            <a:avLst/>
            <a:gdLst/>
            <a:ahLst/>
            <a:cxnLst/>
            <a:rect l="0" t="0" r="r" b="b"/>
            <a:pathLst>
              <a:path w="114707" h="171454">
                <a:moveTo>
                  <a:pt x="99039" y="0"/>
                </a:moveTo>
                <a:lnTo>
                  <a:pt x="0" y="13919"/>
                </a:lnTo>
                <a:lnTo>
                  <a:pt x="28873" y="171454"/>
                </a:lnTo>
                <a:lnTo>
                  <a:pt x="114707" y="159391"/>
                </a:lnTo>
                <a:close/>
              </a:path>
            </a:pathLst>
          </a:custGeom>
          <a:solidFill>
            <a:srgbClr val="D2D2D2"/>
          </a:solidFill>
          <a:ln>
            <a:noFill/>
          </a:ln>
        </p:spPr>
        <p:txBody>
          <a:bodyPr rtlCol="0" anchor="ctr"/>
          <a:lstStyle/>
          <a:p>
            <a:pPr algn="ctr"/>
            <a:endParaRPr lang="pl-PL" dirty="0"/>
          </a:p>
        </p:txBody>
      </p:sp>
      <p:sp>
        <p:nvSpPr>
          <p:cNvPr id="102" name="!!Postać 66"/>
          <p:cNvSpPr/>
          <p:nvPr/>
        </p:nvSpPr>
        <p:spPr>
          <a:xfrm>
            <a:off x="6809016" y="5243198"/>
            <a:ext cx="89036" cy="262666"/>
          </a:xfrm>
          <a:custGeom>
            <a:avLst/>
            <a:gdLst/>
            <a:ahLst/>
            <a:cxnLst/>
            <a:rect l="0" t="0" r="r" b="b"/>
            <a:pathLst>
              <a:path w="89036" h="262666">
                <a:moveTo>
                  <a:pt x="86625" y="0"/>
                </a:moveTo>
                <a:lnTo>
                  <a:pt x="0" y="3025"/>
                </a:lnTo>
                <a:lnTo>
                  <a:pt x="15738" y="262666"/>
                </a:lnTo>
                <a:lnTo>
                  <a:pt x="89036" y="260107"/>
                </a:lnTo>
                <a:close/>
              </a:path>
            </a:pathLst>
          </a:custGeom>
          <a:solidFill>
            <a:srgbClr val="DEDEDE"/>
          </a:solidFill>
          <a:ln>
            <a:noFill/>
          </a:ln>
        </p:spPr>
        <p:txBody>
          <a:bodyPr rtlCol="0" anchor="ctr"/>
          <a:lstStyle/>
          <a:p>
            <a:pPr algn="ctr"/>
            <a:endParaRPr lang="pl-PL" dirty="0"/>
          </a:p>
        </p:txBody>
      </p:sp>
      <p:sp>
        <p:nvSpPr>
          <p:cNvPr id="103" name="!!Postać 67"/>
          <p:cNvSpPr/>
          <p:nvPr/>
        </p:nvSpPr>
        <p:spPr>
          <a:xfrm>
            <a:off x="6800428" y="5489280"/>
            <a:ext cx="126605" cy="142957"/>
          </a:xfrm>
          <a:custGeom>
            <a:avLst/>
            <a:gdLst/>
            <a:ahLst/>
            <a:cxnLst/>
            <a:rect l="0" t="0" r="r" b="b"/>
            <a:pathLst>
              <a:path w="126605" h="142957">
                <a:moveTo>
                  <a:pt x="117150" y="0"/>
                </a:moveTo>
                <a:lnTo>
                  <a:pt x="3871" y="3956"/>
                </a:lnTo>
                <a:lnTo>
                  <a:pt x="0" y="84150"/>
                </a:lnTo>
                <a:lnTo>
                  <a:pt x="35411" y="142957"/>
                </a:lnTo>
                <a:lnTo>
                  <a:pt x="95382" y="140863"/>
                </a:lnTo>
                <a:lnTo>
                  <a:pt x="126605" y="79729"/>
                </a:lnTo>
                <a:close/>
              </a:path>
            </a:pathLst>
          </a:custGeom>
          <a:solidFill>
            <a:srgbClr val="E4E4E4"/>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xmlns:p14="http://schemas.microsoft.com/office/powerpoint/2010/main">
  <p:cSld name="Dwa plany. Jeden moment.">
    <p:bg>
      <p:bgPr>
        <a:solidFill>
          <a:srgbClr val="111111"/>
        </a:solidFill>
        <a:effectLst/>
      </p:bgPr>
    </p:bg>
    <p:spTree>
      <p:nvGrpSpPr>
        <p:cNvPr id="1" name=""/>
        <p:cNvGrpSpPr/>
        <p:nvPr/>
      </p:nvGrpSpPr>
      <p:grpSpPr>
        <a:xfrm>
          <a:off x="0" y="0"/>
          <a:ext cx="0" cy="0"/>
          <a:chOff x="0" y="0"/>
          <a:chExt cx="0" cy="0"/>
        </a:xfrm>
      </p:grpSpPr>
      <p:sp>
        <p:nvSpPr>
          <p:cNvPr id="2" name="Tło – jasna połowa"/>
          <p:cNvSpPr/>
          <p:nvPr/>
        </p:nvSpPr>
        <p:spPr>
          <a:xfrm>
            <a:off x="6096000" y="0"/>
            <a:ext cx="6096000" cy="6858000"/>
          </a:xfrm>
          <a:prstGeom prst="rect">
            <a:avLst/>
          </a:prstGeom>
          <a:solidFill>
            <a:srgbClr val="FAF8F5"/>
          </a:solidFill>
          <a:ln>
            <a:noFill/>
          </a:ln>
        </p:spPr>
        <p:txBody>
          <a:bodyPr rtlCol="0" anchor="ctr"/>
          <a:lstStyle/>
          <a:p>
            <a:pPr algn="ctr"/>
            <a:endParaRPr lang="pl-PL" dirty="0"/>
          </a:p>
        </p:txBody>
      </p:sp>
      <p:sp>
        <p:nvSpPr>
          <p:cNvPr id="3" name="Tekst: 01 · Marka"/>
          <p:cNvSpPr txBox="1"/>
          <p:nvPr/>
        </p:nvSpPr>
        <p:spPr>
          <a:xfrm>
            <a:off x="825500" y="1238250"/>
            <a:ext cx="4635500" cy="205740"/>
          </a:xfrm>
          <a:prstGeom prst="rect">
            <a:avLst/>
          </a:prstGeom>
          <a:noFill/>
          <a:ln>
            <a:noFill/>
          </a:ln>
        </p:spPr>
        <p:txBody>
          <a:bodyPr wrap="none" lIns="0" tIns="0" rIns="0" bIns="0" rtlCol="0" anchor="t">
            <a:noAutofit/>
          </a:bodyPr>
          <a:lstStyle/>
          <a:p>
            <a:pPr algn="l">
              <a:spcBef>
                <a:spcPts val="0"/>
              </a:spcBef>
              <a:spcAft>
                <a:spcPts val="0"/>
              </a:spcAft>
              <a:buNone/>
            </a:pPr>
            <a:r>
              <a:rPr lang="pl-PL" sz="1350" b="1" kern="100" cap="all" spc="189" dirty="0">
                <a:solidFill>
                  <a:srgbClr val="EE312F"/>
                </a:solidFill>
                <a:latin typeface="Lato"/>
                <a:cs typeface="Lato"/>
              </a:rPr>
              <a:t>01 · Marka</a:t>
            </a:r>
            <a:endParaRPr lang="pl-PL" sz="1350" b="1" kern="100" cap="all" spc="189" dirty="0">
              <a:solidFill>
                <a:srgbClr val="EE312F"/>
              </a:solidFill>
              <a:latin typeface="Lato"/>
              <a:cs typeface="Lato"/>
            </a:endParaRPr>
          </a:p>
        </p:txBody>
      </p:sp>
      <p:sp>
        <p:nvSpPr>
          <p:cNvPr id="4" name="Tekst: Ma swój plan."/>
          <p:cNvSpPr txBox="1"/>
          <p:nvPr/>
        </p:nvSpPr>
        <p:spPr>
          <a:xfrm>
            <a:off x="825500" y="1651308"/>
            <a:ext cx="4635500" cy="573405"/>
          </a:xfrm>
          <a:prstGeom prst="rect">
            <a:avLst/>
          </a:prstGeom>
          <a:noFill/>
          <a:ln>
            <a:noFill/>
          </a:ln>
        </p:spPr>
        <p:txBody>
          <a:bodyPr wrap="none" lIns="0" tIns="0" rIns="0" bIns="0" rtlCol="0" anchor="t">
            <a:noAutofit/>
          </a:bodyPr>
          <a:lstStyle/>
          <a:p>
            <a:pPr algn="l">
              <a:spcBef>
                <a:spcPts val="0"/>
              </a:spcBef>
              <a:spcAft>
                <a:spcPts val="0"/>
              </a:spcAft>
              <a:buNone/>
            </a:pPr>
            <a:r>
              <a:rPr lang="pl-PL" sz="4300" kern="100" spc="-150" dirty="0">
                <a:solidFill>
                  <a:srgbClr val="FFFFFF"/>
                </a:solidFill>
                <a:latin typeface="Lato Black"/>
                <a:cs typeface="Lato Black"/>
              </a:rPr>
              <a:t>Ma swój plan.</a:t>
            </a:r>
            <a:endParaRPr lang="pl-PL" sz="4300" kern="100" spc="-150" dirty="0">
              <a:solidFill>
                <a:srgbClr val="FFFFFF"/>
              </a:solidFill>
              <a:latin typeface="Lato Black"/>
              <a:cs typeface="Lato Black"/>
            </a:endParaRPr>
          </a:p>
        </p:txBody>
      </p:sp>
      <p:sp>
        <p:nvSpPr>
          <p:cNvPr id="5" name="Linia"/>
          <p:cNvSpPr/>
          <p:nvPr/>
        </p:nvSpPr>
        <p:spPr>
          <a:xfrm>
            <a:off x="823913" y="2706985"/>
            <a:ext cx="2241550" cy="12700"/>
          </a:xfrm>
          <a:prstGeom prst="rect">
            <a:avLst/>
          </a:prstGeom>
          <a:solidFill>
            <a:srgbClr val="555555"/>
          </a:solidFill>
          <a:ln>
            <a:noFill/>
          </a:ln>
        </p:spPr>
        <p:txBody>
          <a:bodyPr rtlCol="0" anchor="ctr"/>
          <a:lstStyle/>
          <a:p>
            <a:pPr algn="ctr"/>
            <a:endParaRPr lang="pl-PL" dirty="0"/>
          </a:p>
        </p:txBody>
      </p:sp>
      <p:sp>
        <p:nvSpPr>
          <p:cNvPr id="6" name="Tekst: Launch"/>
          <p:cNvSpPr txBox="1"/>
          <p:nvPr/>
        </p:nvSpPr>
        <p:spPr>
          <a:xfrm>
            <a:off x="823913" y="2859385"/>
            <a:ext cx="2241550" cy="320040"/>
          </a:xfrm>
          <a:prstGeom prst="rect">
            <a:avLst/>
          </a:prstGeom>
          <a:noFill/>
          <a:ln>
            <a:noFill/>
          </a:ln>
        </p:spPr>
        <p:txBody>
          <a:bodyPr wrap="none" lIns="0" tIns="0" rIns="0" bIns="0" rtlCol="0" anchor="t">
            <a:noAutofit/>
          </a:bodyPr>
          <a:lstStyle/>
          <a:p>
            <a:pPr algn="l">
              <a:spcBef>
                <a:spcPts val="0"/>
              </a:spcBef>
              <a:spcAft>
                <a:spcPts val="0"/>
              </a:spcAft>
              <a:buNone/>
            </a:pPr>
            <a:r>
              <a:rPr lang="pl-PL" sz="2100" b="1" kern="100" dirty="0">
                <a:solidFill>
                  <a:srgbClr val="FFFFFF"/>
                </a:solidFill>
                <a:latin typeface="Lato"/>
                <a:cs typeface="Lato"/>
              </a:rPr>
              <a:t>Launch</a:t>
            </a:r>
            <a:endParaRPr lang="pl-PL" sz="2100" b="1" kern="100" dirty="0">
              <a:solidFill>
                <a:srgbClr val="FFFFFF"/>
              </a:solidFill>
              <a:latin typeface="Lato"/>
              <a:cs typeface="Lato"/>
            </a:endParaRPr>
          </a:p>
        </p:txBody>
      </p:sp>
      <p:sp>
        <p:nvSpPr>
          <p:cNvPr id="7" name="Linia 2"/>
          <p:cNvSpPr/>
          <p:nvPr/>
        </p:nvSpPr>
        <p:spPr>
          <a:xfrm>
            <a:off x="3221038" y="2706985"/>
            <a:ext cx="2241550" cy="12700"/>
          </a:xfrm>
          <a:prstGeom prst="rect">
            <a:avLst/>
          </a:prstGeom>
          <a:solidFill>
            <a:srgbClr val="555555"/>
          </a:solidFill>
          <a:ln>
            <a:noFill/>
          </a:ln>
        </p:spPr>
        <p:txBody>
          <a:bodyPr rtlCol="0" anchor="ctr"/>
          <a:lstStyle/>
          <a:p>
            <a:pPr algn="ctr"/>
            <a:endParaRPr lang="pl-PL" dirty="0"/>
          </a:p>
        </p:txBody>
      </p:sp>
      <p:sp>
        <p:nvSpPr>
          <p:cNvPr id="8" name="Tekst: Awareness"/>
          <p:cNvSpPr txBox="1"/>
          <p:nvPr/>
        </p:nvSpPr>
        <p:spPr>
          <a:xfrm>
            <a:off x="3221038" y="2859385"/>
            <a:ext cx="2241550" cy="320040"/>
          </a:xfrm>
          <a:prstGeom prst="rect">
            <a:avLst/>
          </a:prstGeom>
          <a:noFill/>
          <a:ln>
            <a:noFill/>
          </a:ln>
        </p:spPr>
        <p:txBody>
          <a:bodyPr wrap="none" lIns="0" tIns="0" rIns="0" bIns="0" rtlCol="0" anchor="t">
            <a:noAutofit/>
          </a:bodyPr>
          <a:lstStyle/>
          <a:p>
            <a:pPr algn="l">
              <a:spcBef>
                <a:spcPts val="0"/>
              </a:spcBef>
              <a:spcAft>
                <a:spcPts val="0"/>
              </a:spcAft>
              <a:buNone/>
            </a:pPr>
            <a:r>
              <a:rPr lang="pl-PL" sz="2100" b="1" kern="100" dirty="0">
                <a:solidFill>
                  <a:srgbClr val="FFFFFF"/>
                </a:solidFill>
                <a:latin typeface="Lato"/>
                <a:cs typeface="Lato"/>
              </a:rPr>
              <a:t>Awareness</a:t>
            </a:r>
            <a:endParaRPr lang="pl-PL" sz="2100" b="1" kern="100" dirty="0">
              <a:solidFill>
                <a:srgbClr val="FFFFFF"/>
              </a:solidFill>
              <a:latin typeface="Lato"/>
              <a:cs typeface="Lato"/>
            </a:endParaRPr>
          </a:p>
        </p:txBody>
      </p:sp>
      <p:sp>
        <p:nvSpPr>
          <p:cNvPr id="9" name="Linia 3"/>
          <p:cNvSpPr/>
          <p:nvPr/>
        </p:nvSpPr>
        <p:spPr>
          <a:xfrm>
            <a:off x="823913" y="3399135"/>
            <a:ext cx="2241550" cy="12700"/>
          </a:xfrm>
          <a:prstGeom prst="rect">
            <a:avLst/>
          </a:prstGeom>
          <a:solidFill>
            <a:srgbClr val="555555"/>
          </a:solidFill>
          <a:ln>
            <a:noFill/>
          </a:ln>
        </p:spPr>
        <p:txBody>
          <a:bodyPr rtlCol="0" anchor="ctr"/>
          <a:lstStyle/>
          <a:p>
            <a:pPr algn="ctr"/>
            <a:endParaRPr lang="pl-PL" dirty="0"/>
          </a:p>
        </p:txBody>
      </p:sp>
      <p:sp>
        <p:nvSpPr>
          <p:cNvPr id="10" name="Tekst: Zaangażowanie"/>
          <p:cNvSpPr txBox="1"/>
          <p:nvPr/>
        </p:nvSpPr>
        <p:spPr>
          <a:xfrm>
            <a:off x="823912" y="3551535"/>
            <a:ext cx="2357557" cy="320040"/>
          </a:xfrm>
          <a:prstGeom prst="rect">
            <a:avLst/>
          </a:prstGeom>
          <a:noFill/>
          <a:ln>
            <a:noFill/>
          </a:ln>
        </p:spPr>
        <p:txBody>
          <a:bodyPr wrap="none" lIns="0" tIns="0" rIns="0" bIns="0" rtlCol="0" anchor="t">
            <a:noAutofit/>
          </a:bodyPr>
          <a:lstStyle/>
          <a:p>
            <a:pPr algn="l">
              <a:spcBef>
                <a:spcPts val="0"/>
              </a:spcBef>
              <a:spcAft>
                <a:spcPts val="0"/>
              </a:spcAft>
              <a:buNone/>
            </a:pPr>
            <a:r>
              <a:rPr lang="pl-PL" sz="2100" b="1" kern="100" dirty="0">
                <a:solidFill>
                  <a:srgbClr val="FFFFFF"/>
                </a:solidFill>
                <a:latin typeface="Lato"/>
                <a:cs typeface="Lato"/>
              </a:rPr>
              <a:t>Zaangażowanie</a:t>
            </a:r>
            <a:endParaRPr lang="pl-PL" sz="2100" b="1" kern="100" dirty="0">
              <a:solidFill>
                <a:srgbClr val="FFFFFF"/>
              </a:solidFill>
              <a:latin typeface="Lato"/>
              <a:cs typeface="Lato"/>
            </a:endParaRPr>
          </a:p>
        </p:txBody>
      </p:sp>
      <p:sp>
        <p:nvSpPr>
          <p:cNvPr id="11" name="Linia 4"/>
          <p:cNvSpPr/>
          <p:nvPr/>
        </p:nvSpPr>
        <p:spPr>
          <a:xfrm>
            <a:off x="3221038" y="3399135"/>
            <a:ext cx="2241550" cy="12700"/>
          </a:xfrm>
          <a:prstGeom prst="rect">
            <a:avLst/>
          </a:prstGeom>
          <a:solidFill>
            <a:srgbClr val="555555"/>
          </a:solidFill>
          <a:ln>
            <a:noFill/>
          </a:ln>
        </p:spPr>
        <p:txBody>
          <a:bodyPr rtlCol="0" anchor="ctr"/>
          <a:lstStyle/>
          <a:p>
            <a:pPr algn="ctr"/>
            <a:endParaRPr lang="pl-PL" dirty="0"/>
          </a:p>
        </p:txBody>
      </p:sp>
      <p:sp>
        <p:nvSpPr>
          <p:cNvPr id="12" name="Tekst: Główny produkt"/>
          <p:cNvSpPr txBox="1"/>
          <p:nvPr/>
        </p:nvSpPr>
        <p:spPr>
          <a:xfrm>
            <a:off x="3221038" y="3551535"/>
            <a:ext cx="2474833" cy="320040"/>
          </a:xfrm>
          <a:prstGeom prst="rect">
            <a:avLst/>
          </a:prstGeom>
          <a:noFill/>
          <a:ln>
            <a:noFill/>
          </a:ln>
        </p:spPr>
        <p:txBody>
          <a:bodyPr wrap="none" lIns="0" tIns="0" rIns="0" bIns="0" rtlCol="0" anchor="t">
            <a:noAutofit/>
          </a:bodyPr>
          <a:lstStyle/>
          <a:p>
            <a:pPr algn="l">
              <a:spcBef>
                <a:spcPts val="0"/>
              </a:spcBef>
              <a:spcAft>
                <a:spcPts val="0"/>
              </a:spcAft>
              <a:buNone/>
            </a:pPr>
            <a:r>
              <a:rPr lang="pl-PL" sz="2100" b="1" kern="100" dirty="0">
                <a:solidFill>
                  <a:srgbClr val="FFFFFF"/>
                </a:solidFill>
                <a:latin typeface="Lato"/>
                <a:cs typeface="Lato"/>
              </a:rPr>
              <a:t>Główny produkt</a:t>
            </a:r>
            <a:endParaRPr lang="pl-PL" sz="2100" b="1" kern="100" dirty="0">
              <a:solidFill>
                <a:srgbClr val="FFFFFF"/>
              </a:solidFill>
              <a:latin typeface="Lato"/>
              <a:cs typeface="Lato"/>
            </a:endParaRPr>
          </a:p>
        </p:txBody>
      </p:sp>
      <p:sp>
        <p:nvSpPr>
          <p:cNvPr id="13" name="Tekst: Chcę, żebyś wybrała mój produkt."/>
          <p:cNvSpPr txBox="1"/>
          <p:nvPr/>
        </p:nvSpPr>
        <p:spPr>
          <a:xfrm>
            <a:off x="825500" y="4298275"/>
            <a:ext cx="4635500" cy="264160"/>
          </a:xfrm>
          <a:prstGeom prst="rect">
            <a:avLst/>
          </a:prstGeom>
          <a:noFill/>
          <a:ln>
            <a:noFill/>
          </a:ln>
        </p:spPr>
        <p:txBody>
          <a:bodyPr wrap="none" lIns="0" tIns="0" rIns="0" bIns="0" rtlCol="0" anchor="t">
            <a:noAutofit/>
          </a:bodyPr>
          <a:lstStyle/>
          <a:p>
            <a:pPr algn="l">
              <a:spcBef>
                <a:spcPts val="0"/>
              </a:spcBef>
              <a:spcAft>
                <a:spcPts val="0"/>
              </a:spcAft>
              <a:buNone/>
            </a:pPr>
            <a:r>
              <a:rPr lang="pl-PL" sz="1600" kern="100" dirty="0">
                <a:solidFill>
                  <a:srgbClr val="AAAAAA"/>
                </a:solidFill>
                <a:latin typeface="Lato"/>
                <a:cs typeface="Lato"/>
              </a:rPr>
              <a:t>Chcę, żebyś wybrała mój produkt.</a:t>
            </a:r>
            <a:endParaRPr lang="pl-PL" sz="1600" kern="100" dirty="0">
              <a:solidFill>
                <a:srgbClr val="AAAAAA"/>
              </a:solidFill>
              <a:latin typeface="Lato"/>
              <a:cs typeface="Lato"/>
            </a:endParaRPr>
          </a:p>
        </p:txBody>
      </p:sp>
      <p:sp>
        <p:nvSpPr>
          <p:cNvPr id="14" name="Tekst: 02 · Konsumentka"/>
          <p:cNvSpPr txBox="1"/>
          <p:nvPr/>
        </p:nvSpPr>
        <p:spPr>
          <a:xfrm>
            <a:off x="6731000" y="1238250"/>
            <a:ext cx="4635500" cy="205740"/>
          </a:xfrm>
          <a:prstGeom prst="rect">
            <a:avLst/>
          </a:prstGeom>
          <a:noFill/>
          <a:ln>
            <a:noFill/>
          </a:ln>
        </p:spPr>
        <p:txBody>
          <a:bodyPr wrap="none" lIns="0" tIns="0" rIns="0" bIns="0" rtlCol="0" anchor="t">
            <a:noAutofit/>
          </a:bodyPr>
          <a:lstStyle/>
          <a:p>
            <a:pPr algn="l">
              <a:spcBef>
                <a:spcPts val="0"/>
              </a:spcBef>
              <a:spcAft>
                <a:spcPts val="0"/>
              </a:spcAft>
              <a:buNone/>
            </a:pPr>
            <a:r>
              <a:rPr lang="pl-PL" sz="1350" b="1" kern="100" cap="all" spc="189" dirty="0">
                <a:solidFill>
                  <a:srgbClr val="EE312F"/>
                </a:solidFill>
                <a:latin typeface="Lato"/>
                <a:cs typeface="Lato"/>
              </a:rPr>
              <a:t>02 · Konsumentka</a:t>
            </a:r>
            <a:endParaRPr lang="pl-PL" sz="1350" b="1" kern="100" cap="all" spc="189" dirty="0">
              <a:solidFill>
                <a:srgbClr val="EE312F"/>
              </a:solidFill>
              <a:latin typeface="Lato"/>
              <a:cs typeface="Lato"/>
            </a:endParaRPr>
          </a:p>
        </p:txBody>
      </p:sp>
      <p:sp>
        <p:nvSpPr>
          <p:cNvPr id="15" name="Tekst: Też ma plan."/>
          <p:cNvSpPr txBox="1"/>
          <p:nvPr/>
        </p:nvSpPr>
        <p:spPr>
          <a:xfrm>
            <a:off x="6731000" y="1651308"/>
            <a:ext cx="4635500" cy="573405"/>
          </a:xfrm>
          <a:prstGeom prst="rect">
            <a:avLst/>
          </a:prstGeom>
          <a:noFill/>
          <a:ln>
            <a:noFill/>
          </a:ln>
        </p:spPr>
        <p:txBody>
          <a:bodyPr wrap="none" lIns="0" tIns="0" rIns="0" bIns="0" rtlCol="0" anchor="t">
            <a:noAutofit/>
          </a:bodyPr>
          <a:lstStyle/>
          <a:p>
            <a:pPr algn="l">
              <a:spcBef>
                <a:spcPts val="0"/>
              </a:spcBef>
              <a:spcAft>
                <a:spcPts val="0"/>
              </a:spcAft>
              <a:buNone/>
            </a:pPr>
            <a:r>
              <a:rPr lang="pl-PL" sz="4300" kern="100" spc="-150" dirty="0">
                <a:solidFill>
                  <a:srgbClr val="151515"/>
                </a:solidFill>
                <a:latin typeface="Lato Black"/>
                <a:cs typeface="Lato Black"/>
              </a:rPr>
              <a:t>Też ma plan.</a:t>
            </a:r>
            <a:endParaRPr lang="pl-PL" sz="4300" kern="100" spc="-150" dirty="0">
              <a:solidFill>
                <a:srgbClr val="151515"/>
              </a:solidFill>
              <a:latin typeface="Lato Black"/>
              <a:cs typeface="Lato Black"/>
            </a:endParaRPr>
          </a:p>
        </p:txBody>
      </p:sp>
      <p:sp>
        <p:nvSpPr>
          <p:cNvPr id="16" name="Tekst: Goście za 20 minut. · 1"/>
          <p:cNvSpPr txBox="1"/>
          <p:nvPr/>
        </p:nvSpPr>
        <p:spPr>
          <a:xfrm>
            <a:off x="6731000" y="2661805"/>
            <a:ext cx="4635500" cy="512064"/>
          </a:xfrm>
          <a:prstGeom prst="rect">
            <a:avLst/>
          </a:prstGeom>
          <a:noFill/>
          <a:ln>
            <a:noFill/>
          </a:ln>
        </p:spPr>
        <p:txBody>
          <a:bodyPr wrap="none" lIns="0" tIns="0" rIns="0" bIns="0" rtlCol="0" anchor="ctr">
            <a:noAutofit/>
          </a:bodyPr>
          <a:lstStyle/>
          <a:p>
            <a:pPr algn="l">
              <a:spcBef>
                <a:spcPts val="0"/>
              </a:spcBef>
              <a:spcAft>
                <a:spcPts val="0"/>
              </a:spcAft>
              <a:buNone/>
            </a:pPr>
            <a:r>
              <a:rPr lang="pl-PL" sz="3600" kern="100" spc="-108" dirty="0">
                <a:solidFill>
                  <a:srgbClr val="151515"/>
                </a:solidFill>
                <a:latin typeface="Lato Black"/>
                <a:cs typeface="Lato Black"/>
              </a:rPr>
              <a:t>Goście</a:t>
            </a:r>
            <a:endParaRPr lang="pl-PL" sz="3600" kern="100" spc="-108" dirty="0">
              <a:solidFill>
                <a:srgbClr val="151515"/>
              </a:solidFill>
              <a:latin typeface="Lato Black"/>
              <a:cs typeface="Lato Black"/>
            </a:endParaRPr>
          </a:p>
        </p:txBody>
      </p:sp>
      <p:sp>
        <p:nvSpPr>
          <p:cNvPr id="17" name="Tekst: Goście za 20 minut. · 2"/>
          <p:cNvSpPr txBox="1"/>
          <p:nvPr/>
        </p:nvSpPr>
        <p:spPr>
          <a:xfrm>
            <a:off x="6731000" y="3173869"/>
            <a:ext cx="4635500" cy="512064"/>
          </a:xfrm>
          <a:prstGeom prst="rect">
            <a:avLst/>
          </a:prstGeom>
          <a:noFill/>
          <a:ln>
            <a:noFill/>
          </a:ln>
        </p:spPr>
        <p:txBody>
          <a:bodyPr wrap="none" lIns="0" tIns="0" rIns="0" bIns="0" rtlCol="0" anchor="ctr">
            <a:noAutofit/>
          </a:bodyPr>
          <a:lstStyle/>
          <a:p>
            <a:pPr algn="l">
              <a:spcBef>
                <a:spcPts val="0"/>
              </a:spcBef>
              <a:spcAft>
                <a:spcPts val="0"/>
              </a:spcAft>
              <a:buNone/>
            </a:pPr>
            <a:r>
              <a:rPr lang="pl-PL" sz="3600" kern="100" spc="-108" dirty="0">
                <a:solidFill>
                  <a:srgbClr val="151515"/>
                </a:solidFill>
                <a:latin typeface="Lato Black"/>
                <a:cs typeface="Lato Black"/>
              </a:rPr>
              <a:t>za 20 minut.</a:t>
            </a:r>
            <a:endParaRPr lang="pl-PL" sz="3600" kern="100" spc="-108" dirty="0">
              <a:solidFill>
                <a:srgbClr val="151515"/>
              </a:solidFill>
              <a:latin typeface="Lato Black"/>
              <a:cs typeface="Lato Black"/>
            </a:endParaRPr>
          </a:p>
        </p:txBody>
      </p:sp>
      <p:sp>
        <p:nvSpPr>
          <p:cNvPr id="18" name="Tekst: Potrzebuję czegoś słodkiego. TERAZ."/>
          <p:cNvSpPr txBox="1"/>
          <p:nvPr/>
        </p:nvSpPr>
        <p:spPr>
          <a:xfrm>
            <a:off x="6731000" y="3857923"/>
            <a:ext cx="5083493" cy="330200"/>
          </a:xfrm>
          <a:prstGeom prst="rect">
            <a:avLst/>
          </a:prstGeom>
          <a:noFill/>
          <a:ln>
            <a:noFill/>
          </a:ln>
        </p:spPr>
        <p:txBody>
          <a:bodyPr wrap="none" lIns="0" tIns="0" rIns="0" bIns="0" rtlCol="0" anchor="t">
            <a:noAutofit/>
          </a:bodyPr>
          <a:lstStyle/>
          <a:p>
            <a:pPr algn="l">
              <a:spcBef>
                <a:spcPts val="0"/>
              </a:spcBef>
              <a:spcAft>
                <a:spcPts val="0"/>
              </a:spcAft>
              <a:buNone/>
            </a:pPr>
            <a:r>
              <a:rPr lang="pl-PL" sz="2000" kern="100" dirty="0">
                <a:solidFill>
                  <a:srgbClr val="444444"/>
                </a:solidFill>
                <a:latin typeface="Lato"/>
                <a:cs typeface="Lato"/>
              </a:rPr>
              <a:t>Potrzebuję czegoś słodkiego. </a:t>
            </a:r>
            <a:r>
              <a:rPr lang="pl-PL" sz="2000" kern="100" dirty="0">
                <a:solidFill>
                  <a:srgbClr val="EE312F"/>
                </a:solidFill>
                <a:latin typeface="Lato"/>
                <a:cs typeface="Lato"/>
              </a:rPr>
              <a:t>TERAZ.</a:t>
            </a:r>
            <a:endParaRPr lang="pl-PL" sz="2000" kern="100" dirty="0">
              <a:solidFill>
                <a:srgbClr val="EE312F"/>
              </a:solidFill>
              <a:latin typeface="Lato"/>
              <a:cs typeface="Lato"/>
            </a:endParaRPr>
          </a:p>
        </p:txBody>
      </p:sp>
      <p:sp>
        <p:nvSpPr>
          <p:cNvPr id="19" name="Kształt"/>
          <p:cNvSpPr/>
          <p:nvPr/>
        </p:nvSpPr>
        <p:spPr>
          <a:xfrm>
            <a:off x="825500" y="5365750"/>
            <a:ext cx="10541000" cy="711200"/>
          </a:xfrm>
          <a:prstGeom prst="rect">
            <a:avLst/>
          </a:prstGeom>
          <a:solidFill>
            <a:srgbClr val="EE312F"/>
          </a:solidFill>
          <a:ln>
            <a:noFill/>
          </a:ln>
        </p:spPr>
        <p:txBody>
          <a:bodyPr rtlCol="0" anchor="ctr"/>
          <a:lstStyle/>
          <a:p>
            <a:pPr algn="ctr"/>
            <a:endParaRPr lang="pl-PL" dirty="0"/>
          </a:p>
        </p:txBody>
      </p:sp>
      <p:sp>
        <p:nvSpPr>
          <p:cNvPr id="20" name="Tekst: ↔"/>
          <p:cNvSpPr txBox="1"/>
          <p:nvPr/>
        </p:nvSpPr>
        <p:spPr>
          <a:xfrm>
            <a:off x="1079500" y="5565140"/>
            <a:ext cx="624840" cy="393700"/>
          </a:xfrm>
          <a:prstGeom prst="rect">
            <a:avLst/>
          </a:prstGeom>
          <a:noFill/>
          <a:ln>
            <a:noFill/>
          </a:ln>
        </p:spPr>
        <p:txBody>
          <a:bodyPr wrap="none" lIns="0" tIns="0" rIns="0" bIns="0" rtlCol="0" anchor="t">
            <a:noAutofit/>
          </a:bodyPr>
          <a:lstStyle/>
          <a:p>
            <a:pPr algn="l">
              <a:spcBef>
                <a:spcPts val="0"/>
              </a:spcBef>
              <a:spcAft>
                <a:spcPts val="0"/>
              </a:spcAft>
              <a:buNone/>
            </a:pPr>
            <a:r>
              <a:rPr lang="pl-PL" sz="3100" kern="100" dirty="0">
                <a:solidFill>
                  <a:srgbClr val="FFFFFF"/>
                </a:solidFill>
                <a:latin typeface="Lato"/>
                <a:cs typeface="Lato"/>
              </a:rPr>
              <a:t>↔</a:t>
            </a:r>
            <a:endParaRPr lang="pl-PL" sz="3100" kern="100" dirty="0">
              <a:solidFill>
                <a:srgbClr val="FFFFFF"/>
              </a:solidFill>
              <a:latin typeface="Lato"/>
              <a:cs typeface="Lato"/>
            </a:endParaRPr>
          </a:p>
        </p:txBody>
      </p:sp>
      <p:sp>
        <p:nvSpPr>
          <p:cNvPr id="21" name="Tekst: Retail Media łączy te dwa plany."/>
          <p:cNvSpPr txBox="1"/>
          <p:nvPr/>
        </p:nvSpPr>
        <p:spPr>
          <a:xfrm>
            <a:off x="1676995" y="5546725"/>
            <a:ext cx="4916329" cy="350520"/>
          </a:xfrm>
          <a:prstGeom prst="rect">
            <a:avLst/>
          </a:prstGeom>
          <a:noFill/>
          <a:ln>
            <a:noFill/>
          </a:ln>
        </p:spPr>
        <p:txBody>
          <a:bodyPr wrap="none" lIns="0" tIns="0" rIns="0" bIns="0" rtlCol="0" anchor="t">
            <a:noAutofit/>
          </a:bodyPr>
          <a:lstStyle/>
          <a:p>
            <a:pPr algn="l">
              <a:spcBef>
                <a:spcPts val="0"/>
              </a:spcBef>
              <a:spcAft>
                <a:spcPts val="0"/>
              </a:spcAft>
              <a:buNone/>
            </a:pPr>
            <a:r>
              <a:rPr lang="pl-PL" sz="2300" kern="100" spc="-46" dirty="0">
                <a:solidFill>
                  <a:srgbClr val="FFFFFF"/>
                </a:solidFill>
                <a:latin typeface="Lato Black"/>
                <a:cs typeface="Lato Black"/>
              </a:rPr>
              <a:t>Retail Media łączy te dwa plany.</a:t>
            </a:r>
            <a:endParaRPr lang="pl-PL" sz="2300" kern="100" spc="-46" dirty="0">
              <a:solidFill>
                <a:srgbClr val="FFFFFF"/>
              </a:solidFill>
              <a:latin typeface="Lato Black"/>
              <a:cs typeface="Lato Black"/>
            </a:endParaRPr>
          </a:p>
        </p:txBody>
      </p:sp>
      <p:pic>
        <p:nvPicPr>
          <p:cNvPr id="22" name="!!Serce w rogu"/>
          <p:cNvPicPr>
            <a:picLocks noChangeAspect="1"/>
          </p:cNvPicPr>
          <p:nvPr/>
        </p:nvPicPr>
        <p:blipFill>
          <a:blip r:embed="rId3"/>
          <a:stretch>
            <a:fillRect/>
          </a:stretch>
        </p:blipFill>
        <p:spPr>
          <a:xfrm>
            <a:off x="10966450" y="330349"/>
            <a:ext cx="431800" cy="355600"/>
          </a:xfrm>
          <a:prstGeom prst="rect">
            <a:avLst/>
          </a:prstGeom>
        </p:spPr>
      </p:pic>
      <p:sp>
        <p:nvSpPr>
          <p:cNvPr id="23" name="!!Zegar – napis · 1"/>
          <p:cNvSpPr txBox="1"/>
          <p:nvPr/>
        </p:nvSpPr>
        <p:spPr>
          <a:xfrm>
            <a:off x="9093369" y="39052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777777"/>
                </a:solidFill>
                <a:latin typeface="Lato Black"/>
                <a:cs typeface="Lato Black"/>
              </a:rPr>
              <a:t>Goście</a:t>
            </a:r>
            <a:endParaRPr lang="pl-PL" sz="900" kern="100" cap="all" spc="108" dirty="0">
              <a:solidFill>
                <a:srgbClr val="777777"/>
              </a:solidFill>
              <a:latin typeface="Lato Black"/>
              <a:cs typeface="Lato Black"/>
            </a:endParaRPr>
          </a:p>
        </p:txBody>
      </p:sp>
      <p:sp>
        <p:nvSpPr>
          <p:cNvPr id="24" name="!!Zegar – napis · 2"/>
          <p:cNvSpPr txBox="1"/>
          <p:nvPr/>
        </p:nvSpPr>
        <p:spPr>
          <a:xfrm>
            <a:off x="9093369" y="52768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777777"/>
                </a:solidFill>
                <a:latin typeface="Lato Black"/>
                <a:cs typeface="Lato Black"/>
              </a:rPr>
              <a:t>w drodze</a:t>
            </a:r>
            <a:endParaRPr lang="pl-PL" sz="900" kern="100" cap="all" spc="108" dirty="0">
              <a:solidFill>
                <a:srgbClr val="777777"/>
              </a:solidFill>
              <a:latin typeface="Lato Black"/>
              <a:cs typeface="Lato Black"/>
            </a:endParaRPr>
          </a:p>
        </p:txBody>
      </p:sp>
      <p:sp>
        <p:nvSpPr>
          <p:cNvPr id="25" name="!!Zegar – tarcza"/>
          <p:cNvSpPr/>
          <p:nvPr/>
        </p:nvSpPr>
        <p:spPr>
          <a:xfrm>
            <a:off x="10251440" y="281940"/>
            <a:ext cx="502920" cy="502920"/>
          </a:xfrm>
          <a:prstGeom prst="ellipse">
            <a:avLst/>
          </a:prstGeom>
          <a:solidFill>
            <a:srgbClr val="FFFFFF"/>
          </a:solidFill>
          <a:ln w="23283">
            <a:solidFill>
              <a:srgbClr val="151515"/>
            </a:solidFill>
            <a:round/>
          </a:ln>
        </p:spPr>
        <p:txBody>
          <a:bodyPr rtlCol="0" anchor="ctr"/>
          <a:lstStyle/>
          <a:p>
            <a:pPr algn="ctr"/>
            <a:endParaRPr lang="pl-PL" dirty="0"/>
          </a:p>
        </p:txBody>
      </p:sp>
      <p:sp>
        <p:nvSpPr>
          <p:cNvPr id="26" name="!!Zegar – wycinek 1"/>
          <p:cNvSpPr/>
          <p:nvPr/>
        </p:nvSpPr>
        <p:spPr>
          <a:xfrm>
            <a:off x="10502900" y="314537"/>
            <a:ext cx="67522" cy="218863"/>
          </a:xfrm>
          <a:custGeom>
            <a:avLst/>
            <a:gdLst/>
            <a:ahLst/>
            <a:cxnLst/>
            <a:rect l="0" t="0" r="r" b="b"/>
            <a:pathLst>
              <a:path w="67522" h="218863">
                <a:moveTo>
                  <a:pt x="0" y="218863"/>
                </a:moveTo>
                <a:lnTo>
                  <a:pt x="0" y="0"/>
                </a:lnTo>
                <a:lnTo>
                  <a:pt x="17230" y="466"/>
                </a:lnTo>
                <a:lnTo>
                  <a:pt x="34459" y="2794"/>
                </a:lnTo>
                <a:lnTo>
                  <a:pt x="51223" y="6054"/>
                </a:lnTo>
                <a:lnTo>
                  <a:pt x="67522" y="10710"/>
                </a:lnTo>
                <a:close/>
              </a:path>
            </a:pathLst>
          </a:custGeom>
          <a:solidFill>
            <a:srgbClr val="EE312F"/>
          </a:solidFill>
          <a:ln w="3725">
            <a:solidFill>
              <a:srgbClr val="EE312F"/>
            </a:solidFill>
            <a:round/>
          </a:ln>
        </p:spPr>
        <p:txBody>
          <a:bodyPr rtlCol="0" anchor="ctr"/>
          <a:lstStyle/>
          <a:p>
            <a:pPr algn="ctr"/>
            <a:endParaRPr lang="pl-PL" dirty="0"/>
          </a:p>
        </p:txBody>
      </p:sp>
      <p:sp>
        <p:nvSpPr>
          <p:cNvPr id="27" name="!!Zegar – wycinek 2"/>
          <p:cNvSpPr/>
          <p:nvPr/>
        </p:nvSpPr>
        <p:spPr>
          <a:xfrm>
            <a:off x="10502900" y="325247"/>
            <a:ext cx="128524" cy="208153"/>
          </a:xfrm>
          <a:custGeom>
            <a:avLst/>
            <a:gdLst/>
            <a:ahLst/>
            <a:cxnLst/>
            <a:rect l="0" t="0" r="r" b="b"/>
            <a:pathLst>
              <a:path w="128524" h="208153">
                <a:moveTo>
                  <a:pt x="0" y="208153"/>
                </a:moveTo>
                <a:lnTo>
                  <a:pt x="67522" y="0"/>
                </a:lnTo>
                <a:lnTo>
                  <a:pt x="83820" y="6054"/>
                </a:lnTo>
                <a:lnTo>
                  <a:pt x="99187" y="13039"/>
                </a:lnTo>
                <a:lnTo>
                  <a:pt x="114554" y="21421"/>
                </a:lnTo>
                <a:lnTo>
                  <a:pt x="128524" y="31200"/>
                </a:lnTo>
                <a:close/>
              </a:path>
            </a:pathLst>
          </a:custGeom>
          <a:solidFill>
            <a:srgbClr val="EE312F"/>
          </a:solidFill>
          <a:ln w="3725">
            <a:solidFill>
              <a:srgbClr val="EE312F"/>
            </a:solidFill>
            <a:round/>
          </a:ln>
        </p:spPr>
        <p:txBody>
          <a:bodyPr rtlCol="0" anchor="ctr"/>
          <a:lstStyle/>
          <a:p>
            <a:pPr algn="ctr"/>
            <a:endParaRPr lang="pl-PL" dirty="0"/>
          </a:p>
        </p:txBody>
      </p:sp>
      <p:sp>
        <p:nvSpPr>
          <p:cNvPr id="28" name="!!Zegar – wycinek 3"/>
          <p:cNvSpPr/>
          <p:nvPr/>
        </p:nvSpPr>
        <p:spPr>
          <a:xfrm>
            <a:off x="10502900" y="356447"/>
            <a:ext cx="176953" cy="176953"/>
          </a:xfrm>
          <a:custGeom>
            <a:avLst/>
            <a:gdLst/>
            <a:ahLst/>
            <a:cxnLst/>
            <a:rect l="0" t="0" r="r" b="b"/>
            <a:pathLst>
              <a:path w="176953" h="176953">
                <a:moveTo>
                  <a:pt x="0" y="176953"/>
                </a:moveTo>
                <a:lnTo>
                  <a:pt x="128524" y="0"/>
                </a:lnTo>
                <a:lnTo>
                  <a:pt x="142028" y="10710"/>
                </a:lnTo>
                <a:lnTo>
                  <a:pt x="154601" y="22352"/>
                </a:lnTo>
                <a:lnTo>
                  <a:pt x="166243" y="34925"/>
                </a:lnTo>
                <a:lnTo>
                  <a:pt x="176953" y="48429"/>
                </a:lnTo>
                <a:close/>
              </a:path>
            </a:pathLst>
          </a:custGeom>
          <a:solidFill>
            <a:srgbClr val="EE312F"/>
          </a:solidFill>
          <a:ln w="3725">
            <a:solidFill>
              <a:srgbClr val="EE312F"/>
            </a:solidFill>
            <a:round/>
          </a:ln>
        </p:spPr>
        <p:txBody>
          <a:bodyPr rtlCol="0" anchor="ctr"/>
          <a:lstStyle/>
          <a:p>
            <a:pPr algn="ctr"/>
            <a:endParaRPr lang="pl-PL" dirty="0"/>
          </a:p>
        </p:txBody>
      </p:sp>
      <p:sp>
        <p:nvSpPr>
          <p:cNvPr id="29" name="!!Zegar – kreska 1"/>
          <p:cNvSpPr/>
          <p:nvPr/>
        </p:nvSpPr>
        <p:spPr>
          <a:xfrm>
            <a:off x="10491258" y="295910"/>
            <a:ext cx="23283" cy="46567"/>
          </a:xfrm>
          <a:custGeom>
            <a:avLst/>
            <a:gdLst/>
            <a:ahLst/>
            <a:cxnLst/>
            <a:rect l="0" t="0" r="r" b="b"/>
            <a:pathLst>
              <a:path w="23283" h="46567">
                <a:moveTo>
                  <a:pt x="0" y="46567"/>
                </a:moveTo>
                <a:lnTo>
                  <a:pt x="23283" y="46567"/>
                </a:lnTo>
                <a:lnTo>
                  <a:pt x="23283" y="0"/>
                </a:lnTo>
                <a:lnTo>
                  <a:pt x="0" y="0"/>
                </a:lnTo>
                <a:close/>
              </a:path>
            </a:pathLst>
          </a:custGeom>
          <a:solidFill>
            <a:srgbClr val="151515"/>
          </a:solidFill>
          <a:ln>
            <a:noFill/>
          </a:ln>
        </p:spPr>
        <p:txBody>
          <a:bodyPr rtlCol="0" anchor="ctr"/>
          <a:lstStyle/>
          <a:p>
            <a:pPr algn="ctr"/>
            <a:endParaRPr lang="pl-PL" dirty="0"/>
          </a:p>
        </p:txBody>
      </p:sp>
      <p:sp>
        <p:nvSpPr>
          <p:cNvPr id="30" name="!!Zegar – kreska 2"/>
          <p:cNvSpPr/>
          <p:nvPr/>
        </p:nvSpPr>
        <p:spPr>
          <a:xfrm>
            <a:off x="10693823" y="521758"/>
            <a:ext cx="46567" cy="23283"/>
          </a:xfrm>
          <a:custGeom>
            <a:avLst/>
            <a:gdLst/>
            <a:ahLst/>
            <a:cxnLst/>
            <a:rect l="0" t="0" r="r" b="b"/>
            <a:pathLst>
              <a:path w="46567" h="23283">
                <a:moveTo>
                  <a:pt x="0" y="0"/>
                </a:moveTo>
                <a:lnTo>
                  <a:pt x="0" y="23283"/>
                </a:lnTo>
                <a:lnTo>
                  <a:pt x="46567" y="23283"/>
                </a:lnTo>
                <a:lnTo>
                  <a:pt x="46567" y="0"/>
                </a:lnTo>
                <a:close/>
              </a:path>
            </a:pathLst>
          </a:custGeom>
          <a:solidFill>
            <a:srgbClr val="151515"/>
          </a:solidFill>
          <a:ln>
            <a:noFill/>
          </a:ln>
        </p:spPr>
        <p:txBody>
          <a:bodyPr rtlCol="0" anchor="ctr"/>
          <a:lstStyle/>
          <a:p>
            <a:pPr algn="ctr"/>
            <a:endParaRPr lang="pl-PL" dirty="0"/>
          </a:p>
        </p:txBody>
      </p:sp>
      <p:sp>
        <p:nvSpPr>
          <p:cNvPr id="31" name="!!Zegar – kreska 3"/>
          <p:cNvSpPr/>
          <p:nvPr/>
        </p:nvSpPr>
        <p:spPr>
          <a:xfrm>
            <a:off x="10491258" y="724323"/>
            <a:ext cx="23283" cy="46567"/>
          </a:xfrm>
          <a:custGeom>
            <a:avLst/>
            <a:gdLst/>
            <a:ahLst/>
            <a:cxnLst/>
            <a:rect l="0" t="0" r="r" b="b"/>
            <a:pathLst>
              <a:path w="23283" h="46567">
                <a:moveTo>
                  <a:pt x="23283" y="0"/>
                </a:moveTo>
                <a:lnTo>
                  <a:pt x="0" y="0"/>
                </a:lnTo>
                <a:lnTo>
                  <a:pt x="0" y="46567"/>
                </a:lnTo>
                <a:lnTo>
                  <a:pt x="23283" y="46567"/>
                </a:lnTo>
                <a:close/>
              </a:path>
            </a:pathLst>
          </a:custGeom>
          <a:solidFill>
            <a:srgbClr val="151515"/>
          </a:solidFill>
          <a:ln>
            <a:noFill/>
          </a:ln>
        </p:spPr>
        <p:txBody>
          <a:bodyPr rtlCol="0" anchor="ctr"/>
          <a:lstStyle/>
          <a:p>
            <a:pPr algn="ctr"/>
            <a:endParaRPr lang="pl-PL" dirty="0"/>
          </a:p>
        </p:txBody>
      </p:sp>
      <p:sp>
        <p:nvSpPr>
          <p:cNvPr id="32" name="!!Zegar – kreska 4"/>
          <p:cNvSpPr/>
          <p:nvPr/>
        </p:nvSpPr>
        <p:spPr>
          <a:xfrm>
            <a:off x="10265410" y="521758"/>
            <a:ext cx="46567" cy="23283"/>
          </a:xfrm>
          <a:custGeom>
            <a:avLst/>
            <a:gdLst/>
            <a:ahLst/>
            <a:cxnLst/>
            <a:rect l="0" t="0" r="r" b="b"/>
            <a:pathLst>
              <a:path w="46567" h="23283">
                <a:moveTo>
                  <a:pt x="46567" y="23283"/>
                </a:moveTo>
                <a:lnTo>
                  <a:pt x="46567" y="0"/>
                </a:lnTo>
                <a:lnTo>
                  <a:pt x="0" y="0"/>
                </a:lnTo>
                <a:lnTo>
                  <a:pt x="0" y="23283"/>
                </a:lnTo>
                <a:close/>
              </a:path>
            </a:pathLst>
          </a:custGeom>
          <a:solidFill>
            <a:srgbClr val="151515"/>
          </a:solidFill>
          <a:ln>
            <a:noFill/>
          </a:ln>
        </p:spPr>
        <p:txBody>
          <a:bodyPr rtlCol="0" anchor="ctr"/>
          <a:lstStyle/>
          <a:p>
            <a:pPr algn="ctr"/>
            <a:endParaRPr lang="pl-PL" dirty="0"/>
          </a:p>
        </p:txBody>
      </p:sp>
      <p:sp>
        <p:nvSpPr>
          <p:cNvPr id="33" name="!!Zegar – wskazówka"/>
          <p:cNvSpPr/>
          <p:nvPr/>
        </p:nvSpPr>
        <p:spPr>
          <a:xfrm>
            <a:off x="10472085" y="418264"/>
            <a:ext cx="185614" cy="142860"/>
          </a:xfrm>
          <a:custGeom>
            <a:avLst/>
            <a:gdLst/>
            <a:ahLst/>
            <a:cxnLst/>
            <a:rect l="0" t="0" r="r" b="b"/>
            <a:pathLst>
              <a:path w="185614" h="142860">
                <a:moveTo>
                  <a:pt x="0" y="120257"/>
                </a:moveTo>
                <a:lnTo>
                  <a:pt x="16423" y="142860"/>
                </a:lnTo>
                <a:lnTo>
                  <a:pt x="185614" y="11302"/>
                </a:lnTo>
                <a:lnTo>
                  <a:pt x="177403" y="0"/>
                </a:lnTo>
                <a:close/>
              </a:path>
            </a:pathLst>
          </a:custGeom>
          <a:solidFill>
            <a:srgbClr val="151515"/>
          </a:solidFill>
          <a:ln>
            <a:noFill/>
          </a:ln>
        </p:spPr>
        <p:txBody>
          <a:bodyPr rtlCol="0" anchor="ctr"/>
          <a:lstStyle/>
          <a:p>
            <a:pPr algn="ctr"/>
            <a:endParaRPr lang="pl-PL" dirty="0"/>
          </a:p>
        </p:txBody>
      </p:sp>
      <p:sp>
        <p:nvSpPr>
          <p:cNvPr id="34" name="!!Zegar – oś"/>
          <p:cNvSpPr/>
          <p:nvPr/>
        </p:nvSpPr>
        <p:spPr>
          <a:xfrm>
            <a:off x="10474960" y="505460"/>
            <a:ext cx="55880" cy="55880"/>
          </a:xfrm>
          <a:prstGeom prst="ellipse">
            <a:avLst/>
          </a:prstGeom>
          <a:solidFill>
            <a:srgbClr val="151515"/>
          </a:solidFill>
          <a:ln>
            <a:noFill/>
          </a:ln>
        </p:spPr>
        <p:txBody>
          <a:bodyPr rtlCol="0" anchor="ctr"/>
          <a:lstStyle/>
          <a:p>
            <a:pPr algn="ctr"/>
            <a:endParaRPr lang="pl-PL" dirty="0"/>
          </a:p>
        </p:txBody>
      </p:sp>
      <p:sp>
        <p:nvSpPr>
          <p:cNvPr id="35" name="!!Źródło"/>
          <p:cNvSpPr txBox="1"/>
          <p:nvPr/>
        </p:nvSpPr>
        <p:spPr>
          <a:xfrm>
            <a:off x="825450" y="6425287"/>
            <a:ext cx="4198501"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A9A9A9"/>
                </a:solidFill>
                <a:latin typeface="Lato"/>
                <a:cs typeface="Lato"/>
              </a:rPr>
              <a:t>Schemat ilustracyjny: cele marki i zadanie konsumentki.</a:t>
            </a:r>
            <a:endParaRPr lang="pl-PL" sz="1100" kern="100" dirty="0">
              <a:solidFill>
                <a:srgbClr val="A9A9A9"/>
              </a:solidFill>
              <a:latin typeface="Lato"/>
              <a:cs typeface="Lato"/>
            </a:endParaRPr>
          </a:p>
        </p:txBody>
      </p:sp>
      <p:sp>
        <p:nvSpPr>
          <p:cNvPr id="36"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777777"/>
                </a:solidFill>
                <a:latin typeface="Lato"/>
                <a:cs typeface="Lato"/>
              </a:rPr>
              <a:t>11 / 23</a:t>
            </a:r>
            <a:endParaRPr lang="pl-PL" sz="1100" kern="100" spc="66" dirty="0">
              <a:solidFill>
                <a:srgbClr val="777777"/>
              </a:solidFill>
              <a:latin typeface="Lato"/>
              <a:cs typeface="Lato"/>
            </a:endParaRPr>
          </a:p>
        </p:txBody>
      </p:sp>
      <p:sp>
        <p:nvSpPr>
          <p:cNvPr id="37" name="!!Postęp"/>
          <p:cNvSpPr/>
          <p:nvPr/>
        </p:nvSpPr>
        <p:spPr>
          <a:xfrm>
            <a:off x="794" y="6826250"/>
            <a:ext cx="5829300" cy="31750"/>
          </a:xfrm>
          <a:prstGeom prst="rect">
            <a:avLst/>
          </a:prstGeom>
          <a:solidFill>
            <a:srgbClr val="EE312F"/>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400"/>
                                        <p:tgtEl>
                                          <p:spTgt spid="2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Lst>
  </p:timing>
</p:sld>
</file>

<file path=ppt/slides/slide12.xml><?xml version="1.0" encoding="utf-8"?>
<p:sld xmlns:a="http://schemas.openxmlformats.org/drawingml/2006/main" xmlns:r="http://schemas.openxmlformats.org/officeDocument/2006/relationships" xmlns:p="http://schemas.openxmlformats.org/presentationml/2006/main" xmlns:p14="http://schemas.microsoft.com/office/powerpoint/2010/main">
  <p:cSld name="Potrzebuję czekolady">
    <p:bg>
      <p:bgPr>
        <a:solidFill>
          <a:srgbClr val="FFFFFF"/>
        </a:solidFill>
        <a:effectLst/>
      </p:bgPr>
    </p:bg>
    <p:spTree>
      <p:nvGrpSpPr>
        <p:cNvPr id="1" name=""/>
        <p:cNvGrpSpPr/>
        <p:nvPr/>
      </p:nvGrpSpPr>
      <p:grpSpPr>
        <a:xfrm>
          <a:off x="0" y="0"/>
          <a:ext cx="0" cy="0"/>
          <a:chOff x="0" y="0"/>
          <a:chExt cx="0" cy="0"/>
        </a:xfrm>
      </p:grpSpPr>
      <p:sp>
        <p:nvSpPr>
          <p:cNvPr id="2" name="Tekst: Coś słodkiego dla gości. Teraz."/>
          <p:cNvSpPr txBox="1"/>
          <p:nvPr/>
        </p:nvSpPr>
        <p:spPr>
          <a:xfrm>
            <a:off x="825153" y="3062595"/>
            <a:ext cx="4769287" cy="379730"/>
          </a:xfrm>
          <a:prstGeom prst="rect">
            <a:avLst/>
          </a:prstGeom>
          <a:noFill/>
          <a:ln>
            <a:noFill/>
          </a:ln>
        </p:spPr>
        <p:txBody>
          <a:bodyPr wrap="none" lIns="0" tIns="0" rIns="0" bIns="0" rtlCol="0" anchor="t">
            <a:noAutofit/>
          </a:bodyPr>
          <a:lstStyle/>
          <a:p>
            <a:pPr algn="l">
              <a:spcBef>
                <a:spcPts val="0"/>
              </a:spcBef>
              <a:spcAft>
                <a:spcPts val="0"/>
              </a:spcAft>
              <a:buNone/>
            </a:pPr>
            <a:r>
              <a:rPr lang="pl-PL" sz="2300" kern="100" dirty="0">
                <a:solidFill>
                  <a:srgbClr val="151515"/>
                </a:solidFill>
                <a:latin typeface="Lato"/>
                <a:cs typeface="Lato"/>
              </a:rPr>
              <a:t>Coś słodkiego dla gości. Teraz.</a:t>
            </a:r>
            <a:endParaRPr lang="pl-PL" sz="2300" kern="100" dirty="0">
              <a:solidFill>
                <a:srgbClr val="151515"/>
              </a:solidFill>
              <a:latin typeface="Lato"/>
              <a:cs typeface="Lato"/>
            </a:endParaRPr>
          </a:p>
        </p:txBody>
      </p:sp>
      <p:sp>
        <p:nvSpPr>
          <p:cNvPr id="3" name="Kształt"/>
          <p:cNvSpPr/>
          <p:nvPr/>
        </p:nvSpPr>
        <p:spPr>
          <a:xfrm rot="420000">
            <a:off x="9956624" y="4522909"/>
            <a:ext cx="704850" cy="488950"/>
          </a:xfrm>
          <a:prstGeom prst="roundRect">
            <a:avLst>
              <a:gd name="adj" fmla="val 10465"/>
            </a:avLst>
          </a:prstGeom>
          <a:solidFill>
            <a:srgbClr val="5A3321"/>
          </a:solidFill>
          <a:ln w="57150">
            <a:solidFill>
              <a:srgbClr val="6D4029"/>
            </a:solidFill>
          </a:ln>
          <a:effectLst>
            <a:outerShdw blurRad="114300" dist="63500" dir="5400000" algn="ctr" rotWithShape="0">
              <a:srgbClr val="000000">
                <a:alpha val="13300"/>
              </a:srgbClr>
            </a:outerShdw>
          </a:effectLst>
        </p:spPr>
        <p:txBody>
          <a:bodyPr rtlCol="0" anchor="ctr"/>
          <a:lstStyle/>
          <a:p>
            <a:pPr algn="ctr"/>
            <a:endParaRPr lang="pl-PL" dirty="0"/>
          </a:p>
        </p:txBody>
      </p:sp>
      <p:sp>
        <p:nvSpPr>
          <p:cNvPr id="4" name="Kształt 2"/>
          <p:cNvSpPr/>
          <p:nvPr/>
        </p:nvSpPr>
        <p:spPr>
          <a:xfrm rot="20820000">
            <a:off x="9151207" y="4736960"/>
            <a:ext cx="704850" cy="488950"/>
          </a:xfrm>
          <a:prstGeom prst="roundRect">
            <a:avLst>
              <a:gd name="adj" fmla="val 10465"/>
            </a:avLst>
          </a:prstGeom>
          <a:solidFill>
            <a:srgbClr val="5A3321"/>
          </a:solidFill>
          <a:ln w="57150">
            <a:solidFill>
              <a:srgbClr val="6D4029"/>
            </a:solidFill>
          </a:ln>
          <a:effectLst>
            <a:outerShdw blurRad="114300" dist="63500" dir="5400000" algn="ctr" rotWithShape="0">
              <a:srgbClr val="000000">
                <a:alpha val="13300"/>
              </a:srgbClr>
            </a:outerShdw>
          </a:effectLst>
        </p:spPr>
        <p:txBody>
          <a:bodyPr rtlCol="0" anchor="ctr"/>
          <a:lstStyle/>
          <a:p>
            <a:pPr algn="ctr"/>
            <a:endParaRPr lang="pl-PL" dirty="0"/>
          </a:p>
        </p:txBody>
      </p:sp>
      <p:sp>
        <p:nvSpPr>
          <p:cNvPr id="5" name="Kształt 3"/>
          <p:cNvSpPr/>
          <p:nvPr/>
        </p:nvSpPr>
        <p:spPr>
          <a:xfrm>
            <a:off x="8988997" y="2353761"/>
            <a:ext cx="1616119" cy="641545"/>
          </a:xfrm>
          <a:custGeom>
            <a:avLst/>
            <a:gdLst/>
            <a:ahLst/>
            <a:cxnLst/>
            <a:rect l="0" t="0" r="r" b="b"/>
            <a:pathLst>
              <a:path w="1616119" h="641545">
                <a:moveTo>
                  <a:pt x="40452" y="641545"/>
                </a:moveTo>
                <a:lnTo>
                  <a:pt x="0" y="312087"/>
                </a:lnTo>
                <a:lnTo>
                  <a:pt x="186469" y="172870"/>
                </a:lnTo>
                <a:lnTo>
                  <a:pt x="331216" y="285959"/>
                </a:lnTo>
                <a:lnTo>
                  <a:pt x="534022" y="42954"/>
                </a:lnTo>
                <a:lnTo>
                  <a:pt x="741343" y="191981"/>
                </a:lnTo>
                <a:lnTo>
                  <a:pt x="952943" y="20598"/>
                </a:lnTo>
                <a:lnTo>
                  <a:pt x="1160264" y="169624"/>
                </a:lnTo>
                <a:lnTo>
                  <a:pt x="1357540" y="0"/>
                </a:lnTo>
                <a:lnTo>
                  <a:pt x="1572149" y="89971"/>
                </a:lnTo>
                <a:lnTo>
                  <a:pt x="1616119" y="448077"/>
                </a:lnTo>
                <a:close/>
              </a:path>
            </a:pathLst>
          </a:custGeom>
          <a:solidFill>
            <a:srgbClr val="C9CCD2"/>
          </a:solidFill>
          <a:ln>
            <a:noFill/>
          </a:ln>
        </p:spPr>
        <p:txBody>
          <a:bodyPr rtlCol="0" anchor="ctr"/>
          <a:lstStyle/>
          <a:p>
            <a:pPr algn="ctr"/>
            <a:endParaRPr lang="pl-PL" dirty="0"/>
          </a:p>
        </p:txBody>
      </p:sp>
      <p:sp>
        <p:nvSpPr>
          <p:cNvPr id="6" name="Kształt 4"/>
          <p:cNvSpPr/>
          <p:nvPr/>
        </p:nvSpPr>
        <p:spPr>
          <a:xfrm>
            <a:off x="9003067" y="2507810"/>
            <a:ext cx="1602049" cy="487495"/>
          </a:xfrm>
          <a:custGeom>
            <a:avLst/>
            <a:gdLst/>
            <a:ahLst/>
            <a:cxnLst/>
            <a:rect l="0" t="0" r="r" b="b"/>
            <a:pathLst>
              <a:path w="1602049" h="487495">
                <a:moveTo>
                  <a:pt x="26382" y="487495"/>
                </a:moveTo>
                <a:lnTo>
                  <a:pt x="0" y="272632"/>
                </a:lnTo>
                <a:lnTo>
                  <a:pt x="202552" y="145980"/>
                </a:lnTo>
                <a:lnTo>
                  <a:pt x="374189" y="241227"/>
                </a:lnTo>
                <a:lnTo>
                  <a:pt x="580513" y="26871"/>
                </a:lnTo>
                <a:lnTo>
                  <a:pt x="786075" y="161574"/>
                </a:lnTo>
                <a:lnTo>
                  <a:pt x="985109" y="6274"/>
                </a:lnTo>
                <a:lnTo>
                  <a:pt x="1190671" y="140976"/>
                </a:lnTo>
                <a:lnTo>
                  <a:pt x="1391464" y="0"/>
                </a:lnTo>
                <a:lnTo>
                  <a:pt x="1573908" y="64840"/>
                </a:lnTo>
                <a:lnTo>
                  <a:pt x="1602049" y="294028"/>
                </a:lnTo>
                <a:close/>
              </a:path>
            </a:pathLst>
          </a:custGeom>
          <a:solidFill>
            <a:srgbClr val="E8EAEE"/>
          </a:solidFill>
          <a:ln>
            <a:noFill/>
          </a:ln>
        </p:spPr>
        <p:txBody>
          <a:bodyPr rtlCol="0" anchor="ctr"/>
          <a:lstStyle/>
          <a:p>
            <a:pPr algn="ctr"/>
            <a:endParaRPr lang="pl-PL" dirty="0"/>
          </a:p>
        </p:txBody>
      </p:sp>
      <p:sp>
        <p:nvSpPr>
          <p:cNvPr id="7" name="Kształt 5"/>
          <p:cNvSpPr/>
          <p:nvPr/>
        </p:nvSpPr>
        <p:spPr>
          <a:xfrm rot="21180000">
            <a:off x="7307143" y="2806416"/>
            <a:ext cx="3556000" cy="1701800"/>
          </a:xfrm>
          <a:prstGeom prst="roundRect">
            <a:avLst>
              <a:gd name="adj" fmla="val 4478"/>
            </a:avLst>
          </a:prstGeom>
          <a:gradFill rotWithShape="1">
            <a:gsLst>
              <a:gs pos="0">
                <a:srgbClr val="2E2E2E"/>
              </a:gs>
              <a:gs pos="100000">
                <a:srgbClr val="141414"/>
              </a:gs>
            </a:gsLst>
            <a:lin ang="5400000" scaled="0"/>
          </a:gradFill>
          <a:ln>
            <a:noFill/>
          </a:ln>
          <a:effectLst>
            <a:outerShdw blurRad="254000" dist="165100" dir="5400000" algn="ctr" rotWithShape="0">
              <a:srgbClr val="000000">
                <a:alpha val="20000"/>
              </a:srgbClr>
            </a:outerShdw>
          </a:effectLst>
        </p:spPr>
        <p:txBody>
          <a:bodyPr rtlCol="0" anchor="ctr"/>
          <a:lstStyle/>
          <a:p>
            <a:pPr algn="ctr"/>
            <a:endParaRPr lang="pl-PL" dirty="0"/>
          </a:p>
        </p:txBody>
      </p:sp>
      <p:sp>
        <p:nvSpPr>
          <p:cNvPr id="8" name="Linia"/>
          <p:cNvSpPr/>
          <p:nvPr/>
        </p:nvSpPr>
        <p:spPr>
          <a:xfrm rot="21180000">
            <a:off x="7318408" y="2990597"/>
            <a:ext cx="533400" cy="1701800"/>
          </a:xfrm>
          <a:prstGeom prst="rect">
            <a:avLst/>
          </a:prstGeom>
          <a:solidFill>
            <a:srgbClr val="D6B15E"/>
          </a:solidFill>
          <a:ln>
            <a:noFill/>
          </a:ln>
        </p:spPr>
        <p:txBody>
          <a:bodyPr rtlCol="0" anchor="ctr"/>
          <a:lstStyle/>
          <a:p>
            <a:pPr algn="ctr"/>
            <a:endParaRPr lang="pl-PL" dirty="0"/>
          </a:p>
        </p:txBody>
      </p:sp>
      <p:sp>
        <p:nvSpPr>
          <p:cNvPr id="9" name="Tekst: ?"/>
          <p:cNvSpPr txBox="1"/>
          <p:nvPr/>
        </p:nvSpPr>
        <p:spPr>
          <a:xfrm rot="21180000">
            <a:off x="8106109" y="3025216"/>
            <a:ext cx="776049" cy="1117600"/>
          </a:xfrm>
          <a:prstGeom prst="rect">
            <a:avLst/>
          </a:prstGeom>
          <a:noFill/>
          <a:ln>
            <a:noFill/>
          </a:ln>
        </p:spPr>
        <p:txBody>
          <a:bodyPr wrap="none" lIns="0" tIns="0" rIns="0" bIns="0" rtlCol="0" anchor="t">
            <a:noAutofit/>
          </a:bodyPr>
          <a:lstStyle/>
          <a:p>
            <a:pPr algn="l">
              <a:spcBef>
                <a:spcPts val="0"/>
              </a:spcBef>
              <a:spcAft>
                <a:spcPts val="0"/>
              </a:spcAft>
              <a:buNone/>
            </a:pPr>
            <a:r>
              <a:rPr lang="pl-PL" sz="8800" kern="100" dirty="0">
                <a:solidFill>
                  <a:srgbClr val="FFFFFF"/>
                </a:solidFill>
                <a:latin typeface="Lato Black"/>
                <a:cs typeface="Lato Black"/>
              </a:rPr>
              <a:t>?</a:t>
            </a:r>
            <a:endParaRPr lang="pl-PL" sz="8800" kern="100" dirty="0">
              <a:solidFill>
                <a:srgbClr val="FFFFFF"/>
              </a:solidFill>
              <a:latin typeface="Lato Black"/>
              <a:cs typeface="Lato Black"/>
            </a:endParaRPr>
          </a:p>
        </p:txBody>
      </p:sp>
      <p:sp>
        <p:nvSpPr>
          <p:cNvPr id="10" name="Tekst: CZEKOLADA"/>
          <p:cNvSpPr txBox="1"/>
          <p:nvPr/>
        </p:nvSpPr>
        <p:spPr>
          <a:xfrm rot="21180000">
            <a:off x="8192469" y="3990819"/>
            <a:ext cx="2435900" cy="292100"/>
          </a:xfrm>
          <a:prstGeom prst="rect">
            <a:avLst/>
          </a:prstGeom>
          <a:noFill/>
          <a:ln>
            <a:noFill/>
          </a:ln>
        </p:spPr>
        <p:txBody>
          <a:bodyPr wrap="none" lIns="0" tIns="0" rIns="0" bIns="0" rtlCol="0" anchor="t">
            <a:noAutofit/>
          </a:bodyPr>
          <a:lstStyle/>
          <a:p>
            <a:pPr algn="l">
              <a:spcBef>
                <a:spcPts val="0"/>
              </a:spcBef>
              <a:spcAft>
                <a:spcPts val="0"/>
              </a:spcAft>
              <a:buNone/>
            </a:pPr>
            <a:r>
              <a:rPr lang="pl-PL" sz="2300" kern="100" spc="138" dirty="0">
                <a:solidFill>
                  <a:srgbClr val="FFFFFF"/>
                </a:solidFill>
                <a:latin typeface="Lato Black"/>
                <a:cs typeface="Lato Black"/>
              </a:rPr>
              <a:t>CZEKOLADA</a:t>
            </a:r>
            <a:endParaRPr lang="pl-PL" sz="2300" kern="100" spc="138" dirty="0">
              <a:solidFill>
                <a:srgbClr val="FFFFFF"/>
              </a:solidFill>
              <a:latin typeface="Lato Black"/>
              <a:cs typeface="Lato Black"/>
            </a:endParaRPr>
          </a:p>
        </p:txBody>
      </p:sp>
      <p:sp>
        <p:nvSpPr>
          <p:cNvPr id="11" name="Tekst: Produkt znam. Marki jeszcze nie wybrałam · 1"/>
          <p:cNvSpPr txBox="1"/>
          <p:nvPr/>
        </p:nvSpPr>
        <p:spPr>
          <a:xfrm>
            <a:off x="825351" y="4721225"/>
            <a:ext cx="4358283" cy="357188"/>
          </a:xfrm>
          <a:prstGeom prst="rect">
            <a:avLst/>
          </a:prstGeom>
          <a:noFill/>
          <a:ln>
            <a:noFill/>
          </a:ln>
        </p:spPr>
        <p:txBody>
          <a:bodyPr wrap="none" lIns="0" tIns="0" rIns="0" bIns="0" rtlCol="0" anchor="ctr">
            <a:noAutofit/>
          </a:bodyPr>
          <a:lstStyle/>
          <a:p>
            <a:pPr algn="l">
              <a:spcBef>
                <a:spcPts val="0"/>
              </a:spcBef>
              <a:spcAft>
                <a:spcPts val="0"/>
              </a:spcAft>
              <a:buNone/>
            </a:pPr>
            <a:r>
              <a:rPr lang="pl-PL" sz="2250" kern="100" dirty="0">
                <a:solidFill>
                  <a:srgbClr val="666666"/>
                </a:solidFill>
                <a:latin typeface="Lato"/>
                <a:cs typeface="Lato"/>
              </a:rPr>
              <a:t>Produkt znam.</a:t>
            </a:r>
            <a:endParaRPr lang="pl-PL" sz="2250" kern="100" dirty="0">
              <a:solidFill>
                <a:srgbClr val="666666"/>
              </a:solidFill>
              <a:latin typeface="Lato"/>
              <a:cs typeface="Lato"/>
            </a:endParaRPr>
          </a:p>
        </p:txBody>
      </p:sp>
      <p:sp>
        <p:nvSpPr>
          <p:cNvPr id="12" name="Tekst: Produkt znam. Marki jeszcze nie wybrałam · 2"/>
          <p:cNvSpPr txBox="1"/>
          <p:nvPr/>
        </p:nvSpPr>
        <p:spPr>
          <a:xfrm>
            <a:off x="825351" y="5078413"/>
            <a:ext cx="4358283" cy="357188"/>
          </a:xfrm>
          <a:prstGeom prst="rect">
            <a:avLst/>
          </a:prstGeom>
          <a:noFill/>
          <a:ln>
            <a:noFill/>
          </a:ln>
        </p:spPr>
        <p:txBody>
          <a:bodyPr wrap="none" lIns="0" tIns="0" rIns="0" bIns="0" rtlCol="0" anchor="ctr">
            <a:noAutofit/>
          </a:bodyPr>
          <a:lstStyle/>
          <a:p>
            <a:pPr algn="l">
              <a:spcBef>
                <a:spcPts val="0"/>
              </a:spcBef>
              <a:spcAft>
                <a:spcPts val="0"/>
              </a:spcAft>
              <a:buNone/>
            </a:pPr>
            <a:r>
              <a:rPr lang="pl-PL" sz="2250" kern="100" dirty="0">
                <a:solidFill>
                  <a:srgbClr val="EE312F"/>
                </a:solidFill>
                <a:latin typeface="Lato"/>
                <a:cs typeface="Lato"/>
              </a:rPr>
              <a:t>Marki jeszcze nie wybrałam.</a:t>
            </a:r>
            <a:endParaRPr lang="pl-PL" sz="2250" kern="100" dirty="0">
              <a:solidFill>
                <a:srgbClr val="EE312F"/>
              </a:solidFill>
              <a:latin typeface="Lato"/>
              <a:cs typeface="Lato"/>
            </a:endParaRPr>
          </a:p>
        </p:txBody>
      </p:sp>
      <p:sp>
        <p:nvSpPr>
          <p:cNvPr id="13" name="Tekst: Plan konsumentki"/>
          <p:cNvSpPr txBox="1"/>
          <p:nvPr/>
        </p:nvSpPr>
        <p:spPr>
          <a:xfrm>
            <a:off x="825698" y="1111250"/>
            <a:ext cx="2743200" cy="205740"/>
          </a:xfrm>
          <a:prstGeom prst="rect">
            <a:avLst/>
          </a:prstGeom>
          <a:noFill/>
          <a:ln>
            <a:noFill/>
          </a:ln>
        </p:spPr>
        <p:txBody>
          <a:bodyPr wrap="none" lIns="0" tIns="0" rIns="0" bIns="0" rtlCol="0" anchor="t">
            <a:noAutofit/>
          </a:bodyPr>
          <a:lstStyle/>
          <a:p>
            <a:pPr algn="l">
              <a:spcBef>
                <a:spcPts val="0"/>
              </a:spcBef>
              <a:spcAft>
                <a:spcPts val="0"/>
              </a:spcAft>
              <a:buNone/>
            </a:pPr>
            <a:r>
              <a:rPr lang="pl-PL" sz="1350" b="1" kern="100" cap="all" spc="189" dirty="0">
                <a:solidFill>
                  <a:srgbClr val="666666"/>
                </a:solidFill>
                <a:latin typeface="Lato"/>
                <a:cs typeface="Lato"/>
              </a:rPr>
              <a:t>Plan konsumentki</a:t>
            </a:r>
            <a:endParaRPr lang="pl-PL" sz="1350" b="1" kern="100" cap="all" spc="189" dirty="0">
              <a:solidFill>
                <a:srgbClr val="666666"/>
              </a:solidFill>
              <a:latin typeface="Lato"/>
              <a:cs typeface="Lato"/>
            </a:endParaRPr>
          </a:p>
        </p:txBody>
      </p:sp>
      <p:sp>
        <p:nvSpPr>
          <p:cNvPr id="14" name="Tekst: Potrzebuję czekolady. · 1"/>
          <p:cNvSpPr txBox="1"/>
          <p:nvPr/>
        </p:nvSpPr>
        <p:spPr>
          <a:xfrm>
            <a:off x="825698" y="1528354"/>
            <a:ext cx="3444716" cy="643128"/>
          </a:xfrm>
          <a:prstGeom prst="rect">
            <a:avLst/>
          </a:prstGeom>
          <a:noFill/>
          <a:ln>
            <a:noFill/>
          </a:ln>
        </p:spPr>
        <p:txBody>
          <a:bodyPr wrap="none" lIns="0" tIns="0" rIns="0" bIns="0" rtlCol="0" anchor="ctr">
            <a:noAutofit/>
          </a:bodyPr>
          <a:lstStyle/>
          <a:p>
            <a:pPr algn="l">
              <a:spcBef>
                <a:spcPts val="0"/>
              </a:spcBef>
              <a:spcAft>
                <a:spcPts val="0"/>
              </a:spcAft>
              <a:buNone/>
            </a:pPr>
            <a:r>
              <a:rPr lang="pl-PL" sz="4800" kern="100" spc="-168" dirty="0">
                <a:solidFill>
                  <a:srgbClr val="151515"/>
                </a:solidFill>
                <a:latin typeface="Lato Black"/>
                <a:cs typeface="Lato Black"/>
              </a:rPr>
              <a:t>Potrzebuję</a:t>
            </a:r>
            <a:endParaRPr lang="pl-PL" sz="4800" kern="100" spc="-168" dirty="0">
              <a:solidFill>
                <a:srgbClr val="151515"/>
              </a:solidFill>
              <a:latin typeface="Lato Black"/>
              <a:cs typeface="Lato Black"/>
            </a:endParaRPr>
          </a:p>
        </p:txBody>
      </p:sp>
      <p:sp>
        <p:nvSpPr>
          <p:cNvPr id="15" name="Tekst: Potrzebuję czekolady. · 2"/>
          <p:cNvSpPr txBox="1"/>
          <p:nvPr/>
        </p:nvSpPr>
        <p:spPr>
          <a:xfrm>
            <a:off x="825698" y="2171482"/>
            <a:ext cx="3444716" cy="643128"/>
          </a:xfrm>
          <a:prstGeom prst="rect">
            <a:avLst/>
          </a:prstGeom>
          <a:noFill/>
          <a:ln>
            <a:noFill/>
          </a:ln>
        </p:spPr>
        <p:txBody>
          <a:bodyPr wrap="none" lIns="0" tIns="0" rIns="0" bIns="0" rtlCol="0" anchor="ctr">
            <a:noAutofit/>
          </a:bodyPr>
          <a:lstStyle/>
          <a:p>
            <a:pPr algn="l">
              <a:spcBef>
                <a:spcPts val="0"/>
              </a:spcBef>
              <a:spcAft>
                <a:spcPts val="0"/>
              </a:spcAft>
              <a:buNone/>
            </a:pPr>
            <a:r>
              <a:rPr lang="pl-PL" sz="4800" kern="100" spc="-168" dirty="0">
                <a:solidFill>
                  <a:srgbClr val="151515"/>
                </a:solidFill>
                <a:latin typeface="Lato Black"/>
                <a:cs typeface="Lato Black"/>
              </a:rPr>
              <a:t>czekolady.</a:t>
            </a:r>
            <a:endParaRPr lang="pl-PL" sz="4800" kern="100" spc="-168" dirty="0">
              <a:solidFill>
                <a:srgbClr val="151515"/>
              </a:solidFill>
              <a:latin typeface="Lato Black"/>
              <a:cs typeface="Lato Black"/>
            </a:endParaRPr>
          </a:p>
        </p:txBody>
      </p:sp>
      <p:pic>
        <p:nvPicPr>
          <p:cNvPr id="16" name="!!Logo" descr="I love marketing &amp; technology"/>
          <p:cNvPicPr>
            <a:picLocks noChangeAspect="1"/>
          </p:cNvPicPr>
          <p:nvPr/>
        </p:nvPicPr>
        <p:blipFill>
          <a:blip r:embed="rId3"/>
          <a:stretch>
            <a:fillRect/>
          </a:stretch>
        </p:blipFill>
        <p:spPr>
          <a:xfrm>
            <a:off x="825500" y="363240"/>
            <a:ext cx="3048000" cy="273050"/>
          </a:xfrm>
          <a:prstGeom prst="rect">
            <a:avLst/>
          </a:prstGeom>
        </p:spPr>
      </p:pic>
      <p:pic>
        <p:nvPicPr>
          <p:cNvPr id="17" name="!!Serce w rogu"/>
          <p:cNvPicPr>
            <a:picLocks noChangeAspect="1"/>
          </p:cNvPicPr>
          <p:nvPr/>
        </p:nvPicPr>
        <p:blipFill>
          <a:blip r:embed="rId4"/>
          <a:stretch>
            <a:fillRect/>
          </a:stretch>
        </p:blipFill>
        <p:spPr>
          <a:xfrm>
            <a:off x="10966450" y="330349"/>
            <a:ext cx="431800" cy="355600"/>
          </a:xfrm>
          <a:prstGeom prst="rect">
            <a:avLst/>
          </a:prstGeom>
        </p:spPr>
      </p:pic>
      <p:sp>
        <p:nvSpPr>
          <p:cNvPr id="18" name="!!Zegar – napis · 1"/>
          <p:cNvSpPr txBox="1"/>
          <p:nvPr/>
        </p:nvSpPr>
        <p:spPr>
          <a:xfrm>
            <a:off x="9093369" y="39052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777777"/>
                </a:solidFill>
                <a:latin typeface="Lato Black"/>
                <a:cs typeface="Lato Black"/>
              </a:rPr>
              <a:t>Goście</a:t>
            </a:r>
            <a:endParaRPr lang="pl-PL" sz="900" kern="100" cap="all" spc="108" dirty="0">
              <a:solidFill>
                <a:srgbClr val="777777"/>
              </a:solidFill>
              <a:latin typeface="Lato Black"/>
              <a:cs typeface="Lato Black"/>
            </a:endParaRPr>
          </a:p>
        </p:txBody>
      </p:sp>
      <p:sp>
        <p:nvSpPr>
          <p:cNvPr id="19" name="!!Zegar – napis · 2"/>
          <p:cNvSpPr txBox="1"/>
          <p:nvPr/>
        </p:nvSpPr>
        <p:spPr>
          <a:xfrm>
            <a:off x="9093369" y="52768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777777"/>
                </a:solidFill>
                <a:latin typeface="Lato Black"/>
                <a:cs typeface="Lato Black"/>
              </a:rPr>
              <a:t>w drodze</a:t>
            </a:r>
            <a:endParaRPr lang="pl-PL" sz="900" kern="100" cap="all" spc="108" dirty="0">
              <a:solidFill>
                <a:srgbClr val="777777"/>
              </a:solidFill>
              <a:latin typeface="Lato Black"/>
              <a:cs typeface="Lato Black"/>
            </a:endParaRPr>
          </a:p>
        </p:txBody>
      </p:sp>
      <p:sp>
        <p:nvSpPr>
          <p:cNvPr id="20" name="!!Zegar – tarcza"/>
          <p:cNvSpPr/>
          <p:nvPr/>
        </p:nvSpPr>
        <p:spPr>
          <a:xfrm>
            <a:off x="10251440" y="281940"/>
            <a:ext cx="502920" cy="502920"/>
          </a:xfrm>
          <a:prstGeom prst="ellipse">
            <a:avLst/>
          </a:prstGeom>
          <a:solidFill>
            <a:srgbClr val="FFFFFF"/>
          </a:solidFill>
          <a:ln w="23283">
            <a:solidFill>
              <a:srgbClr val="151515"/>
            </a:solidFill>
            <a:round/>
          </a:ln>
        </p:spPr>
        <p:txBody>
          <a:bodyPr rtlCol="0" anchor="ctr"/>
          <a:lstStyle/>
          <a:p>
            <a:pPr algn="ctr"/>
            <a:endParaRPr lang="pl-PL" dirty="0"/>
          </a:p>
        </p:txBody>
      </p:sp>
      <p:sp>
        <p:nvSpPr>
          <p:cNvPr id="21" name="!!Zegar – wycinek 1"/>
          <p:cNvSpPr/>
          <p:nvPr/>
        </p:nvSpPr>
        <p:spPr>
          <a:xfrm>
            <a:off x="10502900" y="314537"/>
            <a:ext cx="67522" cy="218863"/>
          </a:xfrm>
          <a:custGeom>
            <a:avLst/>
            <a:gdLst/>
            <a:ahLst/>
            <a:cxnLst/>
            <a:rect l="0" t="0" r="r" b="b"/>
            <a:pathLst>
              <a:path w="67522" h="218863">
                <a:moveTo>
                  <a:pt x="0" y="218863"/>
                </a:moveTo>
                <a:lnTo>
                  <a:pt x="0" y="0"/>
                </a:lnTo>
                <a:lnTo>
                  <a:pt x="17230" y="466"/>
                </a:lnTo>
                <a:lnTo>
                  <a:pt x="34459" y="2794"/>
                </a:lnTo>
                <a:lnTo>
                  <a:pt x="51223" y="6054"/>
                </a:lnTo>
                <a:lnTo>
                  <a:pt x="67522" y="10710"/>
                </a:lnTo>
                <a:close/>
              </a:path>
            </a:pathLst>
          </a:custGeom>
          <a:solidFill>
            <a:srgbClr val="EE312F"/>
          </a:solidFill>
          <a:ln w="3725">
            <a:solidFill>
              <a:srgbClr val="EE312F"/>
            </a:solidFill>
            <a:round/>
          </a:ln>
        </p:spPr>
        <p:txBody>
          <a:bodyPr rtlCol="0" anchor="ctr"/>
          <a:lstStyle/>
          <a:p>
            <a:pPr algn="ctr"/>
            <a:endParaRPr lang="pl-PL" dirty="0"/>
          </a:p>
        </p:txBody>
      </p:sp>
      <p:sp>
        <p:nvSpPr>
          <p:cNvPr id="22" name="!!Zegar – wycinek 2"/>
          <p:cNvSpPr/>
          <p:nvPr/>
        </p:nvSpPr>
        <p:spPr>
          <a:xfrm>
            <a:off x="10502900" y="325247"/>
            <a:ext cx="128524" cy="208153"/>
          </a:xfrm>
          <a:custGeom>
            <a:avLst/>
            <a:gdLst/>
            <a:ahLst/>
            <a:cxnLst/>
            <a:rect l="0" t="0" r="r" b="b"/>
            <a:pathLst>
              <a:path w="128524" h="208153">
                <a:moveTo>
                  <a:pt x="0" y="208153"/>
                </a:moveTo>
                <a:lnTo>
                  <a:pt x="67522" y="0"/>
                </a:lnTo>
                <a:lnTo>
                  <a:pt x="83820" y="6054"/>
                </a:lnTo>
                <a:lnTo>
                  <a:pt x="99187" y="13039"/>
                </a:lnTo>
                <a:lnTo>
                  <a:pt x="114554" y="21421"/>
                </a:lnTo>
                <a:lnTo>
                  <a:pt x="128524" y="31200"/>
                </a:lnTo>
                <a:close/>
              </a:path>
            </a:pathLst>
          </a:custGeom>
          <a:solidFill>
            <a:srgbClr val="EE312F"/>
          </a:solidFill>
          <a:ln w="3725">
            <a:solidFill>
              <a:srgbClr val="EE312F"/>
            </a:solidFill>
            <a:round/>
          </a:ln>
        </p:spPr>
        <p:txBody>
          <a:bodyPr rtlCol="0" anchor="ctr"/>
          <a:lstStyle/>
          <a:p>
            <a:pPr algn="ctr"/>
            <a:endParaRPr lang="pl-PL" dirty="0"/>
          </a:p>
        </p:txBody>
      </p:sp>
      <p:sp>
        <p:nvSpPr>
          <p:cNvPr id="23" name="!!Zegar – wycinek 3"/>
          <p:cNvSpPr/>
          <p:nvPr/>
        </p:nvSpPr>
        <p:spPr>
          <a:xfrm>
            <a:off x="10502900" y="356447"/>
            <a:ext cx="176953" cy="176953"/>
          </a:xfrm>
          <a:custGeom>
            <a:avLst/>
            <a:gdLst/>
            <a:ahLst/>
            <a:cxnLst/>
            <a:rect l="0" t="0" r="r" b="b"/>
            <a:pathLst>
              <a:path w="176953" h="176953">
                <a:moveTo>
                  <a:pt x="0" y="176953"/>
                </a:moveTo>
                <a:lnTo>
                  <a:pt x="128524" y="0"/>
                </a:lnTo>
                <a:lnTo>
                  <a:pt x="142028" y="10710"/>
                </a:lnTo>
                <a:lnTo>
                  <a:pt x="154601" y="22352"/>
                </a:lnTo>
                <a:lnTo>
                  <a:pt x="166243" y="34925"/>
                </a:lnTo>
                <a:lnTo>
                  <a:pt x="176953" y="48429"/>
                </a:lnTo>
                <a:close/>
              </a:path>
            </a:pathLst>
          </a:custGeom>
          <a:solidFill>
            <a:srgbClr val="EE312F"/>
          </a:solidFill>
          <a:ln w="3725">
            <a:solidFill>
              <a:srgbClr val="EE312F"/>
            </a:solidFill>
            <a:round/>
          </a:ln>
        </p:spPr>
        <p:txBody>
          <a:bodyPr rtlCol="0" anchor="ctr"/>
          <a:lstStyle/>
          <a:p>
            <a:pPr algn="ctr"/>
            <a:endParaRPr lang="pl-PL" dirty="0"/>
          </a:p>
        </p:txBody>
      </p:sp>
      <p:sp>
        <p:nvSpPr>
          <p:cNvPr id="24" name="!!Zegar – wycinek 4"/>
          <p:cNvSpPr/>
          <p:nvPr/>
        </p:nvSpPr>
        <p:spPr>
          <a:xfrm>
            <a:off x="10502900" y="404876"/>
            <a:ext cx="208153" cy="128524"/>
          </a:xfrm>
          <a:custGeom>
            <a:avLst/>
            <a:gdLst/>
            <a:ahLst/>
            <a:cxnLst/>
            <a:rect l="0" t="0" r="r" b="b"/>
            <a:pathLst>
              <a:path w="208153" h="128524">
                <a:moveTo>
                  <a:pt x="0" y="128524"/>
                </a:moveTo>
                <a:lnTo>
                  <a:pt x="176953" y="0"/>
                </a:lnTo>
                <a:lnTo>
                  <a:pt x="186732" y="13970"/>
                </a:lnTo>
                <a:lnTo>
                  <a:pt x="195114" y="29337"/>
                </a:lnTo>
                <a:lnTo>
                  <a:pt x="202099" y="44704"/>
                </a:lnTo>
                <a:lnTo>
                  <a:pt x="208153" y="61002"/>
                </a:lnTo>
                <a:close/>
              </a:path>
            </a:pathLst>
          </a:custGeom>
          <a:solidFill>
            <a:srgbClr val="EE312F"/>
          </a:solidFill>
          <a:ln w="3725">
            <a:solidFill>
              <a:srgbClr val="EE312F"/>
            </a:solidFill>
            <a:round/>
          </a:ln>
        </p:spPr>
        <p:txBody>
          <a:bodyPr rtlCol="0" anchor="ctr"/>
          <a:lstStyle/>
          <a:p>
            <a:pPr algn="ctr"/>
            <a:endParaRPr lang="pl-PL" dirty="0"/>
          </a:p>
        </p:txBody>
      </p:sp>
      <p:sp>
        <p:nvSpPr>
          <p:cNvPr id="25" name="!!Zegar – kreska 1"/>
          <p:cNvSpPr/>
          <p:nvPr/>
        </p:nvSpPr>
        <p:spPr>
          <a:xfrm>
            <a:off x="10491258" y="295910"/>
            <a:ext cx="23283" cy="46567"/>
          </a:xfrm>
          <a:custGeom>
            <a:avLst/>
            <a:gdLst/>
            <a:ahLst/>
            <a:cxnLst/>
            <a:rect l="0" t="0" r="r" b="b"/>
            <a:pathLst>
              <a:path w="23283" h="46567">
                <a:moveTo>
                  <a:pt x="0" y="46567"/>
                </a:moveTo>
                <a:lnTo>
                  <a:pt x="23283" y="46567"/>
                </a:lnTo>
                <a:lnTo>
                  <a:pt x="23283" y="0"/>
                </a:lnTo>
                <a:lnTo>
                  <a:pt x="0" y="0"/>
                </a:lnTo>
                <a:close/>
              </a:path>
            </a:pathLst>
          </a:custGeom>
          <a:solidFill>
            <a:srgbClr val="151515"/>
          </a:solidFill>
          <a:ln>
            <a:noFill/>
          </a:ln>
        </p:spPr>
        <p:txBody>
          <a:bodyPr rtlCol="0" anchor="ctr"/>
          <a:lstStyle/>
          <a:p>
            <a:pPr algn="ctr"/>
            <a:endParaRPr lang="pl-PL" dirty="0"/>
          </a:p>
        </p:txBody>
      </p:sp>
      <p:sp>
        <p:nvSpPr>
          <p:cNvPr id="26" name="!!Zegar – kreska 2"/>
          <p:cNvSpPr/>
          <p:nvPr/>
        </p:nvSpPr>
        <p:spPr>
          <a:xfrm>
            <a:off x="10693823" y="521758"/>
            <a:ext cx="46567" cy="23283"/>
          </a:xfrm>
          <a:custGeom>
            <a:avLst/>
            <a:gdLst/>
            <a:ahLst/>
            <a:cxnLst/>
            <a:rect l="0" t="0" r="r" b="b"/>
            <a:pathLst>
              <a:path w="46567" h="23283">
                <a:moveTo>
                  <a:pt x="0" y="0"/>
                </a:moveTo>
                <a:lnTo>
                  <a:pt x="0" y="23283"/>
                </a:lnTo>
                <a:lnTo>
                  <a:pt x="46567" y="23283"/>
                </a:lnTo>
                <a:lnTo>
                  <a:pt x="46567" y="0"/>
                </a:lnTo>
                <a:close/>
              </a:path>
            </a:pathLst>
          </a:custGeom>
          <a:solidFill>
            <a:srgbClr val="151515"/>
          </a:solidFill>
          <a:ln>
            <a:noFill/>
          </a:ln>
        </p:spPr>
        <p:txBody>
          <a:bodyPr rtlCol="0" anchor="ctr"/>
          <a:lstStyle/>
          <a:p>
            <a:pPr algn="ctr"/>
            <a:endParaRPr lang="pl-PL" dirty="0"/>
          </a:p>
        </p:txBody>
      </p:sp>
      <p:sp>
        <p:nvSpPr>
          <p:cNvPr id="27" name="!!Zegar – kreska 3"/>
          <p:cNvSpPr/>
          <p:nvPr/>
        </p:nvSpPr>
        <p:spPr>
          <a:xfrm>
            <a:off x="10491258" y="724323"/>
            <a:ext cx="23283" cy="46567"/>
          </a:xfrm>
          <a:custGeom>
            <a:avLst/>
            <a:gdLst/>
            <a:ahLst/>
            <a:cxnLst/>
            <a:rect l="0" t="0" r="r" b="b"/>
            <a:pathLst>
              <a:path w="23283" h="46567">
                <a:moveTo>
                  <a:pt x="23283" y="0"/>
                </a:moveTo>
                <a:lnTo>
                  <a:pt x="0" y="0"/>
                </a:lnTo>
                <a:lnTo>
                  <a:pt x="0" y="46567"/>
                </a:lnTo>
                <a:lnTo>
                  <a:pt x="23283" y="46567"/>
                </a:lnTo>
                <a:close/>
              </a:path>
            </a:pathLst>
          </a:custGeom>
          <a:solidFill>
            <a:srgbClr val="151515"/>
          </a:solidFill>
          <a:ln>
            <a:noFill/>
          </a:ln>
        </p:spPr>
        <p:txBody>
          <a:bodyPr rtlCol="0" anchor="ctr"/>
          <a:lstStyle/>
          <a:p>
            <a:pPr algn="ctr"/>
            <a:endParaRPr lang="pl-PL" dirty="0"/>
          </a:p>
        </p:txBody>
      </p:sp>
      <p:sp>
        <p:nvSpPr>
          <p:cNvPr id="28" name="!!Zegar – kreska 4"/>
          <p:cNvSpPr/>
          <p:nvPr/>
        </p:nvSpPr>
        <p:spPr>
          <a:xfrm>
            <a:off x="10265410" y="521758"/>
            <a:ext cx="46567" cy="23283"/>
          </a:xfrm>
          <a:custGeom>
            <a:avLst/>
            <a:gdLst/>
            <a:ahLst/>
            <a:cxnLst/>
            <a:rect l="0" t="0" r="r" b="b"/>
            <a:pathLst>
              <a:path w="46567" h="23283">
                <a:moveTo>
                  <a:pt x="46567" y="23283"/>
                </a:moveTo>
                <a:lnTo>
                  <a:pt x="46567" y="0"/>
                </a:lnTo>
                <a:lnTo>
                  <a:pt x="0" y="0"/>
                </a:lnTo>
                <a:lnTo>
                  <a:pt x="0" y="23283"/>
                </a:lnTo>
                <a:close/>
              </a:path>
            </a:pathLst>
          </a:custGeom>
          <a:solidFill>
            <a:srgbClr val="151515"/>
          </a:solidFill>
          <a:ln>
            <a:noFill/>
          </a:ln>
        </p:spPr>
        <p:txBody>
          <a:bodyPr rtlCol="0" anchor="ctr"/>
          <a:lstStyle/>
          <a:p>
            <a:pPr algn="ctr"/>
            <a:endParaRPr lang="pl-PL" dirty="0"/>
          </a:p>
        </p:txBody>
      </p:sp>
      <p:sp>
        <p:nvSpPr>
          <p:cNvPr id="29" name="!!Zegar – wskazówka"/>
          <p:cNvSpPr/>
          <p:nvPr/>
        </p:nvSpPr>
        <p:spPr>
          <a:xfrm>
            <a:off x="10472011" y="469197"/>
            <a:ext cx="210198" cy="86123"/>
          </a:xfrm>
          <a:custGeom>
            <a:avLst/>
            <a:gdLst/>
            <a:ahLst/>
            <a:cxnLst/>
            <a:rect l="0" t="0" r="r" b="b"/>
            <a:pathLst>
              <a:path w="210198" h="86123">
                <a:moveTo>
                  <a:pt x="0" y="59550"/>
                </a:moveTo>
                <a:lnTo>
                  <a:pt x="8634" y="86123"/>
                </a:lnTo>
                <a:lnTo>
                  <a:pt x="210198" y="13286"/>
                </a:lnTo>
                <a:lnTo>
                  <a:pt x="205881" y="0"/>
                </a:lnTo>
                <a:close/>
              </a:path>
            </a:pathLst>
          </a:custGeom>
          <a:solidFill>
            <a:srgbClr val="151515"/>
          </a:solidFill>
          <a:ln>
            <a:noFill/>
          </a:ln>
        </p:spPr>
        <p:txBody>
          <a:bodyPr rtlCol="0" anchor="ctr"/>
          <a:lstStyle/>
          <a:p>
            <a:pPr algn="ctr"/>
            <a:endParaRPr lang="pl-PL" dirty="0"/>
          </a:p>
        </p:txBody>
      </p:sp>
      <p:sp>
        <p:nvSpPr>
          <p:cNvPr id="30" name="!!Zegar – oś"/>
          <p:cNvSpPr/>
          <p:nvPr/>
        </p:nvSpPr>
        <p:spPr>
          <a:xfrm>
            <a:off x="10474960" y="505460"/>
            <a:ext cx="55880" cy="55880"/>
          </a:xfrm>
          <a:prstGeom prst="ellipse">
            <a:avLst/>
          </a:prstGeom>
          <a:solidFill>
            <a:srgbClr val="151515"/>
          </a:solidFill>
          <a:ln>
            <a:noFill/>
          </a:ln>
        </p:spPr>
        <p:txBody>
          <a:bodyPr rtlCol="0" anchor="ctr"/>
          <a:lstStyle/>
          <a:p>
            <a:pPr algn="ctr"/>
            <a:endParaRPr lang="pl-PL" dirty="0"/>
          </a:p>
        </p:txBody>
      </p:sp>
      <p:sp>
        <p:nvSpPr>
          <p:cNvPr id="31" name="!!Źródło"/>
          <p:cNvSpPr txBox="1"/>
          <p:nvPr/>
        </p:nvSpPr>
        <p:spPr>
          <a:xfrm>
            <a:off x="823962" y="6425287"/>
            <a:ext cx="7913489"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666666"/>
                </a:solidFill>
                <a:latin typeface="Lato"/>
                <a:cs typeface="Lato"/>
              </a:rPr>
              <a:t>Scena ilustracyjna. Marki, ekrany i ceny są umowne. Zegar jest elementem opowieści, nie czasem dostawy.</a:t>
            </a:r>
            <a:endParaRPr lang="pl-PL" sz="1100" kern="100" dirty="0">
              <a:solidFill>
                <a:srgbClr val="666666"/>
              </a:solidFill>
              <a:latin typeface="Lato"/>
              <a:cs typeface="Lato"/>
            </a:endParaRPr>
          </a:p>
        </p:txBody>
      </p:sp>
      <p:sp>
        <p:nvSpPr>
          <p:cNvPr id="32"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666666"/>
                </a:solidFill>
                <a:latin typeface="Lato"/>
                <a:cs typeface="Lato"/>
              </a:rPr>
              <a:t>12 / 23</a:t>
            </a:r>
            <a:endParaRPr lang="pl-PL" sz="1100" kern="100" spc="66" dirty="0">
              <a:solidFill>
                <a:srgbClr val="666666"/>
              </a:solidFill>
              <a:latin typeface="Lato"/>
              <a:cs typeface="Lato"/>
            </a:endParaRPr>
          </a:p>
        </p:txBody>
      </p:sp>
      <p:sp>
        <p:nvSpPr>
          <p:cNvPr id="33" name="!!Postęp"/>
          <p:cNvSpPr/>
          <p:nvPr/>
        </p:nvSpPr>
        <p:spPr>
          <a:xfrm>
            <a:off x="-843" y="6826250"/>
            <a:ext cx="6362700" cy="31750"/>
          </a:xfrm>
          <a:prstGeom prst="rect">
            <a:avLst/>
          </a:prstGeom>
          <a:solidFill>
            <a:srgbClr val="EE312F"/>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xmlns:p14="http://schemas.microsoft.com/office/powerpoint/2010/main">
  <p:cSld name="Produkt w głowie. Marka do wyboru.">
    <p:bg>
      <p:bgPr>
        <a:solidFill>
          <a:srgbClr val="FFFFFF"/>
        </a:solidFill>
        <a:effectLst/>
      </p:bgPr>
    </p:bg>
    <p:spTree>
      <p:nvGrpSpPr>
        <p:cNvPr id="1" name=""/>
        <p:cNvGrpSpPr/>
        <p:nvPr/>
      </p:nvGrpSpPr>
      <p:grpSpPr>
        <a:xfrm>
          <a:off x="0" y="0"/>
          <a:ext cx="0" cy="0"/>
          <a:chOff x="0" y="0"/>
          <a:chExt cx="0" cy="0"/>
        </a:xfrm>
      </p:grpSpPr>
      <p:sp>
        <p:nvSpPr>
          <p:cNvPr id="2" name="Kształt"/>
          <p:cNvSpPr/>
          <p:nvPr/>
        </p:nvSpPr>
        <p:spPr>
          <a:xfrm>
            <a:off x="2269331" y="2793206"/>
            <a:ext cx="1970088" cy="1970088"/>
          </a:xfrm>
          <a:prstGeom prst="ellipse">
            <a:avLst/>
          </a:prstGeom>
          <a:noFill/>
          <a:ln w="74216">
            <a:solidFill>
              <a:srgbClr val="E3E3E3"/>
            </a:solidFill>
            <a:round/>
          </a:ln>
        </p:spPr>
        <p:txBody>
          <a:bodyPr rtlCol="0" anchor="ctr"/>
          <a:lstStyle/>
          <a:p>
            <a:pPr algn="ctr"/>
            <a:endParaRPr lang="pl-PL" dirty="0"/>
          </a:p>
        </p:txBody>
      </p:sp>
      <p:sp>
        <p:nvSpPr>
          <p:cNvPr id="3" name="Kształt 2"/>
          <p:cNvSpPr/>
          <p:nvPr/>
        </p:nvSpPr>
        <p:spPr>
          <a:xfrm rot="16200000">
            <a:off x="2269331" y="2793206"/>
            <a:ext cx="1970088" cy="1970088"/>
          </a:xfrm>
          <a:prstGeom prst="arc">
            <a:avLst>
              <a:gd name="adj1" fmla="val 0"/>
              <a:gd name="adj2" fmla="val 11880000"/>
            </a:avLst>
          </a:prstGeom>
          <a:noFill/>
          <a:ln w="74216" cap="rnd">
            <a:solidFill>
              <a:srgbClr val="EE312F"/>
            </a:solidFill>
            <a:round/>
          </a:ln>
        </p:spPr>
        <p:txBody>
          <a:bodyPr rtlCol="0" anchor="ctr"/>
          <a:lstStyle/>
          <a:p>
            <a:pPr algn="ctr"/>
            <a:endParaRPr lang="pl-PL" dirty="0"/>
          </a:p>
        </p:txBody>
      </p:sp>
      <p:sp>
        <p:nvSpPr>
          <p:cNvPr id="4" name="Tekst: 55 %"/>
          <p:cNvSpPr txBox="1"/>
          <p:nvPr/>
        </p:nvSpPr>
        <p:spPr>
          <a:xfrm>
            <a:off x="2370108" y="3401035"/>
            <a:ext cx="1768435" cy="939800"/>
          </a:xfrm>
          <a:prstGeom prst="rect">
            <a:avLst/>
          </a:prstGeom>
          <a:noFill/>
          <a:ln>
            <a:noFill/>
          </a:ln>
        </p:spPr>
        <p:txBody>
          <a:bodyPr wrap="none" lIns="0" tIns="0" rIns="0" bIns="0" rtlCol="0" anchor="t">
            <a:noAutofit/>
          </a:bodyPr>
          <a:lstStyle/>
          <a:p>
            <a:pPr algn="ctr">
              <a:spcBef>
                <a:spcPts val="0"/>
              </a:spcBef>
              <a:spcAft>
                <a:spcPts val="0"/>
              </a:spcAft>
              <a:buNone/>
            </a:pPr>
            <a:r>
              <a:rPr lang="pl-PL" sz="7400" kern="100" spc="-518" dirty="0">
                <a:solidFill>
                  <a:srgbClr val="EE312F"/>
                </a:solidFill>
                <a:latin typeface="Lato Black"/>
                <a:cs typeface="Lato Black"/>
              </a:rPr>
              <a:t>55</a:t>
            </a:r>
            <a:r>
              <a:rPr lang="pl-PL" sz="3600" kern="100" spc="-72" dirty="0">
                <a:solidFill>
                  <a:srgbClr val="EE312F"/>
                </a:solidFill>
                <a:latin typeface="Lato Black"/>
                <a:cs typeface="Lato Black"/>
              </a:rPr>
              <a:t>%</a:t>
            </a:r>
            <a:endParaRPr lang="pl-PL" sz="3600" kern="100" spc="-72" dirty="0">
              <a:solidFill>
                <a:srgbClr val="EE312F"/>
              </a:solidFill>
              <a:latin typeface="Lato Black"/>
              <a:cs typeface="Lato Black"/>
            </a:endParaRPr>
          </a:p>
        </p:txBody>
      </p:sp>
      <p:sp>
        <p:nvSpPr>
          <p:cNvPr id="5" name="Tekst: Wybiera konkretny produkt podczas przegl · 1"/>
          <p:cNvSpPr txBox="1"/>
          <p:nvPr/>
        </p:nvSpPr>
        <p:spPr>
          <a:xfrm>
            <a:off x="968375" y="5022215"/>
            <a:ext cx="4572000" cy="293688"/>
          </a:xfrm>
          <a:prstGeom prst="rect">
            <a:avLst/>
          </a:prstGeom>
          <a:noFill/>
          <a:ln>
            <a:noFill/>
          </a:ln>
        </p:spPr>
        <p:txBody>
          <a:bodyPr wrap="none" lIns="0" tIns="0" rIns="0" bIns="0" rtlCol="0" anchor="ctr">
            <a:noAutofit/>
          </a:bodyPr>
          <a:lstStyle/>
          <a:p>
            <a:pPr algn="ctr">
              <a:spcBef>
                <a:spcPts val="0"/>
              </a:spcBef>
              <a:spcAft>
                <a:spcPts val="0"/>
              </a:spcAft>
              <a:buNone/>
            </a:pPr>
            <a:r>
              <a:rPr lang="pl-PL" sz="1850" kern="100" spc="-22" dirty="0">
                <a:solidFill>
                  <a:srgbClr val="151515"/>
                </a:solidFill>
                <a:latin typeface="Lato"/>
                <a:cs typeface="Lato"/>
              </a:rPr>
              <a:t>Wybiera konkretny produkt</a:t>
            </a:r>
            <a:endParaRPr lang="pl-PL" sz="1850" kern="100" spc="-22" dirty="0">
              <a:solidFill>
                <a:srgbClr val="151515"/>
              </a:solidFill>
              <a:latin typeface="Lato"/>
              <a:cs typeface="Lato"/>
            </a:endParaRPr>
          </a:p>
        </p:txBody>
      </p:sp>
      <p:sp>
        <p:nvSpPr>
          <p:cNvPr id="6" name="Tekst: Wybiera konkretny produkt podczas przegl · 2"/>
          <p:cNvSpPr txBox="1"/>
          <p:nvPr/>
        </p:nvSpPr>
        <p:spPr>
          <a:xfrm>
            <a:off x="968375" y="5315903"/>
            <a:ext cx="4572000" cy="293688"/>
          </a:xfrm>
          <a:prstGeom prst="rect">
            <a:avLst/>
          </a:prstGeom>
          <a:noFill/>
          <a:ln>
            <a:noFill/>
          </a:ln>
        </p:spPr>
        <p:txBody>
          <a:bodyPr wrap="none" lIns="0" tIns="0" rIns="0" bIns="0" rtlCol="0" anchor="ctr">
            <a:noAutofit/>
          </a:bodyPr>
          <a:lstStyle/>
          <a:p>
            <a:pPr algn="ctr">
              <a:spcBef>
                <a:spcPts val="0"/>
              </a:spcBef>
              <a:spcAft>
                <a:spcPts val="0"/>
              </a:spcAft>
              <a:buNone/>
            </a:pPr>
            <a:r>
              <a:rPr lang="pl-PL" sz="1850" kern="100" spc="-22" dirty="0">
                <a:solidFill>
                  <a:srgbClr val="151515"/>
                </a:solidFill>
                <a:latin typeface="Lato"/>
                <a:cs typeface="Lato"/>
              </a:rPr>
              <a:t>podczas przeglądania aplikacji¹</a:t>
            </a:r>
            <a:endParaRPr lang="pl-PL" sz="1850" kern="100" spc="-22" dirty="0">
              <a:solidFill>
                <a:srgbClr val="151515"/>
              </a:solidFill>
              <a:latin typeface="Lato"/>
              <a:cs typeface="Lato"/>
            </a:endParaRPr>
          </a:p>
        </p:txBody>
      </p:sp>
      <p:sp>
        <p:nvSpPr>
          <p:cNvPr id="7" name="Kształt 3"/>
          <p:cNvSpPr/>
          <p:nvPr/>
        </p:nvSpPr>
        <p:spPr>
          <a:xfrm>
            <a:off x="7952581" y="2793206"/>
            <a:ext cx="1970088" cy="1970088"/>
          </a:xfrm>
          <a:prstGeom prst="ellipse">
            <a:avLst/>
          </a:prstGeom>
          <a:noFill/>
          <a:ln w="74216">
            <a:solidFill>
              <a:srgbClr val="E3E3E3"/>
            </a:solidFill>
            <a:round/>
          </a:ln>
        </p:spPr>
        <p:txBody>
          <a:bodyPr rtlCol="0" anchor="ctr"/>
          <a:lstStyle/>
          <a:p>
            <a:pPr algn="ctr"/>
            <a:endParaRPr lang="pl-PL" dirty="0"/>
          </a:p>
        </p:txBody>
      </p:sp>
      <p:sp>
        <p:nvSpPr>
          <p:cNvPr id="8" name="Kształt 4"/>
          <p:cNvSpPr/>
          <p:nvPr/>
        </p:nvSpPr>
        <p:spPr>
          <a:xfrm rot="16200000">
            <a:off x="7952581" y="2793206"/>
            <a:ext cx="1970088" cy="1970088"/>
          </a:xfrm>
          <a:prstGeom prst="arc">
            <a:avLst>
              <a:gd name="adj1" fmla="val 0"/>
              <a:gd name="adj2" fmla="val 8856000"/>
            </a:avLst>
          </a:prstGeom>
          <a:noFill/>
          <a:ln w="74216" cap="rnd">
            <a:solidFill>
              <a:srgbClr val="252525"/>
            </a:solidFill>
            <a:round/>
          </a:ln>
        </p:spPr>
        <p:txBody>
          <a:bodyPr rtlCol="0" anchor="ctr"/>
          <a:lstStyle/>
          <a:p>
            <a:pPr algn="ctr"/>
            <a:endParaRPr lang="pl-PL" dirty="0"/>
          </a:p>
        </p:txBody>
      </p:sp>
      <p:sp>
        <p:nvSpPr>
          <p:cNvPr id="9" name="Tekst: 41 %"/>
          <p:cNvSpPr txBox="1"/>
          <p:nvPr/>
        </p:nvSpPr>
        <p:spPr>
          <a:xfrm>
            <a:off x="8053358" y="3401035"/>
            <a:ext cx="1768435" cy="939800"/>
          </a:xfrm>
          <a:prstGeom prst="rect">
            <a:avLst/>
          </a:prstGeom>
          <a:noFill/>
          <a:ln>
            <a:noFill/>
          </a:ln>
        </p:spPr>
        <p:txBody>
          <a:bodyPr wrap="none" lIns="0" tIns="0" rIns="0" bIns="0" rtlCol="0" anchor="t">
            <a:noAutofit/>
          </a:bodyPr>
          <a:lstStyle/>
          <a:p>
            <a:pPr algn="ctr">
              <a:spcBef>
                <a:spcPts val="0"/>
              </a:spcBef>
              <a:spcAft>
                <a:spcPts val="0"/>
              </a:spcAft>
              <a:buNone/>
            </a:pPr>
            <a:r>
              <a:rPr lang="pl-PL" sz="7400" kern="100" spc="-518" dirty="0">
                <a:solidFill>
                  <a:srgbClr val="252525"/>
                </a:solidFill>
                <a:latin typeface="Lato Black"/>
                <a:cs typeface="Lato Black"/>
              </a:rPr>
              <a:t>41</a:t>
            </a:r>
            <a:r>
              <a:rPr lang="pl-PL" sz="3600" kern="100" spc="-72" dirty="0">
                <a:solidFill>
                  <a:srgbClr val="252525"/>
                </a:solidFill>
                <a:latin typeface="Lato Black"/>
                <a:cs typeface="Lato Black"/>
              </a:rPr>
              <a:t>%</a:t>
            </a:r>
            <a:endParaRPr lang="pl-PL" sz="3600" kern="100" spc="-72" dirty="0">
              <a:solidFill>
                <a:srgbClr val="252525"/>
              </a:solidFill>
              <a:latin typeface="Lato Black"/>
              <a:cs typeface="Lato Black"/>
            </a:endParaRPr>
          </a:p>
        </p:txBody>
      </p:sp>
      <p:sp>
        <p:nvSpPr>
          <p:cNvPr id="10" name="Tekst: Wybiera markę dopiero podczas przeglądan · 1"/>
          <p:cNvSpPr txBox="1"/>
          <p:nvPr/>
        </p:nvSpPr>
        <p:spPr>
          <a:xfrm>
            <a:off x="6651625" y="5022215"/>
            <a:ext cx="4572000" cy="293688"/>
          </a:xfrm>
          <a:prstGeom prst="rect">
            <a:avLst/>
          </a:prstGeom>
          <a:noFill/>
          <a:ln>
            <a:noFill/>
          </a:ln>
        </p:spPr>
        <p:txBody>
          <a:bodyPr wrap="none" lIns="0" tIns="0" rIns="0" bIns="0" rtlCol="0" anchor="ctr">
            <a:noAutofit/>
          </a:bodyPr>
          <a:lstStyle/>
          <a:p>
            <a:pPr algn="ctr">
              <a:spcBef>
                <a:spcPts val="0"/>
              </a:spcBef>
              <a:spcAft>
                <a:spcPts val="0"/>
              </a:spcAft>
              <a:buNone/>
            </a:pPr>
            <a:r>
              <a:rPr lang="pl-PL" sz="1850" kern="100" spc="-22" dirty="0">
                <a:solidFill>
                  <a:srgbClr val="151515"/>
                </a:solidFill>
                <a:latin typeface="Lato"/>
                <a:cs typeface="Lato"/>
              </a:rPr>
              <a:t>Wybiera markę dopiero</a:t>
            </a:r>
            <a:endParaRPr lang="pl-PL" sz="1850" kern="100" spc="-22" dirty="0">
              <a:solidFill>
                <a:srgbClr val="151515"/>
              </a:solidFill>
              <a:latin typeface="Lato"/>
              <a:cs typeface="Lato"/>
            </a:endParaRPr>
          </a:p>
        </p:txBody>
      </p:sp>
      <p:sp>
        <p:nvSpPr>
          <p:cNvPr id="11" name="Tekst: Wybiera markę dopiero podczas przeglądan · 2"/>
          <p:cNvSpPr txBox="1"/>
          <p:nvPr/>
        </p:nvSpPr>
        <p:spPr>
          <a:xfrm>
            <a:off x="6651625" y="5315903"/>
            <a:ext cx="4572000" cy="293688"/>
          </a:xfrm>
          <a:prstGeom prst="rect">
            <a:avLst/>
          </a:prstGeom>
          <a:noFill/>
          <a:ln>
            <a:noFill/>
          </a:ln>
        </p:spPr>
        <p:txBody>
          <a:bodyPr wrap="none" lIns="0" tIns="0" rIns="0" bIns="0" rtlCol="0" anchor="ctr">
            <a:noAutofit/>
          </a:bodyPr>
          <a:lstStyle/>
          <a:p>
            <a:pPr algn="ctr">
              <a:spcBef>
                <a:spcPts val="0"/>
              </a:spcBef>
              <a:spcAft>
                <a:spcPts val="0"/>
              </a:spcAft>
              <a:buNone/>
            </a:pPr>
            <a:r>
              <a:rPr lang="pl-PL" sz="1850" kern="100" spc="-22" dirty="0">
                <a:solidFill>
                  <a:srgbClr val="151515"/>
                </a:solidFill>
                <a:latin typeface="Lato"/>
                <a:cs typeface="Lato"/>
              </a:rPr>
              <a:t>podczas przeglądania oferty</a:t>
            </a:r>
            <a:endParaRPr lang="pl-PL" sz="1850" kern="100" spc="-22" dirty="0">
              <a:solidFill>
                <a:srgbClr val="151515"/>
              </a:solidFill>
              <a:latin typeface="Lato"/>
              <a:cs typeface="Lato"/>
            </a:endParaRPr>
          </a:p>
        </p:txBody>
      </p:sp>
      <p:sp>
        <p:nvSpPr>
          <p:cNvPr id="12" name="Tekst: ¹ Zawsze lub często. Potrzeba jest znana"/>
          <p:cNvSpPr txBox="1"/>
          <p:nvPr/>
        </p:nvSpPr>
        <p:spPr>
          <a:xfrm>
            <a:off x="826939" y="5930900"/>
            <a:ext cx="7509153" cy="205740"/>
          </a:xfrm>
          <a:prstGeom prst="rect">
            <a:avLst/>
          </a:prstGeom>
          <a:noFill/>
          <a:ln>
            <a:noFill/>
          </a:ln>
        </p:spPr>
        <p:txBody>
          <a:bodyPr wrap="none" lIns="0" tIns="0" rIns="0" bIns="0" rtlCol="0" anchor="t">
            <a:noAutofit/>
          </a:bodyPr>
          <a:lstStyle/>
          <a:p>
            <a:pPr algn="l">
              <a:spcBef>
                <a:spcPts val="0"/>
              </a:spcBef>
              <a:spcAft>
                <a:spcPts val="0"/>
              </a:spcAft>
              <a:buNone/>
            </a:pPr>
            <a:r>
              <a:rPr lang="pl-PL" sz="1350" kern="100" dirty="0">
                <a:solidFill>
                  <a:srgbClr val="777777"/>
                </a:solidFill>
                <a:latin typeface="Lato"/>
                <a:cs typeface="Lato"/>
              </a:rPr>
              <a:t>¹ Zawsze lub często. Potrzeba jest znana, konkretny produkt pozostaje do wyboru.</a:t>
            </a:r>
            <a:endParaRPr lang="pl-PL" sz="1350" kern="100" dirty="0">
              <a:solidFill>
                <a:srgbClr val="777777"/>
              </a:solidFill>
              <a:latin typeface="Lato"/>
              <a:cs typeface="Lato"/>
            </a:endParaRPr>
          </a:p>
        </p:txBody>
      </p:sp>
      <p:sp>
        <p:nvSpPr>
          <p:cNvPr id="13" name="Tekst: Produkt w głowie. Marka do wyboru. · 1"/>
          <p:cNvSpPr txBox="1"/>
          <p:nvPr/>
        </p:nvSpPr>
        <p:spPr>
          <a:xfrm>
            <a:off x="824557" y="1153704"/>
            <a:ext cx="5712738" cy="643128"/>
          </a:xfrm>
          <a:prstGeom prst="rect">
            <a:avLst/>
          </a:prstGeom>
          <a:noFill/>
          <a:ln>
            <a:noFill/>
          </a:ln>
        </p:spPr>
        <p:txBody>
          <a:bodyPr wrap="none" lIns="0" tIns="0" rIns="0" bIns="0" rtlCol="0" anchor="ctr">
            <a:noAutofit/>
          </a:bodyPr>
          <a:lstStyle/>
          <a:p>
            <a:pPr algn="l">
              <a:spcBef>
                <a:spcPts val="0"/>
              </a:spcBef>
              <a:spcAft>
                <a:spcPts val="0"/>
              </a:spcAft>
              <a:buNone/>
            </a:pPr>
            <a:r>
              <a:rPr lang="pl-PL" sz="4800" kern="100" spc="-168" dirty="0">
                <a:solidFill>
                  <a:srgbClr val="151515"/>
                </a:solidFill>
                <a:latin typeface="Lato Black"/>
                <a:cs typeface="Lato Black"/>
              </a:rPr>
              <a:t>Produkt w głowie.</a:t>
            </a:r>
            <a:endParaRPr lang="pl-PL" sz="4800" kern="100" spc="-168" dirty="0">
              <a:solidFill>
                <a:srgbClr val="151515"/>
              </a:solidFill>
              <a:latin typeface="Lato Black"/>
              <a:cs typeface="Lato Black"/>
            </a:endParaRPr>
          </a:p>
        </p:txBody>
      </p:sp>
      <p:sp>
        <p:nvSpPr>
          <p:cNvPr id="14" name="Tekst: Produkt w głowie. Marka do wyboru. · 2"/>
          <p:cNvSpPr txBox="1"/>
          <p:nvPr/>
        </p:nvSpPr>
        <p:spPr>
          <a:xfrm>
            <a:off x="824557" y="1796832"/>
            <a:ext cx="5712738" cy="643128"/>
          </a:xfrm>
          <a:prstGeom prst="rect">
            <a:avLst/>
          </a:prstGeom>
          <a:noFill/>
          <a:ln>
            <a:noFill/>
          </a:ln>
        </p:spPr>
        <p:txBody>
          <a:bodyPr wrap="none" lIns="0" tIns="0" rIns="0" bIns="0" rtlCol="0" anchor="ctr">
            <a:noAutofit/>
          </a:bodyPr>
          <a:lstStyle/>
          <a:p>
            <a:pPr algn="l">
              <a:spcBef>
                <a:spcPts val="0"/>
              </a:spcBef>
              <a:spcAft>
                <a:spcPts val="0"/>
              </a:spcAft>
              <a:buNone/>
            </a:pPr>
            <a:r>
              <a:rPr lang="pl-PL" sz="4800" kern="100" spc="-168" dirty="0">
                <a:solidFill>
                  <a:srgbClr val="151515"/>
                </a:solidFill>
                <a:latin typeface="Lato Black"/>
                <a:cs typeface="Lato Black"/>
              </a:rPr>
              <a:t>Marka do wyboru.</a:t>
            </a:r>
            <a:endParaRPr lang="pl-PL" sz="4800" kern="100" spc="-168" dirty="0">
              <a:solidFill>
                <a:srgbClr val="151515"/>
              </a:solidFill>
              <a:latin typeface="Lato Black"/>
              <a:cs typeface="Lato Black"/>
            </a:endParaRPr>
          </a:p>
        </p:txBody>
      </p:sp>
      <p:pic>
        <p:nvPicPr>
          <p:cNvPr id="15" name="!!Logo" descr="I love marketing &amp; technology"/>
          <p:cNvPicPr>
            <a:picLocks noChangeAspect="1"/>
          </p:cNvPicPr>
          <p:nvPr/>
        </p:nvPicPr>
        <p:blipFill>
          <a:blip r:embed="rId3"/>
          <a:stretch>
            <a:fillRect/>
          </a:stretch>
        </p:blipFill>
        <p:spPr>
          <a:xfrm>
            <a:off x="825500" y="363240"/>
            <a:ext cx="3048000" cy="273050"/>
          </a:xfrm>
          <a:prstGeom prst="rect">
            <a:avLst/>
          </a:prstGeom>
        </p:spPr>
      </p:pic>
      <p:pic>
        <p:nvPicPr>
          <p:cNvPr id="16" name="!!Serce w rogu"/>
          <p:cNvPicPr>
            <a:picLocks noChangeAspect="1"/>
          </p:cNvPicPr>
          <p:nvPr/>
        </p:nvPicPr>
        <p:blipFill>
          <a:blip r:embed="rId4"/>
          <a:stretch>
            <a:fillRect/>
          </a:stretch>
        </p:blipFill>
        <p:spPr>
          <a:xfrm>
            <a:off x="10966450" y="330349"/>
            <a:ext cx="431800" cy="355600"/>
          </a:xfrm>
          <a:prstGeom prst="rect">
            <a:avLst/>
          </a:prstGeom>
        </p:spPr>
      </p:pic>
      <p:sp>
        <p:nvSpPr>
          <p:cNvPr id="17" name="!!Zegar – napis · 1"/>
          <p:cNvSpPr txBox="1"/>
          <p:nvPr/>
        </p:nvSpPr>
        <p:spPr>
          <a:xfrm>
            <a:off x="9093369" y="39052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777777"/>
                </a:solidFill>
                <a:latin typeface="Lato Black"/>
                <a:cs typeface="Lato Black"/>
              </a:rPr>
              <a:t>Goście</a:t>
            </a:r>
            <a:endParaRPr lang="pl-PL" sz="900" kern="100" cap="all" spc="108" dirty="0">
              <a:solidFill>
                <a:srgbClr val="777777"/>
              </a:solidFill>
              <a:latin typeface="Lato Black"/>
              <a:cs typeface="Lato Black"/>
            </a:endParaRPr>
          </a:p>
        </p:txBody>
      </p:sp>
      <p:sp>
        <p:nvSpPr>
          <p:cNvPr id="18" name="!!Zegar – napis · 2"/>
          <p:cNvSpPr txBox="1"/>
          <p:nvPr/>
        </p:nvSpPr>
        <p:spPr>
          <a:xfrm>
            <a:off x="9093369" y="52768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777777"/>
                </a:solidFill>
                <a:latin typeface="Lato Black"/>
                <a:cs typeface="Lato Black"/>
              </a:rPr>
              <a:t>w drodze</a:t>
            </a:r>
            <a:endParaRPr lang="pl-PL" sz="900" kern="100" cap="all" spc="108" dirty="0">
              <a:solidFill>
                <a:srgbClr val="777777"/>
              </a:solidFill>
              <a:latin typeface="Lato Black"/>
              <a:cs typeface="Lato Black"/>
            </a:endParaRPr>
          </a:p>
        </p:txBody>
      </p:sp>
      <p:sp>
        <p:nvSpPr>
          <p:cNvPr id="19" name="!!Zegar – tarcza"/>
          <p:cNvSpPr/>
          <p:nvPr/>
        </p:nvSpPr>
        <p:spPr>
          <a:xfrm>
            <a:off x="10251440" y="281940"/>
            <a:ext cx="502920" cy="502920"/>
          </a:xfrm>
          <a:prstGeom prst="ellipse">
            <a:avLst/>
          </a:prstGeom>
          <a:solidFill>
            <a:srgbClr val="FFFFFF"/>
          </a:solidFill>
          <a:ln w="23283">
            <a:solidFill>
              <a:srgbClr val="151515"/>
            </a:solidFill>
            <a:round/>
          </a:ln>
        </p:spPr>
        <p:txBody>
          <a:bodyPr rtlCol="0" anchor="ctr"/>
          <a:lstStyle/>
          <a:p>
            <a:pPr algn="ctr"/>
            <a:endParaRPr lang="pl-PL" dirty="0"/>
          </a:p>
        </p:txBody>
      </p:sp>
      <p:sp>
        <p:nvSpPr>
          <p:cNvPr id="20" name="!!Zegar – wycinek 1"/>
          <p:cNvSpPr/>
          <p:nvPr/>
        </p:nvSpPr>
        <p:spPr>
          <a:xfrm>
            <a:off x="10502900" y="314537"/>
            <a:ext cx="67522" cy="218863"/>
          </a:xfrm>
          <a:custGeom>
            <a:avLst/>
            <a:gdLst/>
            <a:ahLst/>
            <a:cxnLst/>
            <a:rect l="0" t="0" r="r" b="b"/>
            <a:pathLst>
              <a:path w="67522" h="218863">
                <a:moveTo>
                  <a:pt x="0" y="218863"/>
                </a:moveTo>
                <a:lnTo>
                  <a:pt x="0" y="0"/>
                </a:lnTo>
                <a:lnTo>
                  <a:pt x="17230" y="466"/>
                </a:lnTo>
                <a:lnTo>
                  <a:pt x="34459" y="2794"/>
                </a:lnTo>
                <a:lnTo>
                  <a:pt x="51223" y="6054"/>
                </a:lnTo>
                <a:lnTo>
                  <a:pt x="67522" y="10710"/>
                </a:lnTo>
                <a:close/>
              </a:path>
            </a:pathLst>
          </a:custGeom>
          <a:solidFill>
            <a:srgbClr val="EE312F"/>
          </a:solidFill>
          <a:ln w="3725">
            <a:solidFill>
              <a:srgbClr val="EE312F"/>
            </a:solidFill>
            <a:round/>
          </a:ln>
        </p:spPr>
        <p:txBody>
          <a:bodyPr rtlCol="0" anchor="ctr"/>
          <a:lstStyle/>
          <a:p>
            <a:pPr algn="ctr"/>
            <a:endParaRPr lang="pl-PL" dirty="0"/>
          </a:p>
        </p:txBody>
      </p:sp>
      <p:sp>
        <p:nvSpPr>
          <p:cNvPr id="21" name="!!Zegar – wycinek 2"/>
          <p:cNvSpPr/>
          <p:nvPr/>
        </p:nvSpPr>
        <p:spPr>
          <a:xfrm>
            <a:off x="10502900" y="325247"/>
            <a:ext cx="128524" cy="208153"/>
          </a:xfrm>
          <a:custGeom>
            <a:avLst/>
            <a:gdLst/>
            <a:ahLst/>
            <a:cxnLst/>
            <a:rect l="0" t="0" r="r" b="b"/>
            <a:pathLst>
              <a:path w="128524" h="208153">
                <a:moveTo>
                  <a:pt x="0" y="208153"/>
                </a:moveTo>
                <a:lnTo>
                  <a:pt x="67522" y="0"/>
                </a:lnTo>
                <a:lnTo>
                  <a:pt x="83820" y="6054"/>
                </a:lnTo>
                <a:lnTo>
                  <a:pt x="99187" y="13039"/>
                </a:lnTo>
                <a:lnTo>
                  <a:pt x="114554" y="21421"/>
                </a:lnTo>
                <a:lnTo>
                  <a:pt x="128524" y="31200"/>
                </a:lnTo>
                <a:close/>
              </a:path>
            </a:pathLst>
          </a:custGeom>
          <a:solidFill>
            <a:srgbClr val="EE312F"/>
          </a:solidFill>
          <a:ln w="3725">
            <a:solidFill>
              <a:srgbClr val="EE312F"/>
            </a:solidFill>
            <a:round/>
          </a:ln>
        </p:spPr>
        <p:txBody>
          <a:bodyPr rtlCol="0" anchor="ctr"/>
          <a:lstStyle/>
          <a:p>
            <a:pPr algn="ctr"/>
            <a:endParaRPr lang="pl-PL" dirty="0"/>
          </a:p>
        </p:txBody>
      </p:sp>
      <p:sp>
        <p:nvSpPr>
          <p:cNvPr id="22" name="!!Zegar – wycinek 3"/>
          <p:cNvSpPr/>
          <p:nvPr/>
        </p:nvSpPr>
        <p:spPr>
          <a:xfrm>
            <a:off x="10502900" y="356447"/>
            <a:ext cx="176953" cy="176953"/>
          </a:xfrm>
          <a:custGeom>
            <a:avLst/>
            <a:gdLst/>
            <a:ahLst/>
            <a:cxnLst/>
            <a:rect l="0" t="0" r="r" b="b"/>
            <a:pathLst>
              <a:path w="176953" h="176953">
                <a:moveTo>
                  <a:pt x="0" y="176953"/>
                </a:moveTo>
                <a:lnTo>
                  <a:pt x="128524" y="0"/>
                </a:lnTo>
                <a:lnTo>
                  <a:pt x="142028" y="10710"/>
                </a:lnTo>
                <a:lnTo>
                  <a:pt x="154601" y="22352"/>
                </a:lnTo>
                <a:lnTo>
                  <a:pt x="166243" y="34925"/>
                </a:lnTo>
                <a:lnTo>
                  <a:pt x="176953" y="48429"/>
                </a:lnTo>
                <a:close/>
              </a:path>
            </a:pathLst>
          </a:custGeom>
          <a:solidFill>
            <a:srgbClr val="EE312F"/>
          </a:solidFill>
          <a:ln w="3725">
            <a:solidFill>
              <a:srgbClr val="EE312F"/>
            </a:solidFill>
            <a:round/>
          </a:ln>
        </p:spPr>
        <p:txBody>
          <a:bodyPr rtlCol="0" anchor="ctr"/>
          <a:lstStyle/>
          <a:p>
            <a:pPr algn="ctr"/>
            <a:endParaRPr lang="pl-PL" dirty="0"/>
          </a:p>
        </p:txBody>
      </p:sp>
      <p:sp>
        <p:nvSpPr>
          <p:cNvPr id="23" name="!!Zegar – wycinek 4"/>
          <p:cNvSpPr/>
          <p:nvPr/>
        </p:nvSpPr>
        <p:spPr>
          <a:xfrm>
            <a:off x="10502900" y="404876"/>
            <a:ext cx="208153" cy="128524"/>
          </a:xfrm>
          <a:custGeom>
            <a:avLst/>
            <a:gdLst/>
            <a:ahLst/>
            <a:cxnLst/>
            <a:rect l="0" t="0" r="r" b="b"/>
            <a:pathLst>
              <a:path w="208153" h="128524">
                <a:moveTo>
                  <a:pt x="0" y="128524"/>
                </a:moveTo>
                <a:lnTo>
                  <a:pt x="176953" y="0"/>
                </a:lnTo>
                <a:lnTo>
                  <a:pt x="186732" y="13970"/>
                </a:lnTo>
                <a:lnTo>
                  <a:pt x="195114" y="29337"/>
                </a:lnTo>
                <a:lnTo>
                  <a:pt x="202099" y="44704"/>
                </a:lnTo>
                <a:lnTo>
                  <a:pt x="208153" y="61002"/>
                </a:lnTo>
                <a:close/>
              </a:path>
            </a:pathLst>
          </a:custGeom>
          <a:solidFill>
            <a:srgbClr val="EE312F"/>
          </a:solidFill>
          <a:ln w="3725">
            <a:solidFill>
              <a:srgbClr val="EE312F"/>
            </a:solidFill>
            <a:round/>
          </a:ln>
        </p:spPr>
        <p:txBody>
          <a:bodyPr rtlCol="0" anchor="ctr"/>
          <a:lstStyle/>
          <a:p>
            <a:pPr algn="ctr"/>
            <a:endParaRPr lang="pl-PL" dirty="0"/>
          </a:p>
        </p:txBody>
      </p:sp>
      <p:sp>
        <p:nvSpPr>
          <p:cNvPr id="24" name="!!Zegar – wycinek 5"/>
          <p:cNvSpPr/>
          <p:nvPr/>
        </p:nvSpPr>
        <p:spPr>
          <a:xfrm>
            <a:off x="10502900" y="465878"/>
            <a:ext cx="218863" cy="67522"/>
          </a:xfrm>
          <a:custGeom>
            <a:avLst/>
            <a:gdLst/>
            <a:ahLst/>
            <a:cxnLst/>
            <a:rect l="0" t="0" r="r" b="b"/>
            <a:pathLst>
              <a:path w="218863" h="67522">
                <a:moveTo>
                  <a:pt x="0" y="67522"/>
                </a:moveTo>
                <a:lnTo>
                  <a:pt x="208153" y="0"/>
                </a:lnTo>
                <a:lnTo>
                  <a:pt x="212810" y="16298"/>
                </a:lnTo>
                <a:lnTo>
                  <a:pt x="216069" y="33062"/>
                </a:lnTo>
                <a:lnTo>
                  <a:pt x="218398" y="50292"/>
                </a:lnTo>
                <a:lnTo>
                  <a:pt x="218863" y="67522"/>
                </a:lnTo>
                <a:close/>
              </a:path>
            </a:pathLst>
          </a:custGeom>
          <a:solidFill>
            <a:srgbClr val="EE312F"/>
          </a:solidFill>
          <a:ln w="3725">
            <a:solidFill>
              <a:srgbClr val="EE312F"/>
            </a:solidFill>
            <a:round/>
          </a:ln>
        </p:spPr>
        <p:txBody>
          <a:bodyPr rtlCol="0" anchor="ctr"/>
          <a:lstStyle/>
          <a:p>
            <a:pPr algn="ctr"/>
            <a:endParaRPr lang="pl-PL" dirty="0"/>
          </a:p>
        </p:txBody>
      </p:sp>
      <p:sp>
        <p:nvSpPr>
          <p:cNvPr id="25" name="!!Zegar – kreska 1"/>
          <p:cNvSpPr/>
          <p:nvPr/>
        </p:nvSpPr>
        <p:spPr>
          <a:xfrm>
            <a:off x="10491258" y="295910"/>
            <a:ext cx="23283" cy="46567"/>
          </a:xfrm>
          <a:custGeom>
            <a:avLst/>
            <a:gdLst/>
            <a:ahLst/>
            <a:cxnLst/>
            <a:rect l="0" t="0" r="r" b="b"/>
            <a:pathLst>
              <a:path w="23283" h="46567">
                <a:moveTo>
                  <a:pt x="0" y="46567"/>
                </a:moveTo>
                <a:lnTo>
                  <a:pt x="23283" y="46567"/>
                </a:lnTo>
                <a:lnTo>
                  <a:pt x="23283" y="0"/>
                </a:lnTo>
                <a:lnTo>
                  <a:pt x="0" y="0"/>
                </a:lnTo>
                <a:close/>
              </a:path>
            </a:pathLst>
          </a:custGeom>
          <a:solidFill>
            <a:srgbClr val="151515"/>
          </a:solidFill>
          <a:ln>
            <a:noFill/>
          </a:ln>
        </p:spPr>
        <p:txBody>
          <a:bodyPr rtlCol="0" anchor="ctr"/>
          <a:lstStyle/>
          <a:p>
            <a:pPr algn="ctr"/>
            <a:endParaRPr lang="pl-PL" dirty="0"/>
          </a:p>
        </p:txBody>
      </p:sp>
      <p:sp>
        <p:nvSpPr>
          <p:cNvPr id="26" name="!!Zegar – kreska 2"/>
          <p:cNvSpPr/>
          <p:nvPr/>
        </p:nvSpPr>
        <p:spPr>
          <a:xfrm>
            <a:off x="10693823" y="521758"/>
            <a:ext cx="46567" cy="23283"/>
          </a:xfrm>
          <a:custGeom>
            <a:avLst/>
            <a:gdLst/>
            <a:ahLst/>
            <a:cxnLst/>
            <a:rect l="0" t="0" r="r" b="b"/>
            <a:pathLst>
              <a:path w="46567" h="23283">
                <a:moveTo>
                  <a:pt x="0" y="0"/>
                </a:moveTo>
                <a:lnTo>
                  <a:pt x="0" y="23283"/>
                </a:lnTo>
                <a:lnTo>
                  <a:pt x="46567" y="23283"/>
                </a:lnTo>
                <a:lnTo>
                  <a:pt x="46567" y="0"/>
                </a:lnTo>
                <a:close/>
              </a:path>
            </a:pathLst>
          </a:custGeom>
          <a:solidFill>
            <a:srgbClr val="151515"/>
          </a:solidFill>
          <a:ln>
            <a:noFill/>
          </a:ln>
        </p:spPr>
        <p:txBody>
          <a:bodyPr rtlCol="0" anchor="ctr"/>
          <a:lstStyle/>
          <a:p>
            <a:pPr algn="ctr"/>
            <a:endParaRPr lang="pl-PL" dirty="0"/>
          </a:p>
        </p:txBody>
      </p:sp>
      <p:sp>
        <p:nvSpPr>
          <p:cNvPr id="27" name="!!Zegar – kreska 3"/>
          <p:cNvSpPr/>
          <p:nvPr/>
        </p:nvSpPr>
        <p:spPr>
          <a:xfrm>
            <a:off x="10491258" y="724323"/>
            <a:ext cx="23283" cy="46567"/>
          </a:xfrm>
          <a:custGeom>
            <a:avLst/>
            <a:gdLst/>
            <a:ahLst/>
            <a:cxnLst/>
            <a:rect l="0" t="0" r="r" b="b"/>
            <a:pathLst>
              <a:path w="23283" h="46567">
                <a:moveTo>
                  <a:pt x="23283" y="0"/>
                </a:moveTo>
                <a:lnTo>
                  <a:pt x="0" y="0"/>
                </a:lnTo>
                <a:lnTo>
                  <a:pt x="0" y="46567"/>
                </a:lnTo>
                <a:lnTo>
                  <a:pt x="23283" y="46567"/>
                </a:lnTo>
                <a:close/>
              </a:path>
            </a:pathLst>
          </a:custGeom>
          <a:solidFill>
            <a:srgbClr val="151515"/>
          </a:solidFill>
          <a:ln>
            <a:noFill/>
          </a:ln>
        </p:spPr>
        <p:txBody>
          <a:bodyPr rtlCol="0" anchor="ctr"/>
          <a:lstStyle/>
          <a:p>
            <a:pPr algn="ctr"/>
            <a:endParaRPr lang="pl-PL" dirty="0"/>
          </a:p>
        </p:txBody>
      </p:sp>
      <p:sp>
        <p:nvSpPr>
          <p:cNvPr id="28" name="!!Zegar – kreska 4"/>
          <p:cNvSpPr/>
          <p:nvPr/>
        </p:nvSpPr>
        <p:spPr>
          <a:xfrm>
            <a:off x="10265410" y="521758"/>
            <a:ext cx="46567" cy="23283"/>
          </a:xfrm>
          <a:custGeom>
            <a:avLst/>
            <a:gdLst/>
            <a:ahLst/>
            <a:cxnLst/>
            <a:rect l="0" t="0" r="r" b="b"/>
            <a:pathLst>
              <a:path w="46567" h="23283">
                <a:moveTo>
                  <a:pt x="46567" y="23283"/>
                </a:moveTo>
                <a:lnTo>
                  <a:pt x="46567" y="0"/>
                </a:lnTo>
                <a:lnTo>
                  <a:pt x="0" y="0"/>
                </a:lnTo>
                <a:lnTo>
                  <a:pt x="0" y="23283"/>
                </a:lnTo>
                <a:close/>
              </a:path>
            </a:pathLst>
          </a:custGeom>
          <a:solidFill>
            <a:srgbClr val="151515"/>
          </a:solidFill>
          <a:ln>
            <a:noFill/>
          </a:ln>
        </p:spPr>
        <p:txBody>
          <a:bodyPr rtlCol="0" anchor="ctr"/>
          <a:lstStyle/>
          <a:p>
            <a:pPr algn="ctr"/>
            <a:endParaRPr lang="pl-PL" dirty="0"/>
          </a:p>
        </p:txBody>
      </p:sp>
      <p:sp>
        <p:nvSpPr>
          <p:cNvPr id="29" name="!!Zegar – wskazówka"/>
          <p:cNvSpPr/>
          <p:nvPr/>
        </p:nvSpPr>
        <p:spPr>
          <a:xfrm>
            <a:off x="10474960" y="519430"/>
            <a:ext cx="214207" cy="27940"/>
          </a:xfrm>
          <a:custGeom>
            <a:avLst/>
            <a:gdLst/>
            <a:ahLst/>
            <a:cxnLst/>
            <a:rect l="0" t="0" r="r" b="b"/>
            <a:pathLst>
              <a:path w="214207" h="27940">
                <a:moveTo>
                  <a:pt x="0" y="0"/>
                </a:moveTo>
                <a:lnTo>
                  <a:pt x="0" y="27940"/>
                </a:lnTo>
                <a:lnTo>
                  <a:pt x="214207" y="20955"/>
                </a:lnTo>
                <a:lnTo>
                  <a:pt x="214207" y="6985"/>
                </a:lnTo>
                <a:close/>
              </a:path>
            </a:pathLst>
          </a:custGeom>
          <a:solidFill>
            <a:srgbClr val="151515"/>
          </a:solidFill>
          <a:ln>
            <a:noFill/>
          </a:ln>
        </p:spPr>
        <p:txBody>
          <a:bodyPr rtlCol="0" anchor="ctr"/>
          <a:lstStyle/>
          <a:p>
            <a:pPr algn="ctr"/>
            <a:endParaRPr lang="pl-PL" dirty="0"/>
          </a:p>
        </p:txBody>
      </p:sp>
      <p:sp>
        <p:nvSpPr>
          <p:cNvPr id="30" name="!!Zegar – oś"/>
          <p:cNvSpPr/>
          <p:nvPr/>
        </p:nvSpPr>
        <p:spPr>
          <a:xfrm>
            <a:off x="10474960" y="505460"/>
            <a:ext cx="55880" cy="55880"/>
          </a:xfrm>
          <a:prstGeom prst="ellipse">
            <a:avLst/>
          </a:prstGeom>
          <a:solidFill>
            <a:srgbClr val="151515"/>
          </a:solidFill>
          <a:ln>
            <a:noFill/>
          </a:ln>
        </p:spPr>
        <p:txBody>
          <a:bodyPr rtlCol="0" anchor="ctr"/>
          <a:lstStyle/>
          <a:p>
            <a:pPr algn="ctr"/>
            <a:endParaRPr lang="pl-PL" dirty="0"/>
          </a:p>
        </p:txBody>
      </p:sp>
      <p:sp>
        <p:nvSpPr>
          <p:cNvPr id="31" name="!!Źródło"/>
          <p:cNvSpPr txBox="1"/>
          <p:nvPr/>
        </p:nvSpPr>
        <p:spPr>
          <a:xfrm>
            <a:off x="824359" y="6425287"/>
            <a:ext cx="7807762"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666666"/>
                </a:solidFill>
                <a:latin typeface="Lato"/>
                <a:cs typeface="Lato"/>
              </a:rPr>
              <a:t>Inquiry / Glovo, IX 2026 · Użytkownicy q-commerce; liczebność podgrupy niewskazana w raporcie · s. 11</a:t>
            </a:r>
            <a:endParaRPr lang="pl-PL" sz="1100" kern="100" dirty="0">
              <a:solidFill>
                <a:srgbClr val="666666"/>
              </a:solidFill>
              <a:latin typeface="Lato"/>
              <a:cs typeface="Lato"/>
            </a:endParaRPr>
          </a:p>
        </p:txBody>
      </p:sp>
      <p:sp>
        <p:nvSpPr>
          <p:cNvPr id="32"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666666"/>
                </a:solidFill>
                <a:latin typeface="Lato"/>
                <a:cs typeface="Lato"/>
              </a:rPr>
              <a:t>13 / 23</a:t>
            </a:r>
            <a:endParaRPr lang="pl-PL" sz="1100" kern="100" spc="66" dirty="0">
              <a:solidFill>
                <a:srgbClr val="666666"/>
              </a:solidFill>
              <a:latin typeface="Lato"/>
              <a:cs typeface="Lato"/>
            </a:endParaRPr>
          </a:p>
        </p:txBody>
      </p:sp>
      <p:sp>
        <p:nvSpPr>
          <p:cNvPr id="33" name="!!Postęp"/>
          <p:cNvSpPr/>
          <p:nvPr/>
        </p:nvSpPr>
        <p:spPr>
          <a:xfrm>
            <a:off x="645" y="6826250"/>
            <a:ext cx="6889750" cy="31750"/>
          </a:xfrm>
          <a:prstGeom prst="rect">
            <a:avLst/>
          </a:prstGeom>
          <a:solidFill>
            <a:srgbClr val="EE312F"/>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xmlns:p14="http://schemas.microsoft.com/office/powerpoint/2010/main">
  <p:cSld name="Od czego zacząć?">
    <p:bg>
      <p:bgPr>
        <a:solidFill>
          <a:srgbClr val="FFFFFF"/>
        </a:solidFill>
        <a:effectLst/>
      </p:bgPr>
    </p:bg>
    <p:spTree>
      <p:nvGrpSpPr>
        <p:cNvPr id="1" name=""/>
        <p:cNvGrpSpPr/>
        <p:nvPr/>
      </p:nvGrpSpPr>
      <p:grpSpPr>
        <a:xfrm>
          <a:off x="0" y="0"/>
          <a:ext cx="0" cy="0"/>
          <a:chOff x="0" y="0"/>
          <a:chExt cx="0" cy="0"/>
        </a:xfrm>
      </p:grpSpPr>
      <p:sp>
        <p:nvSpPr>
          <p:cNvPr id="2" name="Tekst: Nie mam listy zakupów. Mam gości w drodz · 1"/>
          <p:cNvSpPr txBox="1"/>
          <p:nvPr/>
        </p:nvSpPr>
        <p:spPr>
          <a:xfrm>
            <a:off x="825649" y="3252450"/>
            <a:ext cx="3772257" cy="379730"/>
          </a:xfrm>
          <a:prstGeom prst="rect">
            <a:avLst/>
          </a:prstGeom>
          <a:noFill/>
          <a:ln>
            <a:noFill/>
          </a:ln>
        </p:spPr>
        <p:txBody>
          <a:bodyPr wrap="none" lIns="0" tIns="0" rIns="0" bIns="0" rtlCol="0" anchor="ctr">
            <a:noAutofit/>
          </a:bodyPr>
          <a:lstStyle/>
          <a:p>
            <a:pPr algn="l">
              <a:spcBef>
                <a:spcPts val="0"/>
              </a:spcBef>
              <a:spcAft>
                <a:spcPts val="0"/>
              </a:spcAft>
              <a:buNone/>
            </a:pPr>
            <a:r>
              <a:rPr lang="pl-PL" sz="2300" kern="100" dirty="0">
                <a:solidFill>
                  <a:srgbClr val="151515"/>
                </a:solidFill>
                <a:latin typeface="Lato"/>
                <a:cs typeface="Lato"/>
              </a:rPr>
              <a:t>Nie mam listy zakupów.</a:t>
            </a:r>
            <a:endParaRPr lang="pl-PL" sz="2300" kern="100" dirty="0">
              <a:solidFill>
                <a:srgbClr val="151515"/>
              </a:solidFill>
              <a:latin typeface="Lato"/>
              <a:cs typeface="Lato"/>
            </a:endParaRPr>
          </a:p>
        </p:txBody>
      </p:sp>
      <p:sp>
        <p:nvSpPr>
          <p:cNvPr id="3" name="Tekst: Nie mam listy zakupów. Mam gości w drodz · 2"/>
          <p:cNvSpPr txBox="1"/>
          <p:nvPr/>
        </p:nvSpPr>
        <p:spPr>
          <a:xfrm>
            <a:off x="825649" y="3632180"/>
            <a:ext cx="3772257" cy="379730"/>
          </a:xfrm>
          <a:prstGeom prst="rect">
            <a:avLst/>
          </a:prstGeom>
          <a:noFill/>
          <a:ln>
            <a:noFill/>
          </a:ln>
        </p:spPr>
        <p:txBody>
          <a:bodyPr wrap="none" lIns="0" tIns="0" rIns="0" bIns="0" rtlCol="0" anchor="ctr">
            <a:noAutofit/>
          </a:bodyPr>
          <a:lstStyle/>
          <a:p>
            <a:pPr algn="l">
              <a:spcBef>
                <a:spcPts val="0"/>
              </a:spcBef>
              <a:spcAft>
                <a:spcPts val="0"/>
              </a:spcAft>
              <a:buNone/>
            </a:pPr>
            <a:r>
              <a:rPr lang="pl-PL" sz="2300" kern="100" dirty="0">
                <a:solidFill>
                  <a:srgbClr val="151515"/>
                </a:solidFill>
                <a:latin typeface="Lato"/>
                <a:cs typeface="Lato"/>
              </a:rPr>
              <a:t>Mam gości w drodze.</a:t>
            </a:r>
            <a:endParaRPr lang="pl-PL" sz="2300" kern="100" dirty="0">
              <a:solidFill>
                <a:srgbClr val="151515"/>
              </a:solidFill>
              <a:latin typeface="Lato"/>
              <a:cs typeface="Lato"/>
            </a:endParaRPr>
          </a:p>
        </p:txBody>
      </p:sp>
      <p:sp>
        <p:nvSpPr>
          <p:cNvPr id="4" name="Tekst: Banner prowadzi prosto do produktów na s · 1"/>
          <p:cNvSpPr txBox="1"/>
          <p:nvPr/>
        </p:nvSpPr>
        <p:spPr>
          <a:xfrm>
            <a:off x="824409" y="4723130"/>
            <a:ext cx="4310301" cy="349250"/>
          </a:xfrm>
          <a:prstGeom prst="rect">
            <a:avLst/>
          </a:prstGeom>
          <a:noFill/>
          <a:ln>
            <a:noFill/>
          </a:ln>
        </p:spPr>
        <p:txBody>
          <a:bodyPr wrap="none" lIns="0" tIns="0" rIns="0" bIns="0" rtlCol="0" anchor="ctr">
            <a:noAutofit/>
          </a:bodyPr>
          <a:lstStyle/>
          <a:p>
            <a:pPr algn="l">
              <a:spcBef>
                <a:spcPts val="0"/>
              </a:spcBef>
              <a:spcAft>
                <a:spcPts val="0"/>
              </a:spcAft>
              <a:buNone/>
            </a:pPr>
            <a:r>
              <a:rPr lang="pl-PL" sz="2200" b="1" kern="100" dirty="0">
                <a:solidFill>
                  <a:srgbClr val="EE312F"/>
                </a:solidFill>
                <a:latin typeface="Lato"/>
                <a:cs typeface="Lato"/>
              </a:rPr>
              <a:t>Banner prowadzi prosto</a:t>
            </a:r>
            <a:endParaRPr lang="pl-PL" sz="2200" b="1" kern="100" dirty="0">
              <a:solidFill>
                <a:srgbClr val="EE312F"/>
              </a:solidFill>
              <a:latin typeface="Lato"/>
              <a:cs typeface="Lato"/>
            </a:endParaRPr>
          </a:p>
        </p:txBody>
      </p:sp>
      <p:sp>
        <p:nvSpPr>
          <p:cNvPr id="5" name="Tekst: Banner prowadzi prosto do produktów na s · 2"/>
          <p:cNvSpPr txBox="1"/>
          <p:nvPr/>
        </p:nvSpPr>
        <p:spPr>
          <a:xfrm>
            <a:off x="824409" y="5072380"/>
            <a:ext cx="4310301" cy="349250"/>
          </a:xfrm>
          <a:prstGeom prst="rect">
            <a:avLst/>
          </a:prstGeom>
          <a:noFill/>
          <a:ln>
            <a:noFill/>
          </a:ln>
        </p:spPr>
        <p:txBody>
          <a:bodyPr wrap="none" lIns="0" tIns="0" rIns="0" bIns="0" rtlCol="0" anchor="ctr">
            <a:noAutofit/>
          </a:bodyPr>
          <a:lstStyle/>
          <a:p>
            <a:pPr algn="l">
              <a:spcBef>
                <a:spcPts val="0"/>
              </a:spcBef>
              <a:spcAft>
                <a:spcPts val="0"/>
              </a:spcAft>
              <a:buNone/>
            </a:pPr>
            <a:r>
              <a:rPr lang="pl-PL" sz="2200" b="1" kern="100" dirty="0">
                <a:solidFill>
                  <a:srgbClr val="EE312F"/>
                </a:solidFill>
                <a:latin typeface="Lato"/>
                <a:cs typeface="Lato"/>
              </a:rPr>
              <a:t>do produktów na spotkanie.</a:t>
            </a:r>
            <a:endParaRPr lang="pl-PL" sz="2200" b="1" kern="100" dirty="0">
              <a:solidFill>
                <a:srgbClr val="EE312F"/>
              </a:solidFill>
              <a:latin typeface="Lato"/>
              <a:cs typeface="Lato"/>
            </a:endParaRPr>
          </a:p>
        </p:txBody>
      </p:sp>
      <p:sp>
        <p:nvSpPr>
          <p:cNvPr id="6" name="Tekst: 01 · Otwieram aplikację"/>
          <p:cNvSpPr txBox="1"/>
          <p:nvPr/>
        </p:nvSpPr>
        <p:spPr>
          <a:xfrm>
            <a:off x="824409" y="1270000"/>
            <a:ext cx="2843093" cy="182880"/>
          </a:xfrm>
          <a:prstGeom prst="rect">
            <a:avLst/>
          </a:prstGeom>
          <a:noFill/>
          <a:ln>
            <a:noFill/>
          </a:ln>
        </p:spPr>
        <p:txBody>
          <a:bodyPr wrap="none" lIns="0" tIns="0" rIns="0" bIns="0" rtlCol="0" anchor="t">
            <a:noAutofit/>
          </a:bodyPr>
          <a:lstStyle/>
          <a:p>
            <a:pPr algn="l">
              <a:spcBef>
                <a:spcPts val="0"/>
              </a:spcBef>
              <a:spcAft>
                <a:spcPts val="0"/>
              </a:spcAft>
              <a:buNone/>
            </a:pPr>
            <a:r>
              <a:rPr lang="pl-PL" sz="1200" b="1" kern="100" cap="all" spc="96" dirty="0">
                <a:solidFill>
                  <a:srgbClr val="666666"/>
                </a:solidFill>
                <a:latin typeface="Lato"/>
                <a:cs typeface="Lato"/>
              </a:rPr>
              <a:t>01 · Otwieram aplikację</a:t>
            </a:r>
            <a:endParaRPr lang="pl-PL" sz="1200" b="1" kern="100" cap="all" spc="96" dirty="0">
              <a:solidFill>
                <a:srgbClr val="666666"/>
              </a:solidFill>
              <a:latin typeface="Lato"/>
              <a:cs typeface="Lato"/>
            </a:endParaRPr>
          </a:p>
        </p:txBody>
      </p:sp>
      <p:sp>
        <p:nvSpPr>
          <p:cNvPr id="7" name="Tekst: „Od czego zacząć?” · 1"/>
          <p:cNvSpPr txBox="1"/>
          <p:nvPr/>
        </p:nvSpPr>
        <p:spPr>
          <a:xfrm>
            <a:off x="824409" y="1651544"/>
            <a:ext cx="2999661" cy="592328"/>
          </a:xfrm>
          <a:prstGeom prst="rect">
            <a:avLst/>
          </a:prstGeom>
          <a:noFill/>
          <a:ln>
            <a:noFill/>
          </a:ln>
        </p:spPr>
        <p:txBody>
          <a:bodyPr wrap="none" lIns="0" tIns="0" rIns="0" bIns="0" rtlCol="0" anchor="ctr">
            <a:noAutofit/>
          </a:bodyPr>
          <a:lstStyle/>
          <a:p>
            <a:pPr algn="l">
              <a:spcBef>
                <a:spcPts val="0"/>
              </a:spcBef>
              <a:spcAft>
                <a:spcPts val="0"/>
              </a:spcAft>
              <a:buNone/>
            </a:pPr>
            <a:r>
              <a:rPr lang="pl-PL" sz="4400" kern="100" spc="-154" dirty="0">
                <a:solidFill>
                  <a:srgbClr val="151515"/>
                </a:solidFill>
                <a:latin typeface="Lato Black"/>
                <a:cs typeface="Lato Black"/>
              </a:rPr>
              <a:t>„Od czego</a:t>
            </a:r>
            <a:endParaRPr lang="pl-PL" sz="4400" kern="100" spc="-154" dirty="0">
              <a:solidFill>
                <a:srgbClr val="151515"/>
              </a:solidFill>
              <a:latin typeface="Lato Black"/>
              <a:cs typeface="Lato Black"/>
            </a:endParaRPr>
          </a:p>
        </p:txBody>
      </p:sp>
      <p:sp>
        <p:nvSpPr>
          <p:cNvPr id="8" name="Tekst: „Od czego zacząć?” · 2"/>
          <p:cNvSpPr txBox="1"/>
          <p:nvPr/>
        </p:nvSpPr>
        <p:spPr>
          <a:xfrm>
            <a:off x="824409" y="2243872"/>
            <a:ext cx="2999661" cy="592328"/>
          </a:xfrm>
          <a:prstGeom prst="rect">
            <a:avLst/>
          </a:prstGeom>
          <a:noFill/>
          <a:ln>
            <a:noFill/>
          </a:ln>
        </p:spPr>
        <p:txBody>
          <a:bodyPr wrap="none" lIns="0" tIns="0" rIns="0" bIns="0" rtlCol="0" anchor="ctr">
            <a:noAutofit/>
          </a:bodyPr>
          <a:lstStyle/>
          <a:p>
            <a:pPr algn="l">
              <a:spcBef>
                <a:spcPts val="0"/>
              </a:spcBef>
              <a:spcAft>
                <a:spcPts val="0"/>
              </a:spcAft>
              <a:buNone/>
            </a:pPr>
            <a:r>
              <a:rPr lang="pl-PL" sz="4400" kern="100" spc="-154" dirty="0">
                <a:solidFill>
                  <a:srgbClr val="151515"/>
                </a:solidFill>
                <a:latin typeface="Lato Black"/>
                <a:cs typeface="Lato Black"/>
              </a:rPr>
              <a:t>zacząć?”</a:t>
            </a:r>
            <a:endParaRPr lang="pl-PL" sz="4400" kern="100" spc="-154" dirty="0">
              <a:solidFill>
                <a:srgbClr val="151515"/>
              </a:solidFill>
              <a:latin typeface="Lato Black"/>
              <a:cs typeface="Lato Black"/>
            </a:endParaRPr>
          </a:p>
        </p:txBody>
      </p:sp>
      <p:sp>
        <p:nvSpPr>
          <p:cNvPr id="9" name="!!Telefon"/>
          <p:cNvSpPr/>
          <p:nvPr/>
        </p:nvSpPr>
        <p:spPr>
          <a:xfrm>
            <a:off x="7499350" y="1181100"/>
            <a:ext cx="3860800" cy="4343400"/>
          </a:xfrm>
          <a:prstGeom prst="roundRect">
            <a:avLst>
              <a:gd name="adj" fmla="val 4590"/>
            </a:avLst>
          </a:prstGeom>
          <a:solidFill>
            <a:srgbClr val="FFFFFF"/>
          </a:solidFill>
          <a:ln w="12700">
            <a:solidFill>
              <a:srgbClr val="D9D9D9"/>
            </a:solidFill>
          </a:ln>
          <a:effectLst>
            <a:outerShdw blurRad="444500" dist="152400" dir="5400000" algn="ctr" rotWithShape="0">
              <a:srgbClr val="000000">
                <a:alpha val="7000"/>
              </a:srgbClr>
            </a:outerShdw>
          </a:effectLst>
        </p:spPr>
        <p:txBody>
          <a:bodyPr rtlCol="0" anchor="ctr"/>
          <a:lstStyle/>
          <a:p>
            <a:pPr algn="ctr"/>
            <a:endParaRPr lang="pl-PL" dirty="0"/>
          </a:p>
        </p:txBody>
      </p:sp>
      <p:sp>
        <p:nvSpPr>
          <p:cNvPr id="10" name="!!Telefon – nagłówek"/>
          <p:cNvSpPr/>
          <p:nvPr/>
        </p:nvSpPr>
        <p:spPr>
          <a:xfrm>
            <a:off x="7505700" y="1187450"/>
            <a:ext cx="3848100" cy="457200"/>
          </a:xfrm>
          <a:prstGeom prst="round2SameRect">
            <a:avLst>
              <a:gd name="adj1" fmla="val 36111"/>
              <a:gd name="adj2" fmla="val 0"/>
            </a:avLst>
          </a:prstGeom>
          <a:solidFill>
            <a:srgbClr val="FFFFFF"/>
          </a:solidFill>
          <a:ln>
            <a:noFill/>
          </a:ln>
        </p:spPr>
        <p:txBody>
          <a:bodyPr rtlCol="0" anchor="ctr"/>
          <a:lstStyle/>
          <a:p>
            <a:pPr algn="ctr"/>
            <a:endParaRPr lang="pl-PL" dirty="0"/>
          </a:p>
        </p:txBody>
      </p:sp>
      <p:sp>
        <p:nvSpPr>
          <p:cNvPr id="11" name="Telefon – nagłówek (wariant)"/>
          <p:cNvSpPr/>
          <p:nvPr/>
        </p:nvSpPr>
        <p:spPr>
          <a:xfrm>
            <a:off x="7505700" y="1631950"/>
            <a:ext cx="3848100" cy="12700"/>
          </a:xfrm>
          <a:prstGeom prst="rect">
            <a:avLst/>
          </a:prstGeom>
          <a:solidFill>
            <a:srgbClr val="EDEDED"/>
          </a:solidFill>
          <a:ln>
            <a:noFill/>
          </a:ln>
        </p:spPr>
        <p:txBody>
          <a:bodyPr rtlCol="0" anchor="ctr"/>
          <a:lstStyle/>
          <a:p>
            <a:pPr algn="ctr"/>
            <a:endParaRPr lang="pl-PL" dirty="0"/>
          </a:p>
        </p:txBody>
      </p:sp>
      <p:sp>
        <p:nvSpPr>
          <p:cNvPr id="12" name="!!Telefon – aplikacja (tekst)"/>
          <p:cNvSpPr txBox="1"/>
          <p:nvPr/>
        </p:nvSpPr>
        <p:spPr>
          <a:xfrm>
            <a:off x="7697291" y="1308100"/>
            <a:ext cx="2425779" cy="198120"/>
          </a:xfrm>
          <a:prstGeom prst="rect">
            <a:avLst/>
          </a:prstGeom>
          <a:noFill/>
          <a:ln>
            <a:noFill/>
          </a:ln>
        </p:spPr>
        <p:txBody>
          <a:bodyPr wrap="none" lIns="0" tIns="0" rIns="0" bIns="0" rtlCol="0" anchor="t">
            <a:noAutofit/>
          </a:bodyPr>
          <a:lstStyle/>
          <a:p>
            <a:pPr algn="l">
              <a:spcBef>
                <a:spcPts val="0"/>
              </a:spcBef>
              <a:spcAft>
                <a:spcPts val="0"/>
              </a:spcAft>
              <a:buNone/>
            </a:pPr>
            <a:r>
              <a:rPr lang="pl-PL" sz="1300" kern="100" spc="-13" dirty="0">
                <a:solidFill>
                  <a:srgbClr val="151515"/>
                </a:solidFill>
                <a:latin typeface="Lato Black"/>
                <a:cs typeface="Lato Black"/>
              </a:rPr>
              <a:t>Aplikacja szybkich dostaw</a:t>
            </a:r>
            <a:endParaRPr lang="pl-PL" sz="1300" kern="100" spc="-13" dirty="0">
              <a:solidFill>
                <a:srgbClr val="151515"/>
              </a:solidFill>
              <a:latin typeface="Lato Black"/>
              <a:cs typeface="Lato Black"/>
            </a:endParaRPr>
          </a:p>
        </p:txBody>
      </p:sp>
      <p:sp>
        <p:nvSpPr>
          <p:cNvPr id="13" name="!!Telefon – koszyk (tekst)"/>
          <p:cNvSpPr txBox="1"/>
          <p:nvPr/>
        </p:nvSpPr>
        <p:spPr>
          <a:xfrm>
            <a:off x="10998349" y="1285875"/>
            <a:ext cx="350163" cy="228600"/>
          </a:xfrm>
          <a:prstGeom prst="rect">
            <a:avLst/>
          </a:prstGeom>
          <a:noFill/>
          <a:ln>
            <a:noFill/>
          </a:ln>
        </p:spPr>
        <p:txBody>
          <a:bodyPr wrap="none" lIns="0" tIns="0" rIns="0" bIns="0" rtlCol="0" anchor="t">
            <a:noAutofit/>
          </a:bodyPr>
          <a:lstStyle/>
          <a:p>
            <a:pPr algn="l">
              <a:spcBef>
                <a:spcPts val="0"/>
              </a:spcBef>
              <a:spcAft>
                <a:spcPts val="0"/>
              </a:spcAft>
              <a:buNone/>
            </a:pPr>
            <a:r>
              <a:rPr lang="pl-PL" sz="1500" kern="100" dirty="0">
                <a:solidFill>
                  <a:srgbClr val="151515"/>
                </a:solidFill>
                <a:latin typeface="Segoe UI Symbol"/>
                <a:cs typeface="Segoe UI Symbol"/>
              </a:rPr>
              <a:t>▣</a:t>
            </a:r>
            <a:endParaRPr lang="pl-PL" sz="1500" kern="100" dirty="0">
              <a:solidFill>
                <a:srgbClr val="151515"/>
              </a:solidFill>
              <a:latin typeface="Segoe UI Symbol"/>
              <a:cs typeface="Segoe UI Symbol"/>
            </a:endParaRPr>
          </a:p>
        </p:txBody>
      </p:sp>
      <p:sp>
        <p:nvSpPr>
          <p:cNvPr id="14" name="!!Telefon – kontekst (tekst)"/>
          <p:cNvSpPr txBox="1"/>
          <p:nvPr/>
        </p:nvSpPr>
        <p:spPr>
          <a:xfrm>
            <a:off x="7696200" y="1797050"/>
            <a:ext cx="3467100" cy="160020"/>
          </a:xfrm>
          <a:prstGeom prst="rect">
            <a:avLst/>
          </a:prstGeom>
          <a:noFill/>
          <a:ln>
            <a:noFill/>
          </a:ln>
        </p:spPr>
        <p:txBody>
          <a:bodyPr wrap="none" lIns="0" tIns="0" rIns="0" bIns="0" rtlCol="0" anchor="t">
            <a:noAutofit/>
          </a:bodyPr>
          <a:lstStyle/>
          <a:p>
            <a:pPr algn="l">
              <a:spcBef>
                <a:spcPts val="0"/>
              </a:spcBef>
              <a:spcAft>
                <a:spcPts val="0"/>
              </a:spcAft>
              <a:buNone/>
            </a:pPr>
            <a:r>
              <a:rPr lang="pl-PL" sz="1050" kern="100" dirty="0">
                <a:solidFill>
                  <a:srgbClr val="777777"/>
                </a:solidFill>
                <a:latin typeface="Lato"/>
                <a:cs typeface="Lato"/>
              </a:rPr>
              <a:t>Dzień dobry!</a:t>
            </a:r>
            <a:endParaRPr lang="pl-PL" sz="1050" kern="100" dirty="0">
              <a:solidFill>
                <a:srgbClr val="777777"/>
              </a:solidFill>
              <a:latin typeface="Lato"/>
              <a:cs typeface="Lato"/>
            </a:endParaRPr>
          </a:p>
        </p:txBody>
      </p:sp>
      <p:sp>
        <p:nvSpPr>
          <p:cNvPr id="15" name="!!Telefon – tytuł (tekst)"/>
          <p:cNvSpPr txBox="1"/>
          <p:nvPr/>
        </p:nvSpPr>
        <p:spPr>
          <a:xfrm>
            <a:off x="7696200" y="2006600"/>
            <a:ext cx="3467100" cy="259080"/>
          </a:xfrm>
          <a:prstGeom prst="rect">
            <a:avLst/>
          </a:prstGeom>
          <a:noFill/>
          <a:ln>
            <a:noFill/>
          </a:ln>
        </p:spPr>
        <p:txBody>
          <a:bodyPr wrap="none" lIns="0" tIns="0" rIns="0" bIns="0" rtlCol="0" anchor="t">
            <a:noAutofit/>
          </a:bodyPr>
          <a:lstStyle/>
          <a:p>
            <a:pPr algn="l">
              <a:spcBef>
                <a:spcPts val="0"/>
              </a:spcBef>
              <a:spcAft>
                <a:spcPts val="0"/>
              </a:spcAft>
              <a:buNone/>
            </a:pPr>
            <a:r>
              <a:rPr lang="pl-PL" sz="1700" kern="100" spc="-42" dirty="0">
                <a:solidFill>
                  <a:srgbClr val="1C1C1C"/>
                </a:solidFill>
                <a:latin typeface="Lato Black"/>
                <a:cs typeface="Lato Black"/>
              </a:rPr>
              <a:t>Czego dziś potrzebujesz?</a:t>
            </a:r>
            <a:endParaRPr lang="pl-PL" sz="1700" kern="100" spc="-42" dirty="0">
              <a:solidFill>
                <a:srgbClr val="1C1C1C"/>
              </a:solidFill>
              <a:latin typeface="Lato Black"/>
              <a:cs typeface="Lato Black"/>
            </a:endParaRPr>
          </a:p>
        </p:txBody>
      </p:sp>
      <p:sp>
        <p:nvSpPr>
          <p:cNvPr id="16" name="!!Telefon – wyszukiwarka"/>
          <p:cNvSpPr/>
          <p:nvPr/>
        </p:nvSpPr>
        <p:spPr>
          <a:xfrm>
            <a:off x="7696200" y="2381250"/>
            <a:ext cx="3467100" cy="349250"/>
          </a:xfrm>
          <a:prstGeom prst="roundRect">
            <a:avLst>
              <a:gd name="adj" fmla="val 18182"/>
            </a:avLst>
          </a:prstGeom>
          <a:solidFill>
            <a:srgbClr val="F3F3F3"/>
          </a:solidFill>
          <a:ln>
            <a:noFill/>
          </a:ln>
        </p:spPr>
        <p:txBody>
          <a:bodyPr rtlCol="0" anchor="ctr"/>
          <a:lstStyle/>
          <a:p>
            <a:pPr algn="ctr"/>
            <a:endParaRPr lang="pl-PL" dirty="0"/>
          </a:p>
        </p:txBody>
      </p:sp>
      <p:sp>
        <p:nvSpPr>
          <p:cNvPr id="17" name="Tekst: ⌕"/>
          <p:cNvSpPr txBox="1"/>
          <p:nvPr/>
        </p:nvSpPr>
        <p:spPr>
          <a:xfrm>
            <a:off x="7810054" y="2518995"/>
            <a:ext cx="280868" cy="142240"/>
          </a:xfrm>
          <a:prstGeom prst="rect">
            <a:avLst/>
          </a:prstGeom>
          <a:noFill/>
          <a:ln>
            <a:noFill/>
          </a:ln>
        </p:spPr>
        <p:txBody>
          <a:bodyPr wrap="none" lIns="0" tIns="0" rIns="0" bIns="0" rtlCol="0" anchor="t">
            <a:noAutofit/>
          </a:bodyPr>
          <a:lstStyle/>
          <a:p>
            <a:pPr algn="l">
              <a:spcBef>
                <a:spcPts val="0"/>
              </a:spcBef>
              <a:spcAft>
                <a:spcPts val="0"/>
              </a:spcAft>
              <a:buNone/>
            </a:pPr>
            <a:r>
              <a:rPr lang="pl-PL" sz="1400" kern="100" dirty="0">
                <a:solidFill>
                  <a:srgbClr val="777777"/>
                </a:solidFill>
                <a:latin typeface="Segoe UI Symbol"/>
                <a:cs typeface="Segoe UI Symbol"/>
              </a:rPr>
              <a:t>⌕</a:t>
            </a:r>
            <a:endParaRPr lang="pl-PL" sz="1400" kern="100" dirty="0">
              <a:solidFill>
                <a:srgbClr val="777777"/>
              </a:solidFill>
              <a:latin typeface="Segoe UI Symbol"/>
              <a:cs typeface="Segoe UI Symbol"/>
            </a:endParaRPr>
          </a:p>
        </p:txBody>
      </p:sp>
      <p:sp>
        <p:nvSpPr>
          <p:cNvPr id="18" name="Tekst: Szukaj produktów"/>
          <p:cNvSpPr txBox="1"/>
          <p:nvPr/>
        </p:nvSpPr>
        <p:spPr>
          <a:xfrm>
            <a:off x="8020248" y="2470150"/>
            <a:ext cx="1465659"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777777"/>
                </a:solidFill>
                <a:latin typeface="Lato"/>
                <a:cs typeface="Lato"/>
              </a:rPr>
              <a:t>Szukaj produktów</a:t>
            </a:r>
            <a:endParaRPr lang="pl-PL" sz="1100" kern="100" dirty="0">
              <a:solidFill>
                <a:srgbClr val="777777"/>
              </a:solidFill>
              <a:latin typeface="Lato"/>
              <a:cs typeface="Lato"/>
            </a:endParaRPr>
          </a:p>
        </p:txBody>
      </p:sp>
      <p:sp>
        <p:nvSpPr>
          <p:cNvPr id="19" name="Kształt"/>
          <p:cNvSpPr/>
          <p:nvPr/>
        </p:nvSpPr>
        <p:spPr>
          <a:xfrm>
            <a:off x="7696200" y="2844800"/>
            <a:ext cx="3467100" cy="1473200"/>
          </a:xfrm>
          <a:prstGeom prst="roundRect">
            <a:avLst>
              <a:gd name="adj" fmla="val 6897"/>
            </a:avLst>
          </a:prstGeom>
          <a:gradFill rotWithShape="1">
            <a:gsLst>
              <a:gs pos="0">
                <a:srgbClr val="EE312F"/>
              </a:gs>
              <a:gs pos="100000">
                <a:srgbClr val="B81D1F"/>
              </a:gs>
            </a:gsLst>
            <a:lin ang="1800000" scaled="0"/>
          </a:gradFill>
          <a:ln>
            <a:noFill/>
          </a:ln>
        </p:spPr>
        <p:txBody>
          <a:bodyPr rtlCol="0" anchor="ctr"/>
          <a:lstStyle/>
          <a:p>
            <a:pPr algn="ctr"/>
            <a:endParaRPr lang="pl-PL" dirty="0"/>
          </a:p>
        </p:txBody>
      </p:sp>
      <p:sp>
        <p:nvSpPr>
          <p:cNvPr id="20" name="Tekst: Sponsorowane · przykład"/>
          <p:cNvSpPr txBox="1"/>
          <p:nvPr/>
        </p:nvSpPr>
        <p:spPr>
          <a:xfrm>
            <a:off x="7835900" y="2965450"/>
            <a:ext cx="3187700" cy="114300"/>
          </a:xfrm>
          <a:prstGeom prst="rect">
            <a:avLst/>
          </a:prstGeom>
          <a:noFill/>
          <a:ln>
            <a:noFill/>
          </a:ln>
        </p:spPr>
        <p:txBody>
          <a:bodyPr wrap="none" lIns="0" tIns="0" rIns="0" bIns="0" rtlCol="0" anchor="t">
            <a:noAutofit/>
          </a:bodyPr>
          <a:lstStyle/>
          <a:p>
            <a:pPr algn="l">
              <a:spcBef>
                <a:spcPts val="0"/>
              </a:spcBef>
              <a:spcAft>
                <a:spcPts val="0"/>
              </a:spcAft>
              <a:buNone/>
            </a:pPr>
            <a:r>
              <a:rPr lang="pl-PL" sz="750" kern="100" spc="15" dirty="0">
                <a:solidFill>
                  <a:srgbClr val="FFFFFF">
                    <a:alpha val="78400"/>
                  </a:srgbClr>
                </a:solidFill>
                <a:latin typeface="Lato"/>
                <a:cs typeface="Lato"/>
              </a:rPr>
              <a:t>Sponsorowane · przykład</a:t>
            </a:r>
            <a:endParaRPr lang="pl-PL" sz="750" kern="100" spc="15" dirty="0">
              <a:solidFill>
                <a:srgbClr val="FFFFFF">
                  <a:alpha val="78400"/>
                </a:srgbClr>
              </a:solidFill>
              <a:latin typeface="Lato"/>
              <a:cs typeface="Lato"/>
            </a:endParaRPr>
          </a:p>
        </p:txBody>
      </p:sp>
      <p:sp>
        <p:nvSpPr>
          <p:cNvPr id="21" name="Tekst: Spotkanie ze znajomymi? · 1"/>
          <p:cNvSpPr txBox="1"/>
          <p:nvPr/>
        </p:nvSpPr>
        <p:spPr>
          <a:xfrm>
            <a:off x="7835900" y="3138130"/>
            <a:ext cx="2095500" cy="216535"/>
          </a:xfrm>
          <a:prstGeom prst="rect">
            <a:avLst/>
          </a:prstGeom>
          <a:noFill/>
          <a:ln>
            <a:noFill/>
          </a:ln>
        </p:spPr>
        <p:txBody>
          <a:bodyPr wrap="none" lIns="0" tIns="0" rIns="0" bIns="0" rtlCol="0" anchor="ctr">
            <a:noAutofit/>
          </a:bodyPr>
          <a:lstStyle/>
          <a:p>
            <a:pPr algn="l">
              <a:spcBef>
                <a:spcPts val="0"/>
              </a:spcBef>
              <a:spcAft>
                <a:spcPts val="0"/>
              </a:spcAft>
              <a:buNone/>
            </a:pPr>
            <a:r>
              <a:rPr lang="pl-PL" sz="1550" b="1" kern="100" spc="-31" dirty="0">
                <a:solidFill>
                  <a:srgbClr val="FFFFFF"/>
                </a:solidFill>
                <a:latin typeface="Lato"/>
                <a:cs typeface="Lato"/>
              </a:rPr>
              <a:t>Spotkanie ze</a:t>
            </a:r>
            <a:endParaRPr lang="pl-PL" sz="1550" b="1" kern="100" spc="-31" dirty="0">
              <a:solidFill>
                <a:srgbClr val="FFFFFF"/>
              </a:solidFill>
              <a:latin typeface="Lato"/>
              <a:cs typeface="Lato"/>
            </a:endParaRPr>
          </a:p>
        </p:txBody>
      </p:sp>
      <p:sp>
        <p:nvSpPr>
          <p:cNvPr id="22" name="Tekst: Spotkanie ze znajomymi? · 2"/>
          <p:cNvSpPr txBox="1"/>
          <p:nvPr/>
        </p:nvSpPr>
        <p:spPr>
          <a:xfrm>
            <a:off x="7835900" y="3354665"/>
            <a:ext cx="2095500" cy="216535"/>
          </a:xfrm>
          <a:prstGeom prst="rect">
            <a:avLst/>
          </a:prstGeom>
          <a:noFill/>
          <a:ln>
            <a:noFill/>
          </a:ln>
        </p:spPr>
        <p:txBody>
          <a:bodyPr wrap="none" lIns="0" tIns="0" rIns="0" bIns="0" rtlCol="0" anchor="ctr">
            <a:noAutofit/>
          </a:bodyPr>
          <a:lstStyle/>
          <a:p>
            <a:pPr algn="l">
              <a:spcBef>
                <a:spcPts val="0"/>
              </a:spcBef>
              <a:spcAft>
                <a:spcPts val="0"/>
              </a:spcAft>
              <a:buNone/>
            </a:pPr>
            <a:r>
              <a:rPr lang="pl-PL" sz="1550" b="1" kern="100" spc="-31" dirty="0">
                <a:solidFill>
                  <a:srgbClr val="FFFFFF"/>
                </a:solidFill>
                <a:latin typeface="Lato"/>
                <a:cs typeface="Lato"/>
              </a:rPr>
              <a:t>znajomymi?</a:t>
            </a:r>
            <a:endParaRPr lang="pl-PL" sz="1550" b="1" kern="100" spc="-31" dirty="0">
              <a:solidFill>
                <a:srgbClr val="FFFFFF"/>
              </a:solidFill>
              <a:latin typeface="Lato"/>
              <a:cs typeface="Lato"/>
            </a:endParaRPr>
          </a:p>
        </p:txBody>
      </p:sp>
      <p:sp>
        <p:nvSpPr>
          <p:cNvPr id="23" name="Tekst: Napoje i przekąski w jednym miejscu · 1"/>
          <p:cNvSpPr txBox="1"/>
          <p:nvPr/>
        </p:nvSpPr>
        <p:spPr>
          <a:xfrm>
            <a:off x="7835900" y="3607991"/>
            <a:ext cx="1587500" cy="158750"/>
          </a:xfrm>
          <a:prstGeom prst="rect">
            <a:avLst/>
          </a:prstGeom>
          <a:noFill/>
          <a:ln>
            <a:noFill/>
          </a:ln>
        </p:spPr>
        <p:txBody>
          <a:bodyPr wrap="none" lIns="0" tIns="0" rIns="0" bIns="0" rtlCol="0" anchor="ctr">
            <a:noAutofit/>
          </a:bodyPr>
          <a:lstStyle/>
          <a:p>
            <a:pPr algn="l">
              <a:spcBef>
                <a:spcPts val="0"/>
              </a:spcBef>
              <a:spcAft>
                <a:spcPts val="0"/>
              </a:spcAft>
              <a:buNone/>
            </a:pPr>
            <a:r>
              <a:rPr lang="pl-PL" sz="1000" kern="100" dirty="0">
                <a:solidFill>
                  <a:srgbClr val="FFFFFF"/>
                </a:solidFill>
                <a:latin typeface="Lato"/>
                <a:cs typeface="Lato"/>
              </a:rPr>
              <a:t>Napoje i przekąski</a:t>
            </a:r>
            <a:endParaRPr lang="pl-PL" sz="1000" kern="100" dirty="0">
              <a:solidFill>
                <a:srgbClr val="FFFFFF"/>
              </a:solidFill>
              <a:latin typeface="Lato"/>
              <a:cs typeface="Lato"/>
            </a:endParaRPr>
          </a:p>
        </p:txBody>
      </p:sp>
      <p:sp>
        <p:nvSpPr>
          <p:cNvPr id="24" name="Tekst: Napoje i przekąski w jednym miejscu · 2"/>
          <p:cNvSpPr txBox="1"/>
          <p:nvPr/>
        </p:nvSpPr>
        <p:spPr>
          <a:xfrm>
            <a:off x="7835900" y="3766741"/>
            <a:ext cx="1587500" cy="158750"/>
          </a:xfrm>
          <a:prstGeom prst="rect">
            <a:avLst/>
          </a:prstGeom>
          <a:noFill/>
          <a:ln>
            <a:noFill/>
          </a:ln>
        </p:spPr>
        <p:txBody>
          <a:bodyPr wrap="none" lIns="0" tIns="0" rIns="0" bIns="0" rtlCol="0" anchor="ctr">
            <a:noAutofit/>
          </a:bodyPr>
          <a:lstStyle/>
          <a:p>
            <a:pPr algn="l">
              <a:spcBef>
                <a:spcPts val="0"/>
              </a:spcBef>
              <a:spcAft>
                <a:spcPts val="0"/>
              </a:spcAft>
              <a:buNone/>
            </a:pPr>
            <a:r>
              <a:rPr lang="pl-PL" sz="1000" kern="100" dirty="0">
                <a:solidFill>
                  <a:srgbClr val="FFFFFF"/>
                </a:solidFill>
                <a:latin typeface="Lato"/>
                <a:cs typeface="Lato"/>
              </a:rPr>
              <a:t>w jednym miejscu</a:t>
            </a:r>
            <a:endParaRPr lang="pl-PL" sz="1000" kern="100" dirty="0">
              <a:solidFill>
                <a:srgbClr val="FFFFFF"/>
              </a:solidFill>
              <a:latin typeface="Lato"/>
              <a:cs typeface="Lato"/>
            </a:endParaRPr>
          </a:p>
        </p:txBody>
      </p:sp>
      <p:sp>
        <p:nvSpPr>
          <p:cNvPr id="25" name="Kształt 2"/>
          <p:cNvSpPr/>
          <p:nvPr/>
        </p:nvSpPr>
        <p:spPr>
          <a:xfrm>
            <a:off x="7836694" y="3943350"/>
            <a:ext cx="1257300" cy="260350"/>
          </a:xfrm>
          <a:prstGeom prst="roundRect">
            <a:avLst>
              <a:gd name="adj" fmla="val 48780"/>
            </a:avLst>
          </a:prstGeom>
          <a:solidFill>
            <a:srgbClr val="FFFFFF"/>
          </a:solidFill>
          <a:ln>
            <a:noFill/>
          </a:ln>
        </p:spPr>
        <p:txBody>
          <a:bodyPr rtlCol="0" anchor="ctr"/>
          <a:lstStyle/>
          <a:p>
            <a:pPr algn="ctr"/>
            <a:endParaRPr lang="pl-PL" dirty="0"/>
          </a:p>
        </p:txBody>
      </p:sp>
      <p:sp>
        <p:nvSpPr>
          <p:cNvPr id="26" name="Tekst: Zobacz produkty →"/>
          <p:cNvSpPr txBox="1"/>
          <p:nvPr/>
        </p:nvSpPr>
        <p:spPr>
          <a:xfrm>
            <a:off x="7938294" y="4000500"/>
            <a:ext cx="1419225" cy="144780"/>
          </a:xfrm>
          <a:prstGeom prst="rect">
            <a:avLst/>
          </a:prstGeom>
          <a:noFill/>
          <a:ln>
            <a:noFill/>
          </a:ln>
        </p:spPr>
        <p:txBody>
          <a:bodyPr wrap="none" lIns="0" tIns="0" rIns="0" bIns="0" rtlCol="0" anchor="t">
            <a:noAutofit/>
          </a:bodyPr>
          <a:lstStyle/>
          <a:p>
            <a:pPr algn="l">
              <a:spcBef>
                <a:spcPts val="0"/>
              </a:spcBef>
              <a:spcAft>
                <a:spcPts val="0"/>
              </a:spcAft>
              <a:buNone/>
            </a:pPr>
            <a:r>
              <a:rPr lang="pl-PL" sz="950" kern="100" dirty="0">
                <a:solidFill>
                  <a:srgbClr val="B8201E"/>
                </a:solidFill>
                <a:latin typeface="Lato Black"/>
                <a:cs typeface="Lato Black"/>
              </a:rPr>
              <a:t>Zobacz produkty →</a:t>
            </a:r>
            <a:endParaRPr lang="pl-PL" sz="950" kern="100" dirty="0">
              <a:solidFill>
                <a:srgbClr val="B8201E"/>
              </a:solidFill>
              <a:latin typeface="Lato Black"/>
              <a:cs typeface="Lato Black"/>
            </a:endParaRPr>
          </a:p>
        </p:txBody>
      </p:sp>
      <p:sp>
        <p:nvSpPr>
          <p:cNvPr id="27" name="Kształt 3"/>
          <p:cNvSpPr/>
          <p:nvPr/>
        </p:nvSpPr>
        <p:spPr>
          <a:xfrm>
            <a:off x="10448290" y="3418840"/>
            <a:ext cx="482600" cy="482600"/>
          </a:xfrm>
          <a:custGeom>
            <a:avLst/>
            <a:gdLst/>
            <a:ahLst/>
            <a:cxnLst/>
            <a:rect l="0" t="0" r="r" b="b"/>
            <a:pathLst>
              <a:path w="482600" h="482600">
                <a:moveTo>
                  <a:pt x="482600" y="241300"/>
                </a:moveTo>
                <a:lnTo>
                  <a:pt x="478980" y="282924"/>
                </a:lnTo>
                <a:lnTo>
                  <a:pt x="468122" y="323945"/>
                </a:lnTo>
                <a:lnTo>
                  <a:pt x="450024" y="361950"/>
                </a:lnTo>
                <a:lnTo>
                  <a:pt x="425894" y="396335"/>
                </a:lnTo>
                <a:lnTo>
                  <a:pt x="396335" y="425895"/>
                </a:lnTo>
                <a:lnTo>
                  <a:pt x="361950" y="450025"/>
                </a:lnTo>
                <a:lnTo>
                  <a:pt x="323945" y="468122"/>
                </a:lnTo>
                <a:lnTo>
                  <a:pt x="282924" y="478981"/>
                </a:lnTo>
                <a:lnTo>
                  <a:pt x="241300" y="482600"/>
                </a:lnTo>
                <a:lnTo>
                  <a:pt x="199676" y="478981"/>
                </a:lnTo>
                <a:lnTo>
                  <a:pt x="158655" y="468122"/>
                </a:lnTo>
                <a:lnTo>
                  <a:pt x="120650" y="450025"/>
                </a:lnTo>
                <a:lnTo>
                  <a:pt x="86265" y="425895"/>
                </a:lnTo>
                <a:lnTo>
                  <a:pt x="56705" y="396335"/>
                </a:lnTo>
                <a:lnTo>
                  <a:pt x="32575" y="361950"/>
                </a:lnTo>
                <a:lnTo>
                  <a:pt x="14478" y="323945"/>
                </a:lnTo>
                <a:lnTo>
                  <a:pt x="3619" y="282924"/>
                </a:lnTo>
                <a:lnTo>
                  <a:pt x="0" y="241300"/>
                </a:lnTo>
                <a:lnTo>
                  <a:pt x="3619" y="199676"/>
                </a:lnTo>
                <a:lnTo>
                  <a:pt x="14478" y="158655"/>
                </a:lnTo>
                <a:lnTo>
                  <a:pt x="32575" y="120650"/>
                </a:lnTo>
                <a:lnTo>
                  <a:pt x="56705" y="86265"/>
                </a:lnTo>
                <a:lnTo>
                  <a:pt x="86265" y="56706"/>
                </a:lnTo>
                <a:lnTo>
                  <a:pt x="120650" y="32575"/>
                </a:lnTo>
                <a:lnTo>
                  <a:pt x="158655" y="14478"/>
                </a:lnTo>
                <a:lnTo>
                  <a:pt x="199676" y="3620"/>
                </a:lnTo>
                <a:lnTo>
                  <a:pt x="241300" y="0"/>
                </a:lnTo>
                <a:lnTo>
                  <a:pt x="282924" y="3620"/>
                </a:lnTo>
                <a:lnTo>
                  <a:pt x="323945" y="14478"/>
                </a:lnTo>
                <a:lnTo>
                  <a:pt x="361950" y="32575"/>
                </a:lnTo>
                <a:lnTo>
                  <a:pt x="396335" y="56706"/>
                </a:lnTo>
                <a:lnTo>
                  <a:pt x="425894" y="86265"/>
                </a:lnTo>
                <a:lnTo>
                  <a:pt x="450024" y="120650"/>
                </a:lnTo>
                <a:lnTo>
                  <a:pt x="468122" y="158655"/>
                </a:lnTo>
                <a:lnTo>
                  <a:pt x="478980" y="199676"/>
                </a:lnTo>
                <a:close/>
              </a:path>
            </a:pathLst>
          </a:custGeom>
          <a:solidFill>
            <a:srgbClr val="FFFFFF"/>
          </a:solidFill>
          <a:ln>
            <a:noFill/>
          </a:ln>
        </p:spPr>
        <p:txBody>
          <a:bodyPr rtlCol="0" anchor="ctr"/>
          <a:lstStyle/>
          <a:p>
            <a:pPr algn="ctr"/>
            <a:endParaRPr lang="pl-PL" dirty="0"/>
          </a:p>
        </p:txBody>
      </p:sp>
      <p:sp>
        <p:nvSpPr>
          <p:cNvPr id="28" name="Kształt 4"/>
          <p:cNvSpPr/>
          <p:nvPr/>
        </p:nvSpPr>
        <p:spPr>
          <a:xfrm>
            <a:off x="10508615" y="3479165"/>
            <a:ext cx="361950" cy="361950"/>
          </a:xfrm>
          <a:custGeom>
            <a:avLst/>
            <a:gdLst/>
            <a:ahLst/>
            <a:cxnLst/>
            <a:rect l="0" t="0" r="r" b="b"/>
            <a:pathLst>
              <a:path w="361950" h="361950">
                <a:moveTo>
                  <a:pt x="361950" y="180975"/>
                </a:moveTo>
                <a:lnTo>
                  <a:pt x="358934" y="212344"/>
                </a:lnTo>
                <a:lnTo>
                  <a:pt x="351091" y="243110"/>
                </a:lnTo>
                <a:lnTo>
                  <a:pt x="337820" y="271463"/>
                </a:lnTo>
                <a:lnTo>
                  <a:pt x="319722" y="297402"/>
                </a:lnTo>
                <a:lnTo>
                  <a:pt x="297402" y="319723"/>
                </a:lnTo>
                <a:lnTo>
                  <a:pt x="271463" y="337820"/>
                </a:lnTo>
                <a:lnTo>
                  <a:pt x="243110" y="351091"/>
                </a:lnTo>
                <a:lnTo>
                  <a:pt x="212344" y="358934"/>
                </a:lnTo>
                <a:lnTo>
                  <a:pt x="180975" y="361950"/>
                </a:lnTo>
                <a:lnTo>
                  <a:pt x="149606" y="358934"/>
                </a:lnTo>
                <a:lnTo>
                  <a:pt x="118840" y="351091"/>
                </a:lnTo>
                <a:lnTo>
                  <a:pt x="90488" y="337820"/>
                </a:lnTo>
                <a:lnTo>
                  <a:pt x="64548" y="319723"/>
                </a:lnTo>
                <a:lnTo>
                  <a:pt x="42227" y="297402"/>
                </a:lnTo>
                <a:lnTo>
                  <a:pt x="24130" y="271463"/>
                </a:lnTo>
                <a:lnTo>
                  <a:pt x="10858" y="243110"/>
                </a:lnTo>
                <a:lnTo>
                  <a:pt x="3016" y="212344"/>
                </a:lnTo>
                <a:lnTo>
                  <a:pt x="0" y="180975"/>
                </a:lnTo>
                <a:lnTo>
                  <a:pt x="3016" y="149606"/>
                </a:lnTo>
                <a:lnTo>
                  <a:pt x="10858" y="118840"/>
                </a:lnTo>
                <a:lnTo>
                  <a:pt x="24130" y="90488"/>
                </a:lnTo>
                <a:lnTo>
                  <a:pt x="42227" y="64548"/>
                </a:lnTo>
                <a:lnTo>
                  <a:pt x="64548" y="42227"/>
                </a:lnTo>
                <a:lnTo>
                  <a:pt x="90488" y="24130"/>
                </a:lnTo>
                <a:lnTo>
                  <a:pt x="118840" y="10859"/>
                </a:lnTo>
                <a:lnTo>
                  <a:pt x="149606" y="3016"/>
                </a:lnTo>
                <a:lnTo>
                  <a:pt x="180975" y="0"/>
                </a:lnTo>
                <a:lnTo>
                  <a:pt x="212344" y="3016"/>
                </a:lnTo>
                <a:lnTo>
                  <a:pt x="243110" y="10859"/>
                </a:lnTo>
                <a:lnTo>
                  <a:pt x="271463" y="24130"/>
                </a:lnTo>
                <a:lnTo>
                  <a:pt x="297402" y="42227"/>
                </a:lnTo>
                <a:lnTo>
                  <a:pt x="319722" y="64548"/>
                </a:lnTo>
                <a:lnTo>
                  <a:pt x="337820" y="90488"/>
                </a:lnTo>
                <a:lnTo>
                  <a:pt x="351091" y="118840"/>
                </a:lnTo>
                <a:lnTo>
                  <a:pt x="358934" y="149606"/>
                </a:lnTo>
                <a:close/>
              </a:path>
            </a:pathLst>
          </a:custGeom>
          <a:solidFill>
            <a:srgbClr val="95161D"/>
          </a:solidFill>
          <a:ln>
            <a:noFill/>
          </a:ln>
        </p:spPr>
        <p:txBody>
          <a:bodyPr rtlCol="0" anchor="ctr"/>
          <a:lstStyle/>
          <a:p>
            <a:pPr algn="ctr"/>
            <a:endParaRPr lang="pl-PL" dirty="0"/>
          </a:p>
        </p:txBody>
      </p:sp>
      <p:sp>
        <p:nvSpPr>
          <p:cNvPr id="29" name="Kształt 5"/>
          <p:cNvSpPr/>
          <p:nvPr/>
        </p:nvSpPr>
        <p:spPr>
          <a:xfrm>
            <a:off x="10122535" y="3117215"/>
            <a:ext cx="361950" cy="446405"/>
          </a:xfrm>
          <a:custGeom>
            <a:avLst/>
            <a:gdLst/>
            <a:ahLst/>
            <a:cxnLst/>
            <a:rect l="0" t="0" r="r" b="b"/>
            <a:pathLst>
              <a:path w="361950" h="446405">
                <a:moveTo>
                  <a:pt x="0" y="144780"/>
                </a:moveTo>
                <a:lnTo>
                  <a:pt x="361950" y="0"/>
                </a:lnTo>
                <a:lnTo>
                  <a:pt x="265430" y="446405"/>
                </a:lnTo>
                <a:close/>
              </a:path>
            </a:pathLst>
          </a:custGeom>
          <a:solidFill>
            <a:srgbClr val="FFD77D"/>
          </a:solidFill>
          <a:ln>
            <a:noFill/>
          </a:ln>
        </p:spPr>
        <p:txBody>
          <a:bodyPr rtlCol="0" anchor="ctr"/>
          <a:lstStyle/>
          <a:p>
            <a:pPr algn="ctr"/>
            <a:endParaRPr lang="pl-PL" dirty="0"/>
          </a:p>
        </p:txBody>
      </p:sp>
      <p:sp>
        <p:nvSpPr>
          <p:cNvPr id="30" name="Kształt 6"/>
          <p:cNvSpPr/>
          <p:nvPr/>
        </p:nvSpPr>
        <p:spPr>
          <a:xfrm>
            <a:off x="10315575" y="3274060"/>
            <a:ext cx="374015" cy="446405"/>
          </a:xfrm>
          <a:custGeom>
            <a:avLst/>
            <a:gdLst/>
            <a:ahLst/>
            <a:cxnLst/>
            <a:rect l="0" t="0" r="r" b="b"/>
            <a:pathLst>
              <a:path w="374015" h="446405">
                <a:moveTo>
                  <a:pt x="0" y="156845"/>
                </a:moveTo>
                <a:lnTo>
                  <a:pt x="374015" y="0"/>
                </a:lnTo>
                <a:lnTo>
                  <a:pt x="253365" y="446405"/>
                </a:lnTo>
                <a:close/>
              </a:path>
            </a:pathLst>
          </a:custGeom>
          <a:solidFill>
            <a:srgbClr val="F2A93B"/>
          </a:solidFill>
          <a:ln>
            <a:noFill/>
          </a:ln>
        </p:spPr>
        <p:txBody>
          <a:bodyPr rtlCol="0" anchor="ctr"/>
          <a:lstStyle/>
          <a:p>
            <a:pPr algn="ctr"/>
            <a:endParaRPr lang="pl-PL" dirty="0"/>
          </a:p>
        </p:txBody>
      </p:sp>
      <p:sp>
        <p:nvSpPr>
          <p:cNvPr id="31" name="Kształt 7"/>
          <p:cNvSpPr/>
          <p:nvPr/>
        </p:nvSpPr>
        <p:spPr>
          <a:xfrm>
            <a:off x="10001885" y="3491230"/>
            <a:ext cx="313690" cy="374015"/>
          </a:xfrm>
          <a:custGeom>
            <a:avLst/>
            <a:gdLst/>
            <a:ahLst/>
            <a:cxnLst/>
            <a:rect l="0" t="0" r="r" b="b"/>
            <a:pathLst>
              <a:path w="313690" h="374015">
                <a:moveTo>
                  <a:pt x="0" y="72390"/>
                </a:moveTo>
                <a:lnTo>
                  <a:pt x="313690" y="0"/>
                </a:lnTo>
                <a:lnTo>
                  <a:pt x="193040" y="374015"/>
                </a:lnTo>
                <a:close/>
              </a:path>
            </a:pathLst>
          </a:custGeom>
          <a:solidFill>
            <a:srgbClr val="FFC85A"/>
          </a:solidFill>
          <a:ln>
            <a:noFill/>
          </a:ln>
        </p:spPr>
        <p:txBody>
          <a:bodyPr rtlCol="0" anchor="ctr"/>
          <a:lstStyle/>
          <a:p>
            <a:pPr algn="ctr"/>
            <a:endParaRPr lang="pl-PL" dirty="0"/>
          </a:p>
        </p:txBody>
      </p:sp>
      <p:sp>
        <p:nvSpPr>
          <p:cNvPr id="32" name="Kształt 8"/>
          <p:cNvSpPr/>
          <p:nvPr/>
        </p:nvSpPr>
        <p:spPr>
          <a:xfrm>
            <a:off x="10786110" y="3093085"/>
            <a:ext cx="289560" cy="386080"/>
          </a:xfrm>
          <a:custGeom>
            <a:avLst/>
            <a:gdLst/>
            <a:ahLst/>
            <a:cxnLst/>
            <a:rect l="0" t="0" r="r" b="b"/>
            <a:pathLst>
              <a:path w="289560" h="386080">
                <a:moveTo>
                  <a:pt x="0" y="0"/>
                </a:moveTo>
                <a:lnTo>
                  <a:pt x="289560" y="156845"/>
                </a:lnTo>
                <a:lnTo>
                  <a:pt x="72390" y="386080"/>
                </a:lnTo>
                <a:close/>
              </a:path>
            </a:pathLst>
          </a:custGeom>
          <a:solidFill>
            <a:srgbClr val="FFD77D"/>
          </a:solidFill>
          <a:ln>
            <a:noFill/>
          </a:ln>
        </p:spPr>
        <p:txBody>
          <a:bodyPr rtlCol="0" anchor="ctr"/>
          <a:lstStyle/>
          <a:p>
            <a:pPr algn="ctr"/>
            <a:endParaRPr lang="pl-PL" dirty="0"/>
          </a:p>
        </p:txBody>
      </p:sp>
      <p:sp>
        <p:nvSpPr>
          <p:cNvPr id="33" name="Tekst: Kategorie"/>
          <p:cNvSpPr txBox="1"/>
          <p:nvPr/>
        </p:nvSpPr>
        <p:spPr>
          <a:xfrm>
            <a:off x="7696200" y="4432300"/>
            <a:ext cx="3467100" cy="152400"/>
          </a:xfrm>
          <a:prstGeom prst="rect">
            <a:avLst/>
          </a:prstGeom>
          <a:noFill/>
          <a:ln>
            <a:noFill/>
          </a:ln>
        </p:spPr>
        <p:txBody>
          <a:bodyPr wrap="none" lIns="0" tIns="0" rIns="0" bIns="0" rtlCol="0" anchor="t">
            <a:noAutofit/>
          </a:bodyPr>
          <a:lstStyle/>
          <a:p>
            <a:pPr algn="l">
              <a:spcBef>
                <a:spcPts val="0"/>
              </a:spcBef>
              <a:spcAft>
                <a:spcPts val="0"/>
              </a:spcAft>
              <a:buNone/>
            </a:pPr>
            <a:r>
              <a:rPr lang="pl-PL" sz="1000" b="1" kern="100" dirty="0">
                <a:solidFill>
                  <a:srgbClr val="777777"/>
                </a:solidFill>
                <a:latin typeface="Lato"/>
                <a:cs typeface="Lato"/>
              </a:rPr>
              <a:t>Kategorie</a:t>
            </a:r>
            <a:endParaRPr lang="pl-PL" sz="1000" b="1" kern="100" dirty="0">
              <a:solidFill>
                <a:srgbClr val="777777"/>
              </a:solidFill>
              <a:latin typeface="Lato"/>
              <a:cs typeface="Lato"/>
            </a:endParaRPr>
          </a:p>
        </p:txBody>
      </p:sp>
      <p:sp>
        <p:nvSpPr>
          <p:cNvPr id="34" name="Kształt 9"/>
          <p:cNvSpPr/>
          <p:nvPr/>
        </p:nvSpPr>
        <p:spPr>
          <a:xfrm>
            <a:off x="7694613" y="4648200"/>
            <a:ext cx="812800" cy="533400"/>
          </a:xfrm>
          <a:prstGeom prst="roundRect">
            <a:avLst>
              <a:gd name="adj" fmla="val 16667"/>
            </a:avLst>
          </a:prstGeom>
          <a:solidFill>
            <a:srgbClr val="F4F2EE"/>
          </a:solidFill>
          <a:ln>
            <a:noFill/>
          </a:ln>
        </p:spPr>
        <p:txBody>
          <a:bodyPr rtlCol="0" anchor="ctr"/>
          <a:lstStyle/>
          <a:p>
            <a:pPr algn="ctr"/>
            <a:endParaRPr lang="pl-PL" dirty="0"/>
          </a:p>
        </p:txBody>
      </p:sp>
      <p:sp>
        <p:nvSpPr>
          <p:cNvPr id="35" name="Kształt 10"/>
          <p:cNvSpPr/>
          <p:nvPr/>
        </p:nvSpPr>
        <p:spPr>
          <a:xfrm>
            <a:off x="8005763" y="4762500"/>
            <a:ext cx="190500" cy="381000"/>
          </a:xfrm>
          <a:prstGeom prst="round2SameRect">
            <a:avLst>
              <a:gd name="adj1" fmla="val 30000"/>
              <a:gd name="adj2" fmla="val 23333"/>
            </a:avLst>
          </a:prstGeom>
          <a:solidFill>
            <a:srgbClr val="C9C4BB"/>
          </a:solidFill>
          <a:ln>
            <a:noFill/>
          </a:ln>
        </p:spPr>
        <p:txBody>
          <a:bodyPr rtlCol="0" anchor="ctr"/>
          <a:lstStyle/>
          <a:p>
            <a:pPr algn="ctr"/>
            <a:endParaRPr lang="pl-PL" dirty="0"/>
          </a:p>
        </p:txBody>
      </p:sp>
      <p:sp>
        <p:nvSpPr>
          <p:cNvPr id="36" name="Kształt 11"/>
          <p:cNvSpPr/>
          <p:nvPr/>
        </p:nvSpPr>
        <p:spPr>
          <a:xfrm>
            <a:off x="8056563" y="4686300"/>
            <a:ext cx="88900" cy="88900"/>
          </a:xfrm>
          <a:prstGeom prst="rect">
            <a:avLst/>
          </a:prstGeom>
          <a:solidFill>
            <a:srgbClr val="C4C4C4"/>
          </a:solidFill>
          <a:ln>
            <a:noFill/>
          </a:ln>
        </p:spPr>
        <p:txBody>
          <a:bodyPr rtlCol="0" anchor="ctr"/>
          <a:lstStyle/>
          <a:p>
            <a:pPr algn="ctr"/>
            <a:endParaRPr lang="pl-PL" dirty="0"/>
          </a:p>
        </p:txBody>
      </p:sp>
      <p:sp>
        <p:nvSpPr>
          <p:cNvPr id="37" name="Tekst: Napoje"/>
          <p:cNvSpPr txBox="1"/>
          <p:nvPr/>
        </p:nvSpPr>
        <p:spPr>
          <a:xfrm>
            <a:off x="7907338" y="5232400"/>
            <a:ext cx="615077" cy="144780"/>
          </a:xfrm>
          <a:prstGeom prst="rect">
            <a:avLst/>
          </a:prstGeom>
          <a:noFill/>
          <a:ln>
            <a:noFill/>
          </a:ln>
        </p:spPr>
        <p:txBody>
          <a:bodyPr wrap="none" lIns="0" tIns="0" rIns="0" bIns="0" rtlCol="0" anchor="t">
            <a:noAutofit/>
          </a:bodyPr>
          <a:lstStyle/>
          <a:p>
            <a:pPr algn="l">
              <a:spcBef>
                <a:spcPts val="0"/>
              </a:spcBef>
              <a:spcAft>
                <a:spcPts val="0"/>
              </a:spcAft>
              <a:buNone/>
            </a:pPr>
            <a:r>
              <a:rPr lang="pl-PL" sz="950" b="1" kern="100" dirty="0">
                <a:solidFill>
                  <a:srgbClr val="1C1C1C"/>
                </a:solidFill>
                <a:latin typeface="Lato"/>
                <a:cs typeface="Lato"/>
              </a:rPr>
              <a:t>Napoje</a:t>
            </a:r>
            <a:endParaRPr lang="pl-PL" sz="950" b="1" kern="100" dirty="0">
              <a:solidFill>
                <a:srgbClr val="1C1C1C"/>
              </a:solidFill>
              <a:latin typeface="Lato"/>
              <a:cs typeface="Lato"/>
            </a:endParaRPr>
          </a:p>
        </p:txBody>
      </p:sp>
      <p:sp>
        <p:nvSpPr>
          <p:cNvPr id="38" name="Kształt 12"/>
          <p:cNvSpPr/>
          <p:nvPr/>
        </p:nvSpPr>
        <p:spPr>
          <a:xfrm>
            <a:off x="8580438" y="4648200"/>
            <a:ext cx="812800" cy="533400"/>
          </a:xfrm>
          <a:prstGeom prst="roundRect">
            <a:avLst>
              <a:gd name="adj" fmla="val 16667"/>
            </a:avLst>
          </a:prstGeom>
          <a:solidFill>
            <a:srgbClr val="F4F2EE"/>
          </a:solidFill>
          <a:ln>
            <a:noFill/>
          </a:ln>
        </p:spPr>
        <p:txBody>
          <a:bodyPr rtlCol="0" anchor="ctr"/>
          <a:lstStyle/>
          <a:p>
            <a:pPr algn="ctr"/>
            <a:endParaRPr lang="pl-PL" dirty="0"/>
          </a:p>
        </p:txBody>
      </p:sp>
      <p:sp>
        <p:nvSpPr>
          <p:cNvPr id="39" name="Kształt 13"/>
          <p:cNvSpPr/>
          <p:nvPr/>
        </p:nvSpPr>
        <p:spPr>
          <a:xfrm>
            <a:off x="8847138" y="4730750"/>
            <a:ext cx="279400" cy="368300"/>
          </a:xfrm>
          <a:prstGeom prst="round2SameRect">
            <a:avLst>
              <a:gd name="adj1" fmla="val 15909"/>
              <a:gd name="adj2" fmla="val 22727"/>
            </a:avLst>
          </a:prstGeom>
          <a:solidFill>
            <a:srgbClr val="C9C4BB"/>
          </a:solidFill>
          <a:ln>
            <a:noFill/>
          </a:ln>
        </p:spPr>
        <p:txBody>
          <a:bodyPr rtlCol="0" anchor="ctr"/>
          <a:lstStyle/>
          <a:p>
            <a:pPr algn="ctr"/>
            <a:endParaRPr lang="pl-PL" dirty="0"/>
          </a:p>
        </p:txBody>
      </p:sp>
      <p:sp>
        <p:nvSpPr>
          <p:cNvPr id="40" name="Linia"/>
          <p:cNvSpPr/>
          <p:nvPr/>
        </p:nvSpPr>
        <p:spPr>
          <a:xfrm>
            <a:off x="8847138" y="4730750"/>
            <a:ext cx="279400" cy="38100"/>
          </a:xfrm>
          <a:prstGeom prst="rect">
            <a:avLst/>
          </a:prstGeom>
          <a:solidFill>
            <a:srgbClr val="000000">
              <a:alpha val="20000"/>
            </a:srgbClr>
          </a:solidFill>
          <a:ln>
            <a:noFill/>
          </a:ln>
        </p:spPr>
        <p:txBody>
          <a:bodyPr rtlCol="0" anchor="ctr"/>
          <a:lstStyle/>
          <a:p>
            <a:pPr algn="ctr"/>
            <a:endParaRPr lang="pl-PL" dirty="0"/>
          </a:p>
        </p:txBody>
      </p:sp>
      <p:sp>
        <p:nvSpPr>
          <p:cNvPr id="41" name="Linia 2"/>
          <p:cNvSpPr/>
          <p:nvPr/>
        </p:nvSpPr>
        <p:spPr>
          <a:xfrm>
            <a:off x="8847138" y="5060950"/>
            <a:ext cx="279400" cy="38100"/>
          </a:xfrm>
          <a:prstGeom prst="rect">
            <a:avLst/>
          </a:prstGeom>
          <a:solidFill>
            <a:srgbClr val="000000">
              <a:alpha val="20000"/>
            </a:srgbClr>
          </a:solidFill>
          <a:ln>
            <a:noFill/>
          </a:ln>
        </p:spPr>
        <p:txBody>
          <a:bodyPr rtlCol="0" anchor="ctr"/>
          <a:lstStyle/>
          <a:p>
            <a:pPr algn="ctr"/>
            <a:endParaRPr lang="pl-PL" dirty="0"/>
          </a:p>
        </p:txBody>
      </p:sp>
      <p:sp>
        <p:nvSpPr>
          <p:cNvPr id="42" name="Tekst: Przekąski"/>
          <p:cNvSpPr txBox="1"/>
          <p:nvPr/>
        </p:nvSpPr>
        <p:spPr>
          <a:xfrm>
            <a:off x="8729613" y="5232400"/>
            <a:ext cx="766167" cy="144780"/>
          </a:xfrm>
          <a:prstGeom prst="rect">
            <a:avLst/>
          </a:prstGeom>
          <a:noFill/>
          <a:ln>
            <a:noFill/>
          </a:ln>
        </p:spPr>
        <p:txBody>
          <a:bodyPr wrap="none" lIns="0" tIns="0" rIns="0" bIns="0" rtlCol="0" anchor="t">
            <a:noAutofit/>
          </a:bodyPr>
          <a:lstStyle/>
          <a:p>
            <a:pPr algn="l">
              <a:spcBef>
                <a:spcPts val="0"/>
              </a:spcBef>
              <a:spcAft>
                <a:spcPts val="0"/>
              </a:spcAft>
              <a:buNone/>
            </a:pPr>
            <a:r>
              <a:rPr lang="pl-PL" sz="950" b="1" kern="100" dirty="0">
                <a:solidFill>
                  <a:srgbClr val="1C1C1C"/>
                </a:solidFill>
                <a:latin typeface="Lato"/>
                <a:cs typeface="Lato"/>
              </a:rPr>
              <a:t>Przekąski</a:t>
            </a:r>
            <a:endParaRPr lang="pl-PL" sz="950" b="1" kern="100" dirty="0">
              <a:solidFill>
                <a:srgbClr val="1C1C1C"/>
              </a:solidFill>
              <a:latin typeface="Lato"/>
              <a:cs typeface="Lato"/>
            </a:endParaRPr>
          </a:p>
        </p:txBody>
      </p:sp>
      <p:sp>
        <p:nvSpPr>
          <p:cNvPr id="43" name="Kształt 14"/>
          <p:cNvSpPr/>
          <p:nvPr/>
        </p:nvSpPr>
        <p:spPr>
          <a:xfrm>
            <a:off x="9466263" y="4648200"/>
            <a:ext cx="812800" cy="533400"/>
          </a:xfrm>
          <a:prstGeom prst="roundRect">
            <a:avLst>
              <a:gd name="adj" fmla="val 16667"/>
            </a:avLst>
          </a:prstGeom>
          <a:solidFill>
            <a:srgbClr val="F4F2EE"/>
          </a:solidFill>
          <a:ln>
            <a:noFill/>
          </a:ln>
        </p:spPr>
        <p:txBody>
          <a:bodyPr rtlCol="0" anchor="ctr"/>
          <a:lstStyle/>
          <a:p>
            <a:pPr algn="ctr"/>
            <a:endParaRPr lang="pl-PL" dirty="0"/>
          </a:p>
        </p:txBody>
      </p:sp>
      <p:sp>
        <p:nvSpPr>
          <p:cNvPr id="44" name="Kształt 15"/>
          <p:cNvSpPr/>
          <p:nvPr/>
        </p:nvSpPr>
        <p:spPr>
          <a:xfrm>
            <a:off x="9688513" y="4800600"/>
            <a:ext cx="368300" cy="228600"/>
          </a:xfrm>
          <a:prstGeom prst="roundRect">
            <a:avLst>
              <a:gd name="adj" fmla="val 13889"/>
            </a:avLst>
          </a:prstGeom>
          <a:solidFill>
            <a:srgbClr val="7A3E22"/>
          </a:solidFill>
          <a:ln>
            <a:noFill/>
          </a:ln>
        </p:spPr>
        <p:txBody>
          <a:bodyPr rtlCol="0" anchor="ctr"/>
          <a:lstStyle/>
          <a:p>
            <a:pPr algn="ctr"/>
            <a:endParaRPr lang="pl-PL" dirty="0"/>
          </a:p>
        </p:txBody>
      </p:sp>
      <p:sp>
        <p:nvSpPr>
          <p:cNvPr id="45" name="Linia 3"/>
          <p:cNvSpPr/>
          <p:nvPr/>
        </p:nvSpPr>
        <p:spPr>
          <a:xfrm>
            <a:off x="9688513" y="4800600"/>
            <a:ext cx="69850" cy="228600"/>
          </a:xfrm>
          <a:prstGeom prst="rect">
            <a:avLst/>
          </a:prstGeom>
          <a:solidFill>
            <a:srgbClr val="D6B15E"/>
          </a:solidFill>
          <a:ln>
            <a:noFill/>
          </a:ln>
        </p:spPr>
        <p:txBody>
          <a:bodyPr rtlCol="0" anchor="ctr"/>
          <a:lstStyle/>
          <a:p>
            <a:pPr algn="ctr"/>
            <a:endParaRPr lang="pl-PL" dirty="0"/>
          </a:p>
        </p:txBody>
      </p:sp>
      <p:sp>
        <p:nvSpPr>
          <p:cNvPr id="46" name="Tekst: Słodycze"/>
          <p:cNvSpPr txBox="1"/>
          <p:nvPr/>
        </p:nvSpPr>
        <p:spPr>
          <a:xfrm>
            <a:off x="9631363" y="5232400"/>
            <a:ext cx="730329" cy="144780"/>
          </a:xfrm>
          <a:prstGeom prst="rect">
            <a:avLst/>
          </a:prstGeom>
          <a:noFill/>
          <a:ln>
            <a:noFill/>
          </a:ln>
        </p:spPr>
        <p:txBody>
          <a:bodyPr wrap="none" lIns="0" tIns="0" rIns="0" bIns="0" rtlCol="0" anchor="t">
            <a:noAutofit/>
          </a:bodyPr>
          <a:lstStyle/>
          <a:p>
            <a:pPr algn="l">
              <a:spcBef>
                <a:spcPts val="0"/>
              </a:spcBef>
              <a:spcAft>
                <a:spcPts val="0"/>
              </a:spcAft>
              <a:buNone/>
            </a:pPr>
            <a:r>
              <a:rPr lang="pl-PL" sz="950" b="1" kern="100" dirty="0">
                <a:solidFill>
                  <a:srgbClr val="1C1C1C"/>
                </a:solidFill>
                <a:latin typeface="Lato"/>
                <a:cs typeface="Lato"/>
              </a:rPr>
              <a:t>Słodycze</a:t>
            </a:r>
            <a:endParaRPr lang="pl-PL" sz="950" b="1" kern="100" dirty="0">
              <a:solidFill>
                <a:srgbClr val="1C1C1C"/>
              </a:solidFill>
              <a:latin typeface="Lato"/>
              <a:cs typeface="Lato"/>
            </a:endParaRPr>
          </a:p>
        </p:txBody>
      </p:sp>
      <p:sp>
        <p:nvSpPr>
          <p:cNvPr id="47" name="Kształt 16"/>
          <p:cNvSpPr/>
          <p:nvPr/>
        </p:nvSpPr>
        <p:spPr>
          <a:xfrm>
            <a:off x="10352088" y="4648200"/>
            <a:ext cx="812800" cy="533400"/>
          </a:xfrm>
          <a:prstGeom prst="roundRect">
            <a:avLst>
              <a:gd name="adj" fmla="val 16667"/>
            </a:avLst>
          </a:prstGeom>
          <a:solidFill>
            <a:srgbClr val="F4F2EE"/>
          </a:solidFill>
          <a:ln>
            <a:noFill/>
          </a:ln>
        </p:spPr>
        <p:txBody>
          <a:bodyPr rtlCol="0" anchor="ctr"/>
          <a:lstStyle/>
          <a:p>
            <a:pPr algn="ctr"/>
            <a:endParaRPr lang="pl-PL" dirty="0"/>
          </a:p>
        </p:txBody>
      </p:sp>
      <p:sp>
        <p:nvSpPr>
          <p:cNvPr id="48" name="Kształt 17"/>
          <p:cNvSpPr/>
          <p:nvPr/>
        </p:nvSpPr>
        <p:spPr>
          <a:xfrm>
            <a:off x="10612438" y="4768850"/>
            <a:ext cx="292100" cy="292100"/>
          </a:xfrm>
          <a:prstGeom prst="ellipse">
            <a:avLst/>
          </a:prstGeom>
          <a:solidFill>
            <a:srgbClr val="F4D03F"/>
          </a:solidFill>
          <a:ln>
            <a:noFill/>
          </a:ln>
        </p:spPr>
        <p:txBody>
          <a:bodyPr rtlCol="0" anchor="ctr"/>
          <a:lstStyle/>
          <a:p>
            <a:pPr algn="ctr"/>
            <a:endParaRPr lang="pl-PL" dirty="0"/>
          </a:p>
        </p:txBody>
      </p:sp>
      <p:sp>
        <p:nvSpPr>
          <p:cNvPr id="49" name="Tekst: Owoce"/>
          <p:cNvSpPr txBox="1"/>
          <p:nvPr/>
        </p:nvSpPr>
        <p:spPr>
          <a:xfrm>
            <a:off x="10564813" y="5232400"/>
            <a:ext cx="613410" cy="144780"/>
          </a:xfrm>
          <a:prstGeom prst="rect">
            <a:avLst/>
          </a:prstGeom>
          <a:noFill/>
          <a:ln>
            <a:noFill/>
          </a:ln>
        </p:spPr>
        <p:txBody>
          <a:bodyPr wrap="none" lIns="0" tIns="0" rIns="0" bIns="0" rtlCol="0" anchor="t">
            <a:noAutofit/>
          </a:bodyPr>
          <a:lstStyle/>
          <a:p>
            <a:pPr algn="l">
              <a:spcBef>
                <a:spcPts val="0"/>
              </a:spcBef>
              <a:spcAft>
                <a:spcPts val="0"/>
              </a:spcAft>
              <a:buNone/>
            </a:pPr>
            <a:r>
              <a:rPr lang="pl-PL" sz="950" b="1" kern="100" dirty="0">
                <a:solidFill>
                  <a:srgbClr val="1C1C1C"/>
                </a:solidFill>
                <a:latin typeface="Lato"/>
                <a:cs typeface="Lato"/>
              </a:rPr>
              <a:t>Owoce</a:t>
            </a:r>
            <a:endParaRPr lang="pl-PL" sz="950" b="1" kern="100" dirty="0">
              <a:solidFill>
                <a:srgbClr val="1C1C1C"/>
              </a:solidFill>
              <a:latin typeface="Lato"/>
              <a:cs typeface="Lato"/>
            </a:endParaRPr>
          </a:p>
        </p:txBody>
      </p:sp>
      <p:pic>
        <p:nvPicPr>
          <p:cNvPr id="50" name="!!Logo" descr="I love marketing &amp; technology"/>
          <p:cNvPicPr>
            <a:picLocks noChangeAspect="1"/>
          </p:cNvPicPr>
          <p:nvPr/>
        </p:nvPicPr>
        <p:blipFill>
          <a:blip r:embed="rId3"/>
          <a:stretch>
            <a:fillRect/>
          </a:stretch>
        </p:blipFill>
        <p:spPr>
          <a:xfrm>
            <a:off x="825500" y="363240"/>
            <a:ext cx="3048000" cy="273050"/>
          </a:xfrm>
          <a:prstGeom prst="rect">
            <a:avLst/>
          </a:prstGeom>
        </p:spPr>
      </p:pic>
      <p:pic>
        <p:nvPicPr>
          <p:cNvPr id="51" name="!!Serce w rogu"/>
          <p:cNvPicPr>
            <a:picLocks noChangeAspect="1"/>
          </p:cNvPicPr>
          <p:nvPr/>
        </p:nvPicPr>
        <p:blipFill>
          <a:blip r:embed="rId4"/>
          <a:stretch>
            <a:fillRect/>
          </a:stretch>
        </p:blipFill>
        <p:spPr>
          <a:xfrm>
            <a:off x="10966450" y="330349"/>
            <a:ext cx="431800" cy="355600"/>
          </a:xfrm>
          <a:prstGeom prst="rect">
            <a:avLst/>
          </a:prstGeom>
        </p:spPr>
      </p:pic>
      <p:sp>
        <p:nvSpPr>
          <p:cNvPr id="52" name="!!Zegar – napis · 1"/>
          <p:cNvSpPr txBox="1"/>
          <p:nvPr/>
        </p:nvSpPr>
        <p:spPr>
          <a:xfrm>
            <a:off x="9093369" y="39052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777777"/>
                </a:solidFill>
                <a:latin typeface="Lato Black"/>
                <a:cs typeface="Lato Black"/>
              </a:rPr>
              <a:t>Goście</a:t>
            </a:r>
            <a:endParaRPr lang="pl-PL" sz="900" kern="100" cap="all" spc="108" dirty="0">
              <a:solidFill>
                <a:srgbClr val="777777"/>
              </a:solidFill>
              <a:latin typeface="Lato Black"/>
              <a:cs typeface="Lato Black"/>
            </a:endParaRPr>
          </a:p>
        </p:txBody>
      </p:sp>
      <p:sp>
        <p:nvSpPr>
          <p:cNvPr id="53" name="!!Zegar – napis · 2"/>
          <p:cNvSpPr txBox="1"/>
          <p:nvPr/>
        </p:nvSpPr>
        <p:spPr>
          <a:xfrm>
            <a:off x="9093369" y="52768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777777"/>
                </a:solidFill>
                <a:latin typeface="Lato Black"/>
                <a:cs typeface="Lato Black"/>
              </a:rPr>
              <a:t>w drodze</a:t>
            </a:r>
            <a:endParaRPr lang="pl-PL" sz="900" kern="100" cap="all" spc="108" dirty="0">
              <a:solidFill>
                <a:srgbClr val="777777"/>
              </a:solidFill>
              <a:latin typeface="Lato Black"/>
              <a:cs typeface="Lato Black"/>
            </a:endParaRPr>
          </a:p>
        </p:txBody>
      </p:sp>
      <p:sp>
        <p:nvSpPr>
          <p:cNvPr id="54" name="!!Zegar – tarcza"/>
          <p:cNvSpPr/>
          <p:nvPr/>
        </p:nvSpPr>
        <p:spPr>
          <a:xfrm>
            <a:off x="10251440" y="281940"/>
            <a:ext cx="502920" cy="502920"/>
          </a:xfrm>
          <a:prstGeom prst="ellipse">
            <a:avLst/>
          </a:prstGeom>
          <a:solidFill>
            <a:srgbClr val="FFFFFF"/>
          </a:solidFill>
          <a:ln w="23283">
            <a:solidFill>
              <a:srgbClr val="151515"/>
            </a:solidFill>
            <a:round/>
          </a:ln>
        </p:spPr>
        <p:txBody>
          <a:bodyPr rtlCol="0" anchor="ctr"/>
          <a:lstStyle/>
          <a:p>
            <a:pPr algn="ctr"/>
            <a:endParaRPr lang="pl-PL" dirty="0"/>
          </a:p>
        </p:txBody>
      </p:sp>
      <p:sp>
        <p:nvSpPr>
          <p:cNvPr id="55" name="!!Zegar – wycinek 1"/>
          <p:cNvSpPr/>
          <p:nvPr/>
        </p:nvSpPr>
        <p:spPr>
          <a:xfrm>
            <a:off x="10502900" y="314537"/>
            <a:ext cx="67522" cy="218863"/>
          </a:xfrm>
          <a:custGeom>
            <a:avLst/>
            <a:gdLst/>
            <a:ahLst/>
            <a:cxnLst/>
            <a:rect l="0" t="0" r="r" b="b"/>
            <a:pathLst>
              <a:path w="67522" h="218863">
                <a:moveTo>
                  <a:pt x="0" y="218863"/>
                </a:moveTo>
                <a:lnTo>
                  <a:pt x="0" y="0"/>
                </a:lnTo>
                <a:lnTo>
                  <a:pt x="17230" y="466"/>
                </a:lnTo>
                <a:lnTo>
                  <a:pt x="34459" y="2794"/>
                </a:lnTo>
                <a:lnTo>
                  <a:pt x="51223" y="6054"/>
                </a:lnTo>
                <a:lnTo>
                  <a:pt x="67522" y="10710"/>
                </a:lnTo>
                <a:close/>
              </a:path>
            </a:pathLst>
          </a:custGeom>
          <a:solidFill>
            <a:srgbClr val="EE312F"/>
          </a:solidFill>
          <a:ln w="3725">
            <a:solidFill>
              <a:srgbClr val="EE312F"/>
            </a:solidFill>
            <a:round/>
          </a:ln>
        </p:spPr>
        <p:txBody>
          <a:bodyPr rtlCol="0" anchor="ctr"/>
          <a:lstStyle/>
          <a:p>
            <a:pPr algn="ctr"/>
            <a:endParaRPr lang="pl-PL" dirty="0"/>
          </a:p>
        </p:txBody>
      </p:sp>
      <p:sp>
        <p:nvSpPr>
          <p:cNvPr id="56" name="!!Zegar – wycinek 2"/>
          <p:cNvSpPr/>
          <p:nvPr/>
        </p:nvSpPr>
        <p:spPr>
          <a:xfrm>
            <a:off x="10502900" y="325247"/>
            <a:ext cx="128524" cy="208153"/>
          </a:xfrm>
          <a:custGeom>
            <a:avLst/>
            <a:gdLst/>
            <a:ahLst/>
            <a:cxnLst/>
            <a:rect l="0" t="0" r="r" b="b"/>
            <a:pathLst>
              <a:path w="128524" h="208153">
                <a:moveTo>
                  <a:pt x="0" y="208153"/>
                </a:moveTo>
                <a:lnTo>
                  <a:pt x="67522" y="0"/>
                </a:lnTo>
                <a:lnTo>
                  <a:pt x="83820" y="6054"/>
                </a:lnTo>
                <a:lnTo>
                  <a:pt x="99187" y="13039"/>
                </a:lnTo>
                <a:lnTo>
                  <a:pt x="114554" y="21421"/>
                </a:lnTo>
                <a:lnTo>
                  <a:pt x="128524" y="31200"/>
                </a:lnTo>
                <a:close/>
              </a:path>
            </a:pathLst>
          </a:custGeom>
          <a:solidFill>
            <a:srgbClr val="EE312F"/>
          </a:solidFill>
          <a:ln w="3725">
            <a:solidFill>
              <a:srgbClr val="EE312F"/>
            </a:solidFill>
            <a:round/>
          </a:ln>
        </p:spPr>
        <p:txBody>
          <a:bodyPr rtlCol="0" anchor="ctr"/>
          <a:lstStyle/>
          <a:p>
            <a:pPr algn="ctr"/>
            <a:endParaRPr lang="pl-PL" dirty="0"/>
          </a:p>
        </p:txBody>
      </p:sp>
      <p:sp>
        <p:nvSpPr>
          <p:cNvPr id="57" name="!!Zegar – wycinek 3"/>
          <p:cNvSpPr/>
          <p:nvPr/>
        </p:nvSpPr>
        <p:spPr>
          <a:xfrm>
            <a:off x="10502900" y="356447"/>
            <a:ext cx="176953" cy="176953"/>
          </a:xfrm>
          <a:custGeom>
            <a:avLst/>
            <a:gdLst/>
            <a:ahLst/>
            <a:cxnLst/>
            <a:rect l="0" t="0" r="r" b="b"/>
            <a:pathLst>
              <a:path w="176953" h="176953">
                <a:moveTo>
                  <a:pt x="0" y="176953"/>
                </a:moveTo>
                <a:lnTo>
                  <a:pt x="128524" y="0"/>
                </a:lnTo>
                <a:lnTo>
                  <a:pt x="142028" y="10710"/>
                </a:lnTo>
                <a:lnTo>
                  <a:pt x="154601" y="22352"/>
                </a:lnTo>
                <a:lnTo>
                  <a:pt x="166243" y="34925"/>
                </a:lnTo>
                <a:lnTo>
                  <a:pt x="176953" y="48429"/>
                </a:lnTo>
                <a:close/>
              </a:path>
            </a:pathLst>
          </a:custGeom>
          <a:solidFill>
            <a:srgbClr val="EE312F"/>
          </a:solidFill>
          <a:ln w="3725">
            <a:solidFill>
              <a:srgbClr val="EE312F"/>
            </a:solidFill>
            <a:round/>
          </a:ln>
        </p:spPr>
        <p:txBody>
          <a:bodyPr rtlCol="0" anchor="ctr"/>
          <a:lstStyle/>
          <a:p>
            <a:pPr algn="ctr"/>
            <a:endParaRPr lang="pl-PL" dirty="0"/>
          </a:p>
        </p:txBody>
      </p:sp>
      <p:sp>
        <p:nvSpPr>
          <p:cNvPr id="58" name="!!Zegar – wycinek 4"/>
          <p:cNvSpPr/>
          <p:nvPr/>
        </p:nvSpPr>
        <p:spPr>
          <a:xfrm>
            <a:off x="10502900" y="404876"/>
            <a:ext cx="208153" cy="128524"/>
          </a:xfrm>
          <a:custGeom>
            <a:avLst/>
            <a:gdLst/>
            <a:ahLst/>
            <a:cxnLst/>
            <a:rect l="0" t="0" r="r" b="b"/>
            <a:pathLst>
              <a:path w="208153" h="128524">
                <a:moveTo>
                  <a:pt x="0" y="128524"/>
                </a:moveTo>
                <a:lnTo>
                  <a:pt x="176953" y="0"/>
                </a:lnTo>
                <a:lnTo>
                  <a:pt x="186732" y="13970"/>
                </a:lnTo>
                <a:lnTo>
                  <a:pt x="195114" y="29337"/>
                </a:lnTo>
                <a:lnTo>
                  <a:pt x="202099" y="44704"/>
                </a:lnTo>
                <a:lnTo>
                  <a:pt x="208153" y="61002"/>
                </a:lnTo>
                <a:close/>
              </a:path>
            </a:pathLst>
          </a:custGeom>
          <a:solidFill>
            <a:srgbClr val="EE312F"/>
          </a:solidFill>
          <a:ln w="3725">
            <a:solidFill>
              <a:srgbClr val="EE312F"/>
            </a:solidFill>
            <a:round/>
          </a:ln>
        </p:spPr>
        <p:txBody>
          <a:bodyPr rtlCol="0" anchor="ctr"/>
          <a:lstStyle/>
          <a:p>
            <a:pPr algn="ctr"/>
            <a:endParaRPr lang="pl-PL" dirty="0"/>
          </a:p>
        </p:txBody>
      </p:sp>
      <p:sp>
        <p:nvSpPr>
          <p:cNvPr id="59" name="!!Zegar – wycinek 5"/>
          <p:cNvSpPr/>
          <p:nvPr/>
        </p:nvSpPr>
        <p:spPr>
          <a:xfrm>
            <a:off x="10502900" y="465878"/>
            <a:ext cx="218863" cy="67522"/>
          </a:xfrm>
          <a:custGeom>
            <a:avLst/>
            <a:gdLst/>
            <a:ahLst/>
            <a:cxnLst/>
            <a:rect l="0" t="0" r="r" b="b"/>
            <a:pathLst>
              <a:path w="218863" h="67522">
                <a:moveTo>
                  <a:pt x="0" y="67522"/>
                </a:moveTo>
                <a:lnTo>
                  <a:pt x="208153" y="0"/>
                </a:lnTo>
                <a:lnTo>
                  <a:pt x="212810" y="16298"/>
                </a:lnTo>
                <a:lnTo>
                  <a:pt x="216069" y="33062"/>
                </a:lnTo>
                <a:lnTo>
                  <a:pt x="218398" y="50292"/>
                </a:lnTo>
                <a:lnTo>
                  <a:pt x="218863" y="67522"/>
                </a:lnTo>
                <a:close/>
              </a:path>
            </a:pathLst>
          </a:custGeom>
          <a:solidFill>
            <a:srgbClr val="EE312F"/>
          </a:solidFill>
          <a:ln w="3725">
            <a:solidFill>
              <a:srgbClr val="EE312F"/>
            </a:solidFill>
            <a:round/>
          </a:ln>
        </p:spPr>
        <p:txBody>
          <a:bodyPr rtlCol="0" anchor="ctr"/>
          <a:lstStyle/>
          <a:p>
            <a:pPr algn="ctr"/>
            <a:endParaRPr lang="pl-PL" dirty="0"/>
          </a:p>
        </p:txBody>
      </p:sp>
      <p:sp>
        <p:nvSpPr>
          <p:cNvPr id="60" name="!!Zegar – wycinek 6"/>
          <p:cNvSpPr/>
          <p:nvPr/>
        </p:nvSpPr>
        <p:spPr>
          <a:xfrm>
            <a:off x="10502900" y="533400"/>
            <a:ext cx="218863" cy="67522"/>
          </a:xfrm>
          <a:custGeom>
            <a:avLst/>
            <a:gdLst/>
            <a:ahLst/>
            <a:cxnLst/>
            <a:rect l="0" t="0" r="r" b="b"/>
            <a:pathLst>
              <a:path w="218863" h="67522">
                <a:moveTo>
                  <a:pt x="0" y="0"/>
                </a:moveTo>
                <a:lnTo>
                  <a:pt x="218863" y="0"/>
                </a:lnTo>
                <a:lnTo>
                  <a:pt x="218398" y="17230"/>
                </a:lnTo>
                <a:lnTo>
                  <a:pt x="216069" y="34459"/>
                </a:lnTo>
                <a:lnTo>
                  <a:pt x="212810" y="51223"/>
                </a:lnTo>
                <a:lnTo>
                  <a:pt x="208153" y="67522"/>
                </a:lnTo>
                <a:close/>
              </a:path>
            </a:pathLst>
          </a:custGeom>
          <a:solidFill>
            <a:srgbClr val="EE312F"/>
          </a:solidFill>
          <a:ln w="3725">
            <a:solidFill>
              <a:srgbClr val="EE312F"/>
            </a:solidFill>
            <a:round/>
          </a:ln>
        </p:spPr>
        <p:txBody>
          <a:bodyPr rtlCol="0" anchor="ctr"/>
          <a:lstStyle/>
          <a:p>
            <a:pPr algn="ctr"/>
            <a:endParaRPr lang="pl-PL" dirty="0"/>
          </a:p>
        </p:txBody>
      </p:sp>
      <p:sp>
        <p:nvSpPr>
          <p:cNvPr id="61" name="!!Zegar – wycinek 7"/>
          <p:cNvSpPr/>
          <p:nvPr/>
        </p:nvSpPr>
        <p:spPr>
          <a:xfrm>
            <a:off x="10502900" y="533400"/>
            <a:ext cx="208153" cy="128524"/>
          </a:xfrm>
          <a:custGeom>
            <a:avLst/>
            <a:gdLst/>
            <a:ahLst/>
            <a:cxnLst/>
            <a:rect l="0" t="0" r="r" b="b"/>
            <a:pathLst>
              <a:path w="208153" h="128524">
                <a:moveTo>
                  <a:pt x="0" y="0"/>
                </a:moveTo>
                <a:lnTo>
                  <a:pt x="208153" y="67522"/>
                </a:lnTo>
                <a:lnTo>
                  <a:pt x="202099" y="83820"/>
                </a:lnTo>
                <a:lnTo>
                  <a:pt x="195114" y="99187"/>
                </a:lnTo>
                <a:lnTo>
                  <a:pt x="186732" y="114554"/>
                </a:lnTo>
                <a:lnTo>
                  <a:pt x="176953" y="128524"/>
                </a:lnTo>
                <a:close/>
              </a:path>
            </a:pathLst>
          </a:custGeom>
          <a:solidFill>
            <a:srgbClr val="EE312F"/>
          </a:solidFill>
          <a:ln w="3725">
            <a:solidFill>
              <a:srgbClr val="EE312F"/>
            </a:solidFill>
            <a:round/>
          </a:ln>
        </p:spPr>
        <p:txBody>
          <a:bodyPr rtlCol="0" anchor="ctr"/>
          <a:lstStyle/>
          <a:p>
            <a:pPr algn="ctr"/>
            <a:endParaRPr lang="pl-PL" dirty="0"/>
          </a:p>
        </p:txBody>
      </p:sp>
      <p:sp>
        <p:nvSpPr>
          <p:cNvPr id="62" name="!!Zegar – kreska 1"/>
          <p:cNvSpPr/>
          <p:nvPr/>
        </p:nvSpPr>
        <p:spPr>
          <a:xfrm>
            <a:off x="10491258" y="295910"/>
            <a:ext cx="23283" cy="46567"/>
          </a:xfrm>
          <a:custGeom>
            <a:avLst/>
            <a:gdLst/>
            <a:ahLst/>
            <a:cxnLst/>
            <a:rect l="0" t="0" r="r" b="b"/>
            <a:pathLst>
              <a:path w="23283" h="46567">
                <a:moveTo>
                  <a:pt x="0" y="46567"/>
                </a:moveTo>
                <a:lnTo>
                  <a:pt x="23283" y="46567"/>
                </a:lnTo>
                <a:lnTo>
                  <a:pt x="23283" y="0"/>
                </a:lnTo>
                <a:lnTo>
                  <a:pt x="0" y="0"/>
                </a:lnTo>
                <a:close/>
              </a:path>
            </a:pathLst>
          </a:custGeom>
          <a:solidFill>
            <a:srgbClr val="151515"/>
          </a:solidFill>
          <a:ln>
            <a:noFill/>
          </a:ln>
        </p:spPr>
        <p:txBody>
          <a:bodyPr rtlCol="0" anchor="ctr"/>
          <a:lstStyle/>
          <a:p>
            <a:pPr algn="ctr"/>
            <a:endParaRPr lang="pl-PL" dirty="0"/>
          </a:p>
        </p:txBody>
      </p:sp>
      <p:sp>
        <p:nvSpPr>
          <p:cNvPr id="63" name="!!Zegar – kreska 2"/>
          <p:cNvSpPr/>
          <p:nvPr/>
        </p:nvSpPr>
        <p:spPr>
          <a:xfrm>
            <a:off x="10693823" y="521758"/>
            <a:ext cx="46567" cy="23283"/>
          </a:xfrm>
          <a:custGeom>
            <a:avLst/>
            <a:gdLst/>
            <a:ahLst/>
            <a:cxnLst/>
            <a:rect l="0" t="0" r="r" b="b"/>
            <a:pathLst>
              <a:path w="46567" h="23283">
                <a:moveTo>
                  <a:pt x="0" y="0"/>
                </a:moveTo>
                <a:lnTo>
                  <a:pt x="0" y="23283"/>
                </a:lnTo>
                <a:lnTo>
                  <a:pt x="46567" y="23283"/>
                </a:lnTo>
                <a:lnTo>
                  <a:pt x="46567" y="0"/>
                </a:lnTo>
                <a:close/>
              </a:path>
            </a:pathLst>
          </a:custGeom>
          <a:solidFill>
            <a:srgbClr val="151515"/>
          </a:solidFill>
          <a:ln>
            <a:noFill/>
          </a:ln>
        </p:spPr>
        <p:txBody>
          <a:bodyPr rtlCol="0" anchor="ctr"/>
          <a:lstStyle/>
          <a:p>
            <a:pPr algn="ctr"/>
            <a:endParaRPr lang="pl-PL" dirty="0"/>
          </a:p>
        </p:txBody>
      </p:sp>
      <p:sp>
        <p:nvSpPr>
          <p:cNvPr id="64" name="!!Zegar – kreska 3"/>
          <p:cNvSpPr/>
          <p:nvPr/>
        </p:nvSpPr>
        <p:spPr>
          <a:xfrm>
            <a:off x="10491258" y="724323"/>
            <a:ext cx="23283" cy="46567"/>
          </a:xfrm>
          <a:custGeom>
            <a:avLst/>
            <a:gdLst/>
            <a:ahLst/>
            <a:cxnLst/>
            <a:rect l="0" t="0" r="r" b="b"/>
            <a:pathLst>
              <a:path w="23283" h="46567">
                <a:moveTo>
                  <a:pt x="23283" y="0"/>
                </a:moveTo>
                <a:lnTo>
                  <a:pt x="0" y="0"/>
                </a:lnTo>
                <a:lnTo>
                  <a:pt x="0" y="46567"/>
                </a:lnTo>
                <a:lnTo>
                  <a:pt x="23283" y="46567"/>
                </a:lnTo>
                <a:close/>
              </a:path>
            </a:pathLst>
          </a:custGeom>
          <a:solidFill>
            <a:srgbClr val="151515"/>
          </a:solidFill>
          <a:ln>
            <a:noFill/>
          </a:ln>
        </p:spPr>
        <p:txBody>
          <a:bodyPr rtlCol="0" anchor="ctr"/>
          <a:lstStyle/>
          <a:p>
            <a:pPr algn="ctr"/>
            <a:endParaRPr lang="pl-PL" dirty="0"/>
          </a:p>
        </p:txBody>
      </p:sp>
      <p:sp>
        <p:nvSpPr>
          <p:cNvPr id="65" name="!!Zegar – kreska 4"/>
          <p:cNvSpPr/>
          <p:nvPr/>
        </p:nvSpPr>
        <p:spPr>
          <a:xfrm>
            <a:off x="10265410" y="521758"/>
            <a:ext cx="46567" cy="23283"/>
          </a:xfrm>
          <a:custGeom>
            <a:avLst/>
            <a:gdLst/>
            <a:ahLst/>
            <a:cxnLst/>
            <a:rect l="0" t="0" r="r" b="b"/>
            <a:pathLst>
              <a:path w="46567" h="23283">
                <a:moveTo>
                  <a:pt x="46567" y="23283"/>
                </a:moveTo>
                <a:lnTo>
                  <a:pt x="46567" y="0"/>
                </a:lnTo>
                <a:lnTo>
                  <a:pt x="0" y="0"/>
                </a:lnTo>
                <a:lnTo>
                  <a:pt x="0" y="23283"/>
                </a:lnTo>
                <a:close/>
              </a:path>
            </a:pathLst>
          </a:custGeom>
          <a:solidFill>
            <a:srgbClr val="151515"/>
          </a:solidFill>
          <a:ln>
            <a:noFill/>
          </a:ln>
        </p:spPr>
        <p:txBody>
          <a:bodyPr rtlCol="0" anchor="ctr"/>
          <a:lstStyle/>
          <a:p>
            <a:pPr algn="ctr"/>
            <a:endParaRPr lang="pl-PL" dirty="0"/>
          </a:p>
        </p:txBody>
      </p:sp>
      <p:sp>
        <p:nvSpPr>
          <p:cNvPr id="66" name="!!Zegar – wskazówka"/>
          <p:cNvSpPr/>
          <p:nvPr/>
        </p:nvSpPr>
        <p:spPr>
          <a:xfrm>
            <a:off x="10472085" y="505675"/>
            <a:ext cx="185614" cy="142860"/>
          </a:xfrm>
          <a:custGeom>
            <a:avLst/>
            <a:gdLst/>
            <a:ahLst/>
            <a:cxnLst/>
            <a:rect l="0" t="0" r="r" b="b"/>
            <a:pathLst>
              <a:path w="185614" h="142860">
                <a:moveTo>
                  <a:pt x="16423" y="0"/>
                </a:moveTo>
                <a:lnTo>
                  <a:pt x="0" y="22604"/>
                </a:lnTo>
                <a:lnTo>
                  <a:pt x="177403" y="142860"/>
                </a:lnTo>
                <a:lnTo>
                  <a:pt x="185614" y="131559"/>
                </a:lnTo>
                <a:close/>
              </a:path>
            </a:pathLst>
          </a:custGeom>
          <a:solidFill>
            <a:srgbClr val="151515"/>
          </a:solidFill>
          <a:ln>
            <a:noFill/>
          </a:ln>
        </p:spPr>
        <p:txBody>
          <a:bodyPr rtlCol="0" anchor="ctr"/>
          <a:lstStyle/>
          <a:p>
            <a:pPr algn="ctr"/>
            <a:endParaRPr lang="pl-PL" dirty="0"/>
          </a:p>
        </p:txBody>
      </p:sp>
      <p:sp>
        <p:nvSpPr>
          <p:cNvPr id="67" name="!!Zegar – oś"/>
          <p:cNvSpPr/>
          <p:nvPr/>
        </p:nvSpPr>
        <p:spPr>
          <a:xfrm>
            <a:off x="10474960" y="505460"/>
            <a:ext cx="55880" cy="55880"/>
          </a:xfrm>
          <a:prstGeom prst="ellipse">
            <a:avLst/>
          </a:prstGeom>
          <a:solidFill>
            <a:srgbClr val="151515"/>
          </a:solidFill>
          <a:ln>
            <a:noFill/>
          </a:ln>
        </p:spPr>
        <p:txBody>
          <a:bodyPr rtlCol="0" anchor="ctr"/>
          <a:lstStyle/>
          <a:p>
            <a:pPr algn="ctr"/>
            <a:endParaRPr lang="pl-PL" dirty="0"/>
          </a:p>
        </p:txBody>
      </p:sp>
      <p:sp>
        <p:nvSpPr>
          <p:cNvPr id="68" name="!!Źródło"/>
          <p:cNvSpPr txBox="1"/>
          <p:nvPr/>
        </p:nvSpPr>
        <p:spPr>
          <a:xfrm>
            <a:off x="823962" y="6425287"/>
            <a:ext cx="7913489"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666666"/>
                </a:solidFill>
                <a:latin typeface="Lato"/>
                <a:cs typeface="Lato"/>
              </a:rPr>
              <a:t>Scena ilustracyjna. Marki, ekrany i ceny są umowne. Zegar jest elementem opowieści, nie czasem dostawy.</a:t>
            </a:r>
            <a:endParaRPr lang="pl-PL" sz="1100" kern="100" dirty="0">
              <a:solidFill>
                <a:srgbClr val="666666"/>
              </a:solidFill>
              <a:latin typeface="Lato"/>
              <a:cs typeface="Lato"/>
            </a:endParaRPr>
          </a:p>
        </p:txBody>
      </p:sp>
      <p:sp>
        <p:nvSpPr>
          <p:cNvPr id="69"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666666"/>
                </a:solidFill>
                <a:latin typeface="Lato"/>
                <a:cs typeface="Lato"/>
              </a:rPr>
              <a:t>14 / 23</a:t>
            </a:r>
            <a:endParaRPr lang="pl-PL" sz="1100" kern="100" spc="66" dirty="0">
              <a:solidFill>
                <a:srgbClr val="666666"/>
              </a:solidFill>
              <a:latin typeface="Lato"/>
              <a:cs typeface="Lato"/>
            </a:endParaRPr>
          </a:p>
        </p:txBody>
      </p:sp>
      <p:sp>
        <p:nvSpPr>
          <p:cNvPr id="70" name="!!Postęp"/>
          <p:cNvSpPr/>
          <p:nvPr/>
        </p:nvSpPr>
        <p:spPr>
          <a:xfrm>
            <a:off x="-992" y="6826250"/>
            <a:ext cx="7423150" cy="31750"/>
          </a:xfrm>
          <a:prstGeom prst="rect">
            <a:avLst/>
          </a:prstGeom>
          <a:solidFill>
            <a:srgbClr val="EE312F"/>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xmlns:p14="http://schemas.microsoft.com/office/powerpoint/2010/main">
  <p:cSld name="Gdzie są przekąski?">
    <p:bg>
      <p:bgPr>
        <a:solidFill>
          <a:srgbClr val="FFFFFF"/>
        </a:solidFill>
        <a:effectLst/>
      </p:bgPr>
    </p:bg>
    <p:spTree>
      <p:nvGrpSpPr>
        <p:cNvPr id="1" name=""/>
        <p:cNvGrpSpPr/>
        <p:nvPr/>
      </p:nvGrpSpPr>
      <p:grpSpPr>
        <a:xfrm>
          <a:off x="0" y="0"/>
          <a:ext cx="0" cy="0"/>
          <a:chOff x="0" y="0"/>
          <a:chExt cx="0" cy="0"/>
        </a:xfrm>
      </p:grpSpPr>
      <p:sp>
        <p:nvSpPr>
          <p:cNvPr id="2" name="Tekst: Wpisuję kategorię. Nie wpisuję marki. · 1"/>
          <p:cNvSpPr txBox="1"/>
          <p:nvPr/>
        </p:nvSpPr>
        <p:spPr>
          <a:xfrm>
            <a:off x="826542" y="3252450"/>
            <a:ext cx="3004780" cy="379730"/>
          </a:xfrm>
          <a:prstGeom prst="rect">
            <a:avLst/>
          </a:prstGeom>
          <a:noFill/>
          <a:ln>
            <a:noFill/>
          </a:ln>
        </p:spPr>
        <p:txBody>
          <a:bodyPr wrap="none" lIns="0" tIns="0" rIns="0" bIns="0" rtlCol="0" anchor="ctr">
            <a:noAutofit/>
          </a:bodyPr>
          <a:lstStyle/>
          <a:p>
            <a:pPr algn="l">
              <a:spcBef>
                <a:spcPts val="0"/>
              </a:spcBef>
              <a:spcAft>
                <a:spcPts val="0"/>
              </a:spcAft>
              <a:buNone/>
            </a:pPr>
            <a:r>
              <a:rPr lang="pl-PL" sz="2300" kern="100" dirty="0">
                <a:solidFill>
                  <a:srgbClr val="151515"/>
                </a:solidFill>
                <a:latin typeface="Lato"/>
                <a:cs typeface="Lato"/>
              </a:rPr>
              <a:t>Wpisuję kategorię.</a:t>
            </a:r>
            <a:endParaRPr lang="pl-PL" sz="2300" kern="100" dirty="0">
              <a:solidFill>
                <a:srgbClr val="151515"/>
              </a:solidFill>
              <a:latin typeface="Lato"/>
              <a:cs typeface="Lato"/>
            </a:endParaRPr>
          </a:p>
        </p:txBody>
      </p:sp>
      <p:sp>
        <p:nvSpPr>
          <p:cNvPr id="3" name="Tekst: Wpisuję kategorię. Nie wpisuję marki. · 2"/>
          <p:cNvSpPr txBox="1"/>
          <p:nvPr/>
        </p:nvSpPr>
        <p:spPr>
          <a:xfrm>
            <a:off x="826542" y="3632180"/>
            <a:ext cx="3004780" cy="379730"/>
          </a:xfrm>
          <a:prstGeom prst="rect">
            <a:avLst/>
          </a:prstGeom>
          <a:noFill/>
          <a:ln>
            <a:noFill/>
          </a:ln>
        </p:spPr>
        <p:txBody>
          <a:bodyPr wrap="none" lIns="0" tIns="0" rIns="0" bIns="0" rtlCol="0" anchor="ctr">
            <a:noAutofit/>
          </a:bodyPr>
          <a:lstStyle/>
          <a:p>
            <a:pPr algn="l">
              <a:spcBef>
                <a:spcPts val="0"/>
              </a:spcBef>
              <a:spcAft>
                <a:spcPts val="0"/>
              </a:spcAft>
              <a:buNone/>
            </a:pPr>
            <a:r>
              <a:rPr lang="pl-PL" sz="2300" kern="100" dirty="0">
                <a:solidFill>
                  <a:srgbClr val="151515"/>
                </a:solidFill>
                <a:latin typeface="Lato"/>
                <a:cs typeface="Lato"/>
              </a:rPr>
              <a:t>Nie wpisuję marki.</a:t>
            </a:r>
            <a:endParaRPr lang="pl-PL" sz="2300" kern="100" dirty="0">
              <a:solidFill>
                <a:srgbClr val="151515"/>
              </a:solidFill>
              <a:latin typeface="Lato"/>
              <a:cs typeface="Lato"/>
            </a:endParaRPr>
          </a:p>
        </p:txBody>
      </p:sp>
      <p:sp>
        <p:nvSpPr>
          <p:cNvPr id="4" name="Tekst: Sponsorowany produkt odpowiada na moje p · 1"/>
          <p:cNvSpPr txBox="1"/>
          <p:nvPr/>
        </p:nvSpPr>
        <p:spPr>
          <a:xfrm>
            <a:off x="827038" y="4723130"/>
            <a:ext cx="4331851" cy="349250"/>
          </a:xfrm>
          <a:prstGeom prst="rect">
            <a:avLst/>
          </a:prstGeom>
          <a:noFill/>
          <a:ln>
            <a:noFill/>
          </a:ln>
        </p:spPr>
        <p:txBody>
          <a:bodyPr wrap="none" lIns="0" tIns="0" rIns="0" bIns="0" rtlCol="0" anchor="ctr">
            <a:noAutofit/>
          </a:bodyPr>
          <a:lstStyle/>
          <a:p>
            <a:pPr algn="l">
              <a:spcBef>
                <a:spcPts val="0"/>
              </a:spcBef>
              <a:spcAft>
                <a:spcPts val="0"/>
              </a:spcAft>
              <a:buNone/>
            </a:pPr>
            <a:r>
              <a:rPr lang="pl-PL" sz="2200" b="1" kern="100" dirty="0">
                <a:solidFill>
                  <a:srgbClr val="EE312F"/>
                </a:solidFill>
                <a:latin typeface="Lato"/>
                <a:cs typeface="Lato"/>
              </a:rPr>
              <a:t>Sponsorowany produkt</a:t>
            </a:r>
            <a:endParaRPr lang="pl-PL" sz="2200" b="1" kern="100" dirty="0">
              <a:solidFill>
                <a:srgbClr val="EE312F"/>
              </a:solidFill>
              <a:latin typeface="Lato"/>
              <a:cs typeface="Lato"/>
            </a:endParaRPr>
          </a:p>
        </p:txBody>
      </p:sp>
      <p:sp>
        <p:nvSpPr>
          <p:cNvPr id="5" name="Tekst: Sponsorowany produkt odpowiada na moje p · 2"/>
          <p:cNvSpPr txBox="1"/>
          <p:nvPr/>
        </p:nvSpPr>
        <p:spPr>
          <a:xfrm>
            <a:off x="827038" y="5072380"/>
            <a:ext cx="4331851" cy="349250"/>
          </a:xfrm>
          <a:prstGeom prst="rect">
            <a:avLst/>
          </a:prstGeom>
          <a:noFill/>
          <a:ln>
            <a:noFill/>
          </a:ln>
        </p:spPr>
        <p:txBody>
          <a:bodyPr wrap="none" lIns="0" tIns="0" rIns="0" bIns="0" rtlCol="0" anchor="ctr">
            <a:noAutofit/>
          </a:bodyPr>
          <a:lstStyle/>
          <a:p>
            <a:pPr algn="l">
              <a:spcBef>
                <a:spcPts val="0"/>
              </a:spcBef>
              <a:spcAft>
                <a:spcPts val="0"/>
              </a:spcAft>
              <a:buNone/>
            </a:pPr>
            <a:r>
              <a:rPr lang="pl-PL" sz="2200" b="1" kern="100" dirty="0">
                <a:solidFill>
                  <a:srgbClr val="EE312F"/>
                </a:solidFill>
                <a:latin typeface="Lato"/>
                <a:cs typeface="Lato"/>
              </a:rPr>
              <a:t>odpowiada na moje pytanie.</a:t>
            </a:r>
            <a:endParaRPr lang="pl-PL" sz="2200" b="1" kern="100" dirty="0">
              <a:solidFill>
                <a:srgbClr val="EE312F"/>
              </a:solidFill>
              <a:latin typeface="Lato"/>
              <a:cs typeface="Lato"/>
            </a:endParaRPr>
          </a:p>
        </p:txBody>
      </p:sp>
      <p:sp>
        <p:nvSpPr>
          <p:cNvPr id="6" name="Tekst: 02 · Wyszukuję"/>
          <p:cNvSpPr txBox="1"/>
          <p:nvPr/>
        </p:nvSpPr>
        <p:spPr>
          <a:xfrm>
            <a:off x="826393" y="1270000"/>
            <a:ext cx="2635250" cy="182880"/>
          </a:xfrm>
          <a:prstGeom prst="rect">
            <a:avLst/>
          </a:prstGeom>
          <a:noFill/>
          <a:ln>
            <a:noFill/>
          </a:ln>
        </p:spPr>
        <p:txBody>
          <a:bodyPr wrap="none" lIns="0" tIns="0" rIns="0" bIns="0" rtlCol="0" anchor="t">
            <a:noAutofit/>
          </a:bodyPr>
          <a:lstStyle/>
          <a:p>
            <a:pPr algn="l">
              <a:spcBef>
                <a:spcPts val="0"/>
              </a:spcBef>
              <a:spcAft>
                <a:spcPts val="0"/>
              </a:spcAft>
              <a:buNone/>
            </a:pPr>
            <a:r>
              <a:rPr lang="pl-PL" sz="1200" b="1" kern="100" cap="all" spc="96" dirty="0">
                <a:solidFill>
                  <a:srgbClr val="666666"/>
                </a:solidFill>
                <a:latin typeface="Lato"/>
                <a:cs typeface="Lato"/>
              </a:rPr>
              <a:t>02 · Wyszukuję</a:t>
            </a:r>
            <a:endParaRPr lang="pl-PL" sz="1200" b="1" kern="100" cap="all" spc="96" dirty="0">
              <a:solidFill>
                <a:srgbClr val="666666"/>
              </a:solidFill>
              <a:latin typeface="Lato"/>
              <a:cs typeface="Lato"/>
            </a:endParaRPr>
          </a:p>
        </p:txBody>
      </p:sp>
      <p:sp>
        <p:nvSpPr>
          <p:cNvPr id="7" name="Tekst: „Gdzie są przekąski?” · 1"/>
          <p:cNvSpPr txBox="1"/>
          <p:nvPr/>
        </p:nvSpPr>
        <p:spPr>
          <a:xfrm>
            <a:off x="826393" y="1651544"/>
            <a:ext cx="3316843" cy="592328"/>
          </a:xfrm>
          <a:prstGeom prst="rect">
            <a:avLst/>
          </a:prstGeom>
          <a:noFill/>
          <a:ln>
            <a:noFill/>
          </a:ln>
        </p:spPr>
        <p:txBody>
          <a:bodyPr wrap="none" lIns="0" tIns="0" rIns="0" bIns="0" rtlCol="0" anchor="ctr">
            <a:noAutofit/>
          </a:bodyPr>
          <a:lstStyle/>
          <a:p>
            <a:pPr algn="l">
              <a:spcBef>
                <a:spcPts val="0"/>
              </a:spcBef>
              <a:spcAft>
                <a:spcPts val="0"/>
              </a:spcAft>
              <a:buNone/>
            </a:pPr>
            <a:r>
              <a:rPr lang="pl-PL" sz="4400" kern="100" spc="-154" dirty="0">
                <a:solidFill>
                  <a:srgbClr val="151515"/>
                </a:solidFill>
                <a:latin typeface="Lato Black"/>
                <a:cs typeface="Lato Black"/>
              </a:rPr>
              <a:t>„Gdzie są</a:t>
            </a:r>
            <a:endParaRPr lang="pl-PL" sz="4400" kern="100" spc="-154" dirty="0">
              <a:solidFill>
                <a:srgbClr val="151515"/>
              </a:solidFill>
              <a:latin typeface="Lato Black"/>
              <a:cs typeface="Lato Black"/>
            </a:endParaRPr>
          </a:p>
        </p:txBody>
      </p:sp>
      <p:sp>
        <p:nvSpPr>
          <p:cNvPr id="8" name="Tekst: „Gdzie są przekąski?” · 2"/>
          <p:cNvSpPr txBox="1"/>
          <p:nvPr/>
        </p:nvSpPr>
        <p:spPr>
          <a:xfrm>
            <a:off x="826393" y="2243872"/>
            <a:ext cx="3316843" cy="592328"/>
          </a:xfrm>
          <a:prstGeom prst="rect">
            <a:avLst/>
          </a:prstGeom>
          <a:noFill/>
          <a:ln>
            <a:noFill/>
          </a:ln>
        </p:spPr>
        <p:txBody>
          <a:bodyPr wrap="none" lIns="0" tIns="0" rIns="0" bIns="0" rtlCol="0" anchor="ctr">
            <a:noAutofit/>
          </a:bodyPr>
          <a:lstStyle/>
          <a:p>
            <a:pPr algn="l">
              <a:spcBef>
                <a:spcPts val="0"/>
              </a:spcBef>
              <a:spcAft>
                <a:spcPts val="0"/>
              </a:spcAft>
              <a:buNone/>
            </a:pPr>
            <a:r>
              <a:rPr lang="pl-PL" sz="4400" kern="100" spc="-154" dirty="0">
                <a:solidFill>
                  <a:srgbClr val="151515"/>
                </a:solidFill>
                <a:latin typeface="Lato Black"/>
                <a:cs typeface="Lato Black"/>
              </a:rPr>
              <a:t>przekąski?”</a:t>
            </a:r>
            <a:endParaRPr lang="pl-PL" sz="4400" kern="100" spc="-154" dirty="0">
              <a:solidFill>
                <a:srgbClr val="151515"/>
              </a:solidFill>
              <a:latin typeface="Lato Black"/>
              <a:cs typeface="Lato Black"/>
            </a:endParaRPr>
          </a:p>
        </p:txBody>
      </p:sp>
      <p:sp>
        <p:nvSpPr>
          <p:cNvPr id="9" name="!!Telefon"/>
          <p:cNvSpPr/>
          <p:nvPr/>
        </p:nvSpPr>
        <p:spPr>
          <a:xfrm>
            <a:off x="7499350" y="1181398"/>
            <a:ext cx="3860800" cy="4286250"/>
          </a:xfrm>
          <a:prstGeom prst="roundRect">
            <a:avLst>
              <a:gd name="adj" fmla="val 4590"/>
            </a:avLst>
          </a:prstGeom>
          <a:solidFill>
            <a:srgbClr val="FFFFFF"/>
          </a:solidFill>
          <a:ln w="12700">
            <a:solidFill>
              <a:srgbClr val="D9D9D9"/>
            </a:solidFill>
          </a:ln>
          <a:effectLst>
            <a:outerShdw blurRad="444500" dist="152400" dir="5400000" algn="ctr" rotWithShape="0">
              <a:srgbClr val="000000">
                <a:alpha val="7000"/>
              </a:srgbClr>
            </a:outerShdw>
          </a:effectLst>
        </p:spPr>
        <p:txBody>
          <a:bodyPr rtlCol="0" anchor="ctr"/>
          <a:lstStyle/>
          <a:p>
            <a:pPr algn="ctr"/>
            <a:endParaRPr lang="pl-PL" dirty="0"/>
          </a:p>
        </p:txBody>
      </p:sp>
      <p:sp>
        <p:nvSpPr>
          <p:cNvPr id="10" name="!!Telefon – nagłówek"/>
          <p:cNvSpPr/>
          <p:nvPr/>
        </p:nvSpPr>
        <p:spPr>
          <a:xfrm>
            <a:off x="7505700" y="1187450"/>
            <a:ext cx="3848100" cy="457200"/>
          </a:xfrm>
          <a:prstGeom prst="round2SameRect">
            <a:avLst>
              <a:gd name="adj1" fmla="val 36111"/>
              <a:gd name="adj2" fmla="val 0"/>
            </a:avLst>
          </a:prstGeom>
          <a:solidFill>
            <a:srgbClr val="FFFFFF"/>
          </a:solidFill>
          <a:ln>
            <a:noFill/>
          </a:ln>
        </p:spPr>
        <p:txBody>
          <a:bodyPr rtlCol="0" anchor="ctr"/>
          <a:lstStyle/>
          <a:p>
            <a:pPr algn="ctr"/>
            <a:endParaRPr lang="pl-PL" dirty="0"/>
          </a:p>
        </p:txBody>
      </p:sp>
      <p:sp>
        <p:nvSpPr>
          <p:cNvPr id="11" name="Telefon – nagłówek (wariant)"/>
          <p:cNvSpPr/>
          <p:nvPr/>
        </p:nvSpPr>
        <p:spPr>
          <a:xfrm>
            <a:off x="7505700" y="1631950"/>
            <a:ext cx="3848100" cy="12700"/>
          </a:xfrm>
          <a:prstGeom prst="rect">
            <a:avLst/>
          </a:prstGeom>
          <a:solidFill>
            <a:srgbClr val="EDEDED"/>
          </a:solidFill>
          <a:ln>
            <a:noFill/>
          </a:ln>
        </p:spPr>
        <p:txBody>
          <a:bodyPr rtlCol="0" anchor="ctr"/>
          <a:lstStyle/>
          <a:p>
            <a:pPr algn="ctr"/>
            <a:endParaRPr lang="pl-PL" dirty="0"/>
          </a:p>
        </p:txBody>
      </p:sp>
      <p:sp>
        <p:nvSpPr>
          <p:cNvPr id="12" name="!!Telefon – aplikacja (tekst)"/>
          <p:cNvSpPr txBox="1"/>
          <p:nvPr/>
        </p:nvSpPr>
        <p:spPr>
          <a:xfrm>
            <a:off x="7697291" y="1308100"/>
            <a:ext cx="2425779" cy="198120"/>
          </a:xfrm>
          <a:prstGeom prst="rect">
            <a:avLst/>
          </a:prstGeom>
          <a:noFill/>
          <a:ln>
            <a:noFill/>
          </a:ln>
        </p:spPr>
        <p:txBody>
          <a:bodyPr wrap="none" lIns="0" tIns="0" rIns="0" bIns="0" rtlCol="0" anchor="t">
            <a:noAutofit/>
          </a:bodyPr>
          <a:lstStyle/>
          <a:p>
            <a:pPr algn="l">
              <a:spcBef>
                <a:spcPts val="0"/>
              </a:spcBef>
              <a:spcAft>
                <a:spcPts val="0"/>
              </a:spcAft>
              <a:buNone/>
            </a:pPr>
            <a:r>
              <a:rPr lang="pl-PL" sz="1300" kern="100" spc="-13" dirty="0">
                <a:solidFill>
                  <a:srgbClr val="151515"/>
                </a:solidFill>
                <a:latin typeface="Lato Black"/>
                <a:cs typeface="Lato Black"/>
              </a:rPr>
              <a:t>Aplikacja szybkich dostaw</a:t>
            </a:r>
            <a:endParaRPr lang="pl-PL" sz="1300" kern="100" spc="-13" dirty="0">
              <a:solidFill>
                <a:srgbClr val="151515"/>
              </a:solidFill>
              <a:latin typeface="Lato Black"/>
              <a:cs typeface="Lato Black"/>
            </a:endParaRPr>
          </a:p>
        </p:txBody>
      </p:sp>
      <p:sp>
        <p:nvSpPr>
          <p:cNvPr id="13" name="!!Telefon – koszyk (tekst)"/>
          <p:cNvSpPr txBox="1"/>
          <p:nvPr/>
        </p:nvSpPr>
        <p:spPr>
          <a:xfrm>
            <a:off x="10998349" y="1285875"/>
            <a:ext cx="350163" cy="228600"/>
          </a:xfrm>
          <a:prstGeom prst="rect">
            <a:avLst/>
          </a:prstGeom>
          <a:noFill/>
          <a:ln>
            <a:noFill/>
          </a:ln>
        </p:spPr>
        <p:txBody>
          <a:bodyPr wrap="none" lIns="0" tIns="0" rIns="0" bIns="0" rtlCol="0" anchor="t">
            <a:noAutofit/>
          </a:bodyPr>
          <a:lstStyle/>
          <a:p>
            <a:pPr algn="l">
              <a:spcBef>
                <a:spcPts val="0"/>
              </a:spcBef>
              <a:spcAft>
                <a:spcPts val="0"/>
              </a:spcAft>
              <a:buNone/>
            </a:pPr>
            <a:r>
              <a:rPr lang="pl-PL" sz="1500" kern="100" dirty="0">
                <a:solidFill>
                  <a:srgbClr val="151515"/>
                </a:solidFill>
                <a:latin typeface="Segoe UI Symbol"/>
                <a:cs typeface="Segoe UI Symbol"/>
              </a:rPr>
              <a:t>▣</a:t>
            </a:r>
            <a:endParaRPr lang="pl-PL" sz="1500" kern="100" dirty="0">
              <a:solidFill>
                <a:srgbClr val="151515"/>
              </a:solidFill>
              <a:latin typeface="Segoe UI Symbol"/>
              <a:cs typeface="Segoe UI Symbol"/>
            </a:endParaRPr>
          </a:p>
        </p:txBody>
      </p:sp>
      <p:sp>
        <p:nvSpPr>
          <p:cNvPr id="14" name="!!Telefon – kontekst (tekst)"/>
          <p:cNvSpPr txBox="1"/>
          <p:nvPr/>
        </p:nvSpPr>
        <p:spPr>
          <a:xfrm>
            <a:off x="7696200" y="1797050"/>
            <a:ext cx="3467100" cy="160020"/>
          </a:xfrm>
          <a:prstGeom prst="rect">
            <a:avLst/>
          </a:prstGeom>
          <a:noFill/>
          <a:ln>
            <a:noFill/>
          </a:ln>
        </p:spPr>
        <p:txBody>
          <a:bodyPr wrap="none" lIns="0" tIns="0" rIns="0" bIns="0" rtlCol="0" anchor="t">
            <a:noAutofit/>
          </a:bodyPr>
          <a:lstStyle/>
          <a:p>
            <a:pPr algn="l">
              <a:spcBef>
                <a:spcPts val="0"/>
              </a:spcBef>
              <a:spcAft>
                <a:spcPts val="0"/>
              </a:spcAft>
              <a:buNone/>
            </a:pPr>
            <a:r>
              <a:rPr lang="pl-PL" sz="1050" kern="100" dirty="0">
                <a:solidFill>
                  <a:srgbClr val="777777"/>
                </a:solidFill>
                <a:latin typeface="Lato"/>
                <a:cs typeface="Lato"/>
              </a:rPr>
              <a:t>Na spotkanie</a:t>
            </a:r>
            <a:endParaRPr lang="pl-PL" sz="1050" kern="100" dirty="0">
              <a:solidFill>
                <a:srgbClr val="777777"/>
              </a:solidFill>
              <a:latin typeface="Lato"/>
              <a:cs typeface="Lato"/>
            </a:endParaRPr>
          </a:p>
        </p:txBody>
      </p:sp>
      <p:sp>
        <p:nvSpPr>
          <p:cNvPr id="15" name="!!Telefon – tytuł (tekst)"/>
          <p:cNvSpPr txBox="1"/>
          <p:nvPr/>
        </p:nvSpPr>
        <p:spPr>
          <a:xfrm>
            <a:off x="7696200" y="2006600"/>
            <a:ext cx="3467100" cy="259080"/>
          </a:xfrm>
          <a:prstGeom prst="rect">
            <a:avLst/>
          </a:prstGeom>
          <a:noFill/>
          <a:ln>
            <a:noFill/>
          </a:ln>
        </p:spPr>
        <p:txBody>
          <a:bodyPr wrap="none" lIns="0" tIns="0" rIns="0" bIns="0" rtlCol="0" anchor="t">
            <a:noAutofit/>
          </a:bodyPr>
          <a:lstStyle/>
          <a:p>
            <a:pPr algn="l">
              <a:spcBef>
                <a:spcPts val="0"/>
              </a:spcBef>
              <a:spcAft>
                <a:spcPts val="0"/>
              </a:spcAft>
              <a:buNone/>
            </a:pPr>
            <a:r>
              <a:rPr lang="pl-PL" sz="1700" kern="100" spc="-42" dirty="0">
                <a:solidFill>
                  <a:srgbClr val="1C1C1C"/>
                </a:solidFill>
                <a:latin typeface="Lato Black"/>
                <a:cs typeface="Lato Black"/>
              </a:rPr>
              <a:t>Znajdź produkt</a:t>
            </a:r>
            <a:endParaRPr lang="pl-PL" sz="1700" kern="100" spc="-42" dirty="0">
              <a:solidFill>
                <a:srgbClr val="1C1C1C"/>
              </a:solidFill>
              <a:latin typeface="Lato Black"/>
              <a:cs typeface="Lato Black"/>
            </a:endParaRPr>
          </a:p>
        </p:txBody>
      </p:sp>
      <p:sp>
        <p:nvSpPr>
          <p:cNvPr id="16" name="!!Telefon – wyszukiwarka"/>
          <p:cNvSpPr/>
          <p:nvPr/>
        </p:nvSpPr>
        <p:spPr>
          <a:xfrm>
            <a:off x="7696200" y="2381250"/>
            <a:ext cx="3467100" cy="349250"/>
          </a:xfrm>
          <a:prstGeom prst="roundRect">
            <a:avLst>
              <a:gd name="adj" fmla="val 18182"/>
            </a:avLst>
          </a:prstGeom>
          <a:solidFill>
            <a:srgbClr val="F3F3F3"/>
          </a:solidFill>
          <a:ln>
            <a:noFill/>
          </a:ln>
        </p:spPr>
        <p:txBody>
          <a:bodyPr rtlCol="0" anchor="ctr"/>
          <a:lstStyle/>
          <a:p>
            <a:pPr algn="ctr"/>
            <a:endParaRPr lang="pl-PL" dirty="0"/>
          </a:p>
        </p:txBody>
      </p:sp>
      <p:sp>
        <p:nvSpPr>
          <p:cNvPr id="17" name="Tekst: ⌕"/>
          <p:cNvSpPr txBox="1"/>
          <p:nvPr/>
        </p:nvSpPr>
        <p:spPr>
          <a:xfrm>
            <a:off x="7810054" y="2518995"/>
            <a:ext cx="280868" cy="142240"/>
          </a:xfrm>
          <a:prstGeom prst="rect">
            <a:avLst/>
          </a:prstGeom>
          <a:noFill/>
          <a:ln>
            <a:noFill/>
          </a:ln>
        </p:spPr>
        <p:txBody>
          <a:bodyPr wrap="none" lIns="0" tIns="0" rIns="0" bIns="0" rtlCol="0" anchor="t">
            <a:noAutofit/>
          </a:bodyPr>
          <a:lstStyle/>
          <a:p>
            <a:pPr algn="l">
              <a:spcBef>
                <a:spcPts val="0"/>
              </a:spcBef>
              <a:spcAft>
                <a:spcPts val="0"/>
              </a:spcAft>
              <a:buNone/>
            </a:pPr>
            <a:r>
              <a:rPr lang="pl-PL" sz="1400" kern="100" dirty="0">
                <a:solidFill>
                  <a:srgbClr val="777777"/>
                </a:solidFill>
                <a:latin typeface="Segoe UI Symbol"/>
                <a:cs typeface="Segoe UI Symbol"/>
              </a:rPr>
              <a:t>⌕</a:t>
            </a:r>
            <a:endParaRPr lang="pl-PL" sz="1400" kern="100" dirty="0">
              <a:solidFill>
                <a:srgbClr val="777777"/>
              </a:solidFill>
              <a:latin typeface="Segoe UI Symbol"/>
              <a:cs typeface="Segoe UI Symbol"/>
            </a:endParaRPr>
          </a:p>
        </p:txBody>
      </p:sp>
      <p:sp>
        <p:nvSpPr>
          <p:cNvPr id="18" name="Tekst: przekąski"/>
          <p:cNvSpPr txBox="1"/>
          <p:nvPr/>
        </p:nvSpPr>
        <p:spPr>
          <a:xfrm>
            <a:off x="8018512" y="2470150"/>
            <a:ext cx="836652"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777777"/>
                </a:solidFill>
                <a:latin typeface="Lato"/>
                <a:cs typeface="Lato"/>
              </a:rPr>
              <a:t>przekąski</a:t>
            </a:r>
            <a:endParaRPr lang="pl-PL" sz="1100" kern="100" dirty="0">
              <a:solidFill>
                <a:srgbClr val="777777"/>
              </a:solidFill>
              <a:latin typeface="Lato"/>
              <a:cs typeface="Lato"/>
            </a:endParaRPr>
          </a:p>
        </p:txBody>
      </p:sp>
      <p:sp>
        <p:nvSpPr>
          <p:cNvPr id="19" name="Kształt"/>
          <p:cNvSpPr/>
          <p:nvPr/>
        </p:nvSpPr>
        <p:spPr>
          <a:xfrm>
            <a:off x="7696200" y="2845098"/>
            <a:ext cx="3467100" cy="660400"/>
          </a:xfrm>
          <a:prstGeom prst="rect">
            <a:avLst/>
          </a:prstGeom>
          <a:solidFill>
            <a:srgbClr val="FAF6F0"/>
          </a:solidFill>
          <a:ln>
            <a:noFill/>
          </a:ln>
        </p:spPr>
        <p:txBody>
          <a:bodyPr rtlCol="0" anchor="ctr"/>
          <a:lstStyle/>
          <a:p>
            <a:pPr algn="ctr"/>
            <a:endParaRPr lang="pl-PL" dirty="0"/>
          </a:p>
        </p:txBody>
      </p:sp>
      <p:sp>
        <p:nvSpPr>
          <p:cNvPr id="20" name="Linia"/>
          <p:cNvSpPr/>
          <p:nvPr/>
        </p:nvSpPr>
        <p:spPr>
          <a:xfrm>
            <a:off x="7696200" y="2845098"/>
            <a:ext cx="31750" cy="660400"/>
          </a:xfrm>
          <a:prstGeom prst="rect">
            <a:avLst/>
          </a:prstGeom>
          <a:solidFill>
            <a:srgbClr val="EE312F"/>
          </a:solidFill>
          <a:ln>
            <a:noFill/>
          </a:ln>
        </p:spPr>
        <p:txBody>
          <a:bodyPr rtlCol="0" anchor="ctr"/>
          <a:lstStyle/>
          <a:p>
            <a:pPr algn="ctr"/>
            <a:endParaRPr lang="pl-PL" dirty="0"/>
          </a:p>
        </p:txBody>
      </p:sp>
      <p:sp>
        <p:nvSpPr>
          <p:cNvPr id="21" name="Kształt 2"/>
          <p:cNvSpPr/>
          <p:nvPr/>
        </p:nvSpPr>
        <p:spPr>
          <a:xfrm>
            <a:off x="7861300" y="2991148"/>
            <a:ext cx="279400" cy="368300"/>
          </a:xfrm>
          <a:prstGeom prst="round2SameRect">
            <a:avLst>
              <a:gd name="adj1" fmla="val 15909"/>
              <a:gd name="adj2" fmla="val 22727"/>
            </a:avLst>
          </a:prstGeom>
          <a:solidFill>
            <a:srgbClr val="E2932B"/>
          </a:solidFill>
          <a:ln>
            <a:noFill/>
          </a:ln>
        </p:spPr>
        <p:txBody>
          <a:bodyPr rtlCol="0" anchor="ctr"/>
          <a:lstStyle/>
          <a:p>
            <a:pPr algn="ctr"/>
            <a:endParaRPr lang="pl-PL" dirty="0"/>
          </a:p>
        </p:txBody>
      </p:sp>
      <p:sp>
        <p:nvSpPr>
          <p:cNvPr id="22" name="Linia 2"/>
          <p:cNvSpPr/>
          <p:nvPr/>
        </p:nvSpPr>
        <p:spPr>
          <a:xfrm>
            <a:off x="7861300" y="2991148"/>
            <a:ext cx="279400" cy="38100"/>
          </a:xfrm>
          <a:prstGeom prst="rect">
            <a:avLst/>
          </a:prstGeom>
          <a:solidFill>
            <a:srgbClr val="000000">
              <a:alpha val="20000"/>
            </a:srgbClr>
          </a:solidFill>
          <a:ln>
            <a:noFill/>
          </a:ln>
        </p:spPr>
        <p:txBody>
          <a:bodyPr rtlCol="0" anchor="ctr"/>
          <a:lstStyle/>
          <a:p>
            <a:pPr algn="ctr"/>
            <a:endParaRPr lang="pl-PL" dirty="0"/>
          </a:p>
        </p:txBody>
      </p:sp>
      <p:sp>
        <p:nvSpPr>
          <p:cNvPr id="23" name="Linia 3"/>
          <p:cNvSpPr/>
          <p:nvPr/>
        </p:nvSpPr>
        <p:spPr>
          <a:xfrm>
            <a:off x="7861300" y="3321348"/>
            <a:ext cx="279400" cy="38100"/>
          </a:xfrm>
          <a:prstGeom prst="rect">
            <a:avLst/>
          </a:prstGeom>
          <a:solidFill>
            <a:srgbClr val="000000">
              <a:alpha val="20000"/>
            </a:srgbClr>
          </a:solidFill>
          <a:ln>
            <a:noFill/>
          </a:ln>
        </p:spPr>
        <p:txBody>
          <a:bodyPr rtlCol="0" anchor="ctr"/>
          <a:lstStyle/>
          <a:p>
            <a:pPr algn="ctr"/>
            <a:endParaRPr lang="pl-PL" dirty="0"/>
          </a:p>
        </p:txBody>
      </p:sp>
      <p:sp>
        <p:nvSpPr>
          <p:cNvPr id="24" name="Tekst: A"/>
          <p:cNvSpPr txBox="1"/>
          <p:nvPr/>
        </p:nvSpPr>
        <p:spPr>
          <a:xfrm>
            <a:off x="7953325" y="3114338"/>
            <a:ext cx="270153" cy="139700"/>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FFFFFF"/>
                </a:solidFill>
                <a:latin typeface="Lato Black"/>
                <a:cs typeface="Lato Black"/>
              </a:rPr>
              <a:t>A</a:t>
            </a:r>
            <a:endParaRPr lang="pl-PL" sz="1100" kern="100" dirty="0">
              <a:solidFill>
                <a:srgbClr val="FFFFFF"/>
              </a:solidFill>
              <a:latin typeface="Lato Black"/>
              <a:cs typeface="Lato Black"/>
            </a:endParaRPr>
          </a:p>
        </p:txBody>
      </p:sp>
      <p:sp>
        <p:nvSpPr>
          <p:cNvPr id="25" name="Tekst: Sponsorowane · przykład 200 g · pasuje d · 1"/>
          <p:cNvSpPr txBox="1"/>
          <p:nvPr/>
        </p:nvSpPr>
        <p:spPr>
          <a:xfrm>
            <a:off x="8273604" y="2933998"/>
            <a:ext cx="2000250" cy="114300"/>
          </a:xfrm>
          <a:prstGeom prst="rect">
            <a:avLst/>
          </a:prstGeom>
          <a:noFill/>
          <a:ln>
            <a:noFill/>
          </a:ln>
        </p:spPr>
        <p:txBody>
          <a:bodyPr wrap="none" lIns="0" tIns="0" rIns="0" bIns="0" rtlCol="0" anchor="ctr">
            <a:noAutofit/>
          </a:bodyPr>
          <a:lstStyle/>
          <a:p>
            <a:pPr algn="l">
              <a:spcBef>
                <a:spcPts val="0"/>
              </a:spcBef>
              <a:spcAft>
                <a:spcPts val="0"/>
              </a:spcAft>
              <a:buNone/>
            </a:pPr>
            <a:r>
              <a:rPr lang="pl-PL" sz="750" kern="100" spc="15" dirty="0">
                <a:solidFill>
                  <a:srgbClr val="7A7A7A"/>
                </a:solidFill>
                <a:latin typeface="Lato"/>
                <a:cs typeface="Lato"/>
              </a:rPr>
              <a:t>Sponsorowane · przykład</a:t>
            </a:r>
            <a:endParaRPr lang="pl-PL" sz="750" kern="100" spc="15" dirty="0">
              <a:solidFill>
                <a:srgbClr val="7A7A7A"/>
              </a:solidFill>
              <a:latin typeface="Lato"/>
              <a:cs typeface="Lato"/>
            </a:endParaRPr>
          </a:p>
        </p:txBody>
      </p:sp>
      <p:sp>
        <p:nvSpPr>
          <p:cNvPr id="26" name="Tekst: Sponsorowane · przykład 200 g · pasuje d · 2"/>
          <p:cNvSpPr txBox="1"/>
          <p:nvPr/>
        </p:nvSpPr>
        <p:spPr>
          <a:xfrm>
            <a:off x="8273604" y="3274953"/>
            <a:ext cx="2000250" cy="142875"/>
          </a:xfrm>
          <a:prstGeom prst="rect">
            <a:avLst/>
          </a:prstGeom>
          <a:noFill/>
          <a:ln>
            <a:noFill/>
          </a:ln>
        </p:spPr>
        <p:txBody>
          <a:bodyPr wrap="none" lIns="0" tIns="0" rIns="0" bIns="0" rtlCol="0" anchor="ctr">
            <a:noAutofit/>
          </a:bodyPr>
          <a:lstStyle/>
          <a:p>
            <a:pPr algn="l">
              <a:spcBef>
                <a:spcPts val="0"/>
              </a:spcBef>
              <a:spcAft>
                <a:spcPts val="0"/>
              </a:spcAft>
              <a:buNone/>
            </a:pPr>
            <a:r>
              <a:rPr lang="pl-PL" sz="900" kern="100" dirty="0">
                <a:solidFill>
                  <a:srgbClr val="6A6A6A"/>
                </a:solidFill>
                <a:latin typeface="Lato"/>
                <a:cs typeface="Lato"/>
              </a:rPr>
              <a:t>200 g · pasuje do zapytania</a:t>
            </a:r>
            <a:endParaRPr lang="pl-PL" sz="900" kern="100" dirty="0">
              <a:solidFill>
                <a:srgbClr val="6A6A6A"/>
              </a:solidFill>
              <a:latin typeface="Lato"/>
              <a:cs typeface="Lato"/>
            </a:endParaRPr>
          </a:p>
        </p:txBody>
      </p:sp>
      <p:sp>
        <p:nvSpPr>
          <p:cNvPr id="27" name="Tekst: Nachosy solone · marka A"/>
          <p:cNvSpPr txBox="1"/>
          <p:nvPr/>
        </p:nvSpPr>
        <p:spPr>
          <a:xfrm>
            <a:off x="8273604" y="3072110"/>
            <a:ext cx="2153960" cy="175260"/>
          </a:xfrm>
          <a:prstGeom prst="rect">
            <a:avLst/>
          </a:prstGeom>
          <a:noFill/>
          <a:ln>
            <a:noFill/>
          </a:ln>
        </p:spPr>
        <p:txBody>
          <a:bodyPr wrap="none" lIns="0" tIns="0" rIns="0" bIns="0" rtlCol="0" anchor="t">
            <a:noAutofit/>
          </a:bodyPr>
          <a:lstStyle/>
          <a:p>
            <a:pPr algn="l">
              <a:spcBef>
                <a:spcPts val="0"/>
              </a:spcBef>
              <a:spcAft>
                <a:spcPts val="0"/>
              </a:spcAft>
              <a:buNone/>
            </a:pPr>
            <a:r>
              <a:rPr lang="pl-PL" sz="1150" b="1" kern="100" dirty="0">
                <a:solidFill>
                  <a:srgbClr val="1C1C1C"/>
                </a:solidFill>
                <a:latin typeface="Lato"/>
                <a:cs typeface="Lato"/>
              </a:rPr>
              <a:t>Nachosy solone · marka A</a:t>
            </a:r>
            <a:endParaRPr lang="pl-PL" sz="1150" b="1" kern="100" dirty="0">
              <a:solidFill>
                <a:srgbClr val="1C1C1C"/>
              </a:solidFill>
              <a:latin typeface="Lato"/>
              <a:cs typeface="Lato"/>
            </a:endParaRPr>
          </a:p>
        </p:txBody>
      </p:sp>
      <p:sp>
        <p:nvSpPr>
          <p:cNvPr id="28" name="Tekst: 8,99 zł"/>
          <p:cNvSpPr txBox="1"/>
          <p:nvPr/>
        </p:nvSpPr>
        <p:spPr>
          <a:xfrm>
            <a:off x="10362754" y="3089573"/>
            <a:ext cx="656392"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8,99 zł</a:t>
            </a:r>
            <a:endParaRPr lang="pl-PL" sz="1100" b="1" kern="100" dirty="0">
              <a:solidFill>
                <a:srgbClr val="1C1C1C"/>
              </a:solidFill>
              <a:latin typeface="Lato"/>
              <a:cs typeface="Lato"/>
            </a:endParaRPr>
          </a:p>
        </p:txBody>
      </p:sp>
      <p:sp>
        <p:nvSpPr>
          <p:cNvPr id="29" name="Kształt 3"/>
          <p:cNvSpPr/>
          <p:nvPr/>
        </p:nvSpPr>
        <p:spPr>
          <a:xfrm>
            <a:off x="10871200" y="3073698"/>
            <a:ext cx="203200" cy="203200"/>
          </a:xfrm>
          <a:prstGeom prst="ellipse">
            <a:avLst/>
          </a:prstGeom>
          <a:solidFill>
            <a:srgbClr val="F1F1F1"/>
          </a:solidFill>
          <a:ln>
            <a:noFill/>
          </a:ln>
        </p:spPr>
        <p:txBody>
          <a:bodyPr rtlCol="0" anchor="ctr"/>
          <a:lstStyle/>
          <a:p>
            <a:pPr algn="ctr"/>
            <a:endParaRPr lang="pl-PL" dirty="0"/>
          </a:p>
        </p:txBody>
      </p:sp>
      <p:sp>
        <p:nvSpPr>
          <p:cNvPr id="30" name="Tekst: +"/>
          <p:cNvSpPr txBox="1"/>
          <p:nvPr/>
        </p:nvSpPr>
        <p:spPr>
          <a:xfrm>
            <a:off x="10871200" y="3086398"/>
            <a:ext cx="254079" cy="175260"/>
          </a:xfrm>
          <a:prstGeom prst="rect">
            <a:avLst/>
          </a:prstGeom>
          <a:noFill/>
          <a:ln>
            <a:noFill/>
          </a:ln>
        </p:spPr>
        <p:txBody>
          <a:bodyPr wrap="none" lIns="0" tIns="0" rIns="0" bIns="0" rtlCol="0" anchor="t">
            <a:noAutofit/>
          </a:bodyPr>
          <a:lstStyle/>
          <a:p>
            <a:pPr algn="l">
              <a:spcBef>
                <a:spcPts val="0"/>
              </a:spcBef>
              <a:spcAft>
                <a:spcPts val="0"/>
              </a:spcAft>
              <a:buNone/>
            </a:pPr>
            <a:r>
              <a:rPr lang="pl-PL" sz="1150" b="1" kern="100" dirty="0">
                <a:solidFill>
                  <a:srgbClr val="151515"/>
                </a:solidFill>
                <a:latin typeface="Lato"/>
                <a:cs typeface="Lato"/>
              </a:rPr>
              <a:t>+</a:t>
            </a:r>
            <a:endParaRPr lang="pl-PL" sz="1150" b="1" kern="100" dirty="0">
              <a:solidFill>
                <a:srgbClr val="151515"/>
              </a:solidFill>
              <a:latin typeface="Lato"/>
              <a:cs typeface="Lato"/>
            </a:endParaRPr>
          </a:p>
        </p:txBody>
      </p:sp>
      <p:sp>
        <p:nvSpPr>
          <p:cNvPr id="31" name="Linia 4"/>
          <p:cNvSpPr/>
          <p:nvPr/>
        </p:nvSpPr>
        <p:spPr>
          <a:xfrm>
            <a:off x="7696200" y="4045545"/>
            <a:ext cx="3467100" cy="6350"/>
          </a:xfrm>
          <a:prstGeom prst="rect">
            <a:avLst/>
          </a:prstGeom>
          <a:solidFill>
            <a:srgbClr val="EEEEEE"/>
          </a:solidFill>
          <a:ln>
            <a:noFill/>
          </a:ln>
        </p:spPr>
        <p:txBody>
          <a:bodyPr rtlCol="0" anchor="ctr"/>
          <a:lstStyle/>
          <a:p>
            <a:pPr algn="ctr"/>
            <a:endParaRPr lang="pl-PL" dirty="0"/>
          </a:p>
        </p:txBody>
      </p:sp>
      <p:sp>
        <p:nvSpPr>
          <p:cNvPr id="32" name="Kształt 4"/>
          <p:cNvSpPr/>
          <p:nvPr/>
        </p:nvSpPr>
        <p:spPr>
          <a:xfrm>
            <a:off x="7740650" y="3610570"/>
            <a:ext cx="279400" cy="368300"/>
          </a:xfrm>
          <a:prstGeom prst="round2SameRect">
            <a:avLst>
              <a:gd name="adj1" fmla="val 15909"/>
              <a:gd name="adj2" fmla="val 22727"/>
            </a:avLst>
          </a:prstGeom>
          <a:solidFill>
            <a:srgbClr val="23305E"/>
          </a:solidFill>
          <a:ln>
            <a:noFill/>
          </a:ln>
        </p:spPr>
        <p:txBody>
          <a:bodyPr rtlCol="0" anchor="ctr"/>
          <a:lstStyle/>
          <a:p>
            <a:pPr algn="ctr"/>
            <a:endParaRPr lang="pl-PL" dirty="0"/>
          </a:p>
        </p:txBody>
      </p:sp>
      <p:sp>
        <p:nvSpPr>
          <p:cNvPr id="33" name="Linia 5"/>
          <p:cNvSpPr/>
          <p:nvPr/>
        </p:nvSpPr>
        <p:spPr>
          <a:xfrm>
            <a:off x="7740650" y="3610570"/>
            <a:ext cx="279400" cy="38100"/>
          </a:xfrm>
          <a:prstGeom prst="rect">
            <a:avLst/>
          </a:prstGeom>
          <a:solidFill>
            <a:srgbClr val="000000">
              <a:alpha val="20000"/>
            </a:srgbClr>
          </a:solidFill>
          <a:ln>
            <a:noFill/>
          </a:ln>
        </p:spPr>
        <p:txBody>
          <a:bodyPr rtlCol="0" anchor="ctr"/>
          <a:lstStyle/>
          <a:p>
            <a:pPr algn="ctr"/>
            <a:endParaRPr lang="pl-PL" dirty="0"/>
          </a:p>
        </p:txBody>
      </p:sp>
      <p:sp>
        <p:nvSpPr>
          <p:cNvPr id="34" name="Linia 6"/>
          <p:cNvSpPr/>
          <p:nvPr/>
        </p:nvSpPr>
        <p:spPr>
          <a:xfrm>
            <a:off x="7740650" y="3940770"/>
            <a:ext cx="279400" cy="38100"/>
          </a:xfrm>
          <a:prstGeom prst="rect">
            <a:avLst/>
          </a:prstGeom>
          <a:solidFill>
            <a:srgbClr val="000000">
              <a:alpha val="20000"/>
            </a:srgbClr>
          </a:solidFill>
          <a:ln>
            <a:noFill/>
          </a:ln>
        </p:spPr>
        <p:txBody>
          <a:bodyPr rtlCol="0" anchor="ctr"/>
          <a:lstStyle/>
          <a:p>
            <a:pPr algn="ctr"/>
            <a:endParaRPr lang="pl-PL" dirty="0"/>
          </a:p>
        </p:txBody>
      </p:sp>
      <p:sp>
        <p:nvSpPr>
          <p:cNvPr id="35" name="Tekst: B"/>
          <p:cNvSpPr txBox="1"/>
          <p:nvPr/>
        </p:nvSpPr>
        <p:spPr>
          <a:xfrm>
            <a:off x="7832675" y="3733760"/>
            <a:ext cx="263723" cy="139700"/>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FFFFFF"/>
                </a:solidFill>
                <a:latin typeface="Lato Black"/>
                <a:cs typeface="Lato Black"/>
              </a:rPr>
              <a:t>B</a:t>
            </a:r>
            <a:endParaRPr lang="pl-PL" sz="1100" kern="100" dirty="0">
              <a:solidFill>
                <a:srgbClr val="FFFFFF"/>
              </a:solidFill>
              <a:latin typeface="Lato Black"/>
              <a:cs typeface="Lato Black"/>
            </a:endParaRPr>
          </a:p>
        </p:txBody>
      </p:sp>
      <p:sp>
        <p:nvSpPr>
          <p:cNvPr id="36" name="Tekst: Chipsy paprykowe · marka B"/>
          <p:cNvSpPr txBox="1"/>
          <p:nvPr/>
        </p:nvSpPr>
        <p:spPr>
          <a:xfrm>
            <a:off x="8152954" y="3620046"/>
            <a:ext cx="2263259"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Chipsy paprykowe · marka B</a:t>
            </a:r>
            <a:endParaRPr lang="pl-PL" sz="1100" b="1" kern="100" dirty="0">
              <a:solidFill>
                <a:srgbClr val="1C1C1C"/>
              </a:solidFill>
              <a:latin typeface="Lato"/>
              <a:cs typeface="Lato"/>
            </a:endParaRPr>
          </a:p>
        </p:txBody>
      </p:sp>
      <p:sp>
        <p:nvSpPr>
          <p:cNvPr id="37" name="Tekst: 150 g"/>
          <p:cNvSpPr txBox="1"/>
          <p:nvPr/>
        </p:nvSpPr>
        <p:spPr>
          <a:xfrm>
            <a:off x="8152954" y="3824486"/>
            <a:ext cx="2209800" cy="137160"/>
          </a:xfrm>
          <a:prstGeom prst="rect">
            <a:avLst/>
          </a:prstGeom>
          <a:noFill/>
          <a:ln>
            <a:noFill/>
          </a:ln>
        </p:spPr>
        <p:txBody>
          <a:bodyPr wrap="none" lIns="0" tIns="0" rIns="0" bIns="0" rtlCol="0" anchor="t">
            <a:noAutofit/>
          </a:bodyPr>
          <a:lstStyle/>
          <a:p>
            <a:pPr algn="l">
              <a:spcBef>
                <a:spcPts val="0"/>
              </a:spcBef>
              <a:spcAft>
                <a:spcPts val="0"/>
              </a:spcAft>
              <a:buNone/>
            </a:pPr>
            <a:r>
              <a:rPr lang="pl-PL" sz="900" kern="100" dirty="0">
                <a:solidFill>
                  <a:srgbClr val="888888"/>
                </a:solidFill>
                <a:latin typeface="Lato"/>
                <a:cs typeface="Lato"/>
              </a:rPr>
              <a:t>150 g</a:t>
            </a:r>
            <a:endParaRPr lang="pl-PL" sz="900" kern="100" dirty="0">
              <a:solidFill>
                <a:srgbClr val="888888"/>
              </a:solidFill>
              <a:latin typeface="Lato"/>
              <a:cs typeface="Lato"/>
            </a:endParaRPr>
          </a:p>
        </p:txBody>
      </p:sp>
      <p:sp>
        <p:nvSpPr>
          <p:cNvPr id="38" name="Tekst: 6,99 zł"/>
          <p:cNvSpPr txBox="1"/>
          <p:nvPr/>
        </p:nvSpPr>
        <p:spPr>
          <a:xfrm>
            <a:off x="10451654" y="3708995"/>
            <a:ext cx="656392"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6,99 zł</a:t>
            </a:r>
            <a:endParaRPr lang="pl-PL" sz="1100" b="1" kern="100" dirty="0">
              <a:solidFill>
                <a:srgbClr val="1C1C1C"/>
              </a:solidFill>
              <a:latin typeface="Lato"/>
              <a:cs typeface="Lato"/>
            </a:endParaRPr>
          </a:p>
        </p:txBody>
      </p:sp>
      <p:sp>
        <p:nvSpPr>
          <p:cNvPr id="39" name="Kształt 5"/>
          <p:cNvSpPr/>
          <p:nvPr/>
        </p:nvSpPr>
        <p:spPr>
          <a:xfrm>
            <a:off x="10960100" y="3693120"/>
            <a:ext cx="203200" cy="203200"/>
          </a:xfrm>
          <a:prstGeom prst="ellipse">
            <a:avLst/>
          </a:prstGeom>
          <a:solidFill>
            <a:srgbClr val="F1F1F1"/>
          </a:solidFill>
          <a:ln>
            <a:noFill/>
          </a:ln>
        </p:spPr>
        <p:txBody>
          <a:bodyPr rtlCol="0" anchor="ctr"/>
          <a:lstStyle/>
          <a:p>
            <a:pPr algn="ctr"/>
            <a:endParaRPr lang="pl-PL" dirty="0"/>
          </a:p>
        </p:txBody>
      </p:sp>
      <p:sp>
        <p:nvSpPr>
          <p:cNvPr id="40" name="Tekst: + 2"/>
          <p:cNvSpPr txBox="1"/>
          <p:nvPr/>
        </p:nvSpPr>
        <p:spPr>
          <a:xfrm>
            <a:off x="10960100" y="3705820"/>
            <a:ext cx="254079" cy="175260"/>
          </a:xfrm>
          <a:prstGeom prst="rect">
            <a:avLst/>
          </a:prstGeom>
          <a:noFill/>
          <a:ln>
            <a:noFill/>
          </a:ln>
        </p:spPr>
        <p:txBody>
          <a:bodyPr wrap="none" lIns="0" tIns="0" rIns="0" bIns="0" rtlCol="0" anchor="t">
            <a:noAutofit/>
          </a:bodyPr>
          <a:lstStyle/>
          <a:p>
            <a:pPr algn="l">
              <a:spcBef>
                <a:spcPts val="0"/>
              </a:spcBef>
              <a:spcAft>
                <a:spcPts val="0"/>
              </a:spcAft>
              <a:buNone/>
            </a:pPr>
            <a:r>
              <a:rPr lang="pl-PL" sz="1150" b="1" kern="100" dirty="0">
                <a:solidFill>
                  <a:srgbClr val="151515"/>
                </a:solidFill>
                <a:latin typeface="Lato"/>
                <a:cs typeface="Lato"/>
              </a:rPr>
              <a:t>+</a:t>
            </a:r>
            <a:endParaRPr lang="pl-PL" sz="1150" b="1" kern="100" dirty="0">
              <a:solidFill>
                <a:srgbClr val="151515"/>
              </a:solidFill>
              <a:latin typeface="Lato"/>
              <a:cs typeface="Lato"/>
            </a:endParaRPr>
          </a:p>
        </p:txBody>
      </p:sp>
      <p:sp>
        <p:nvSpPr>
          <p:cNvPr id="41" name="Linia 7"/>
          <p:cNvSpPr/>
          <p:nvPr/>
        </p:nvSpPr>
        <p:spPr>
          <a:xfrm>
            <a:off x="7696200" y="4553545"/>
            <a:ext cx="3467100" cy="6350"/>
          </a:xfrm>
          <a:prstGeom prst="rect">
            <a:avLst/>
          </a:prstGeom>
          <a:solidFill>
            <a:srgbClr val="EEEEEE"/>
          </a:solidFill>
          <a:ln>
            <a:noFill/>
          </a:ln>
        </p:spPr>
        <p:txBody>
          <a:bodyPr rtlCol="0" anchor="ctr"/>
          <a:lstStyle/>
          <a:p>
            <a:pPr algn="ctr"/>
            <a:endParaRPr lang="pl-PL" dirty="0"/>
          </a:p>
        </p:txBody>
      </p:sp>
      <p:sp>
        <p:nvSpPr>
          <p:cNvPr id="42" name="Kształt 6"/>
          <p:cNvSpPr/>
          <p:nvPr/>
        </p:nvSpPr>
        <p:spPr>
          <a:xfrm>
            <a:off x="7740650" y="4118570"/>
            <a:ext cx="279400" cy="368300"/>
          </a:xfrm>
          <a:prstGeom prst="round2SameRect">
            <a:avLst>
              <a:gd name="adj1" fmla="val 15909"/>
              <a:gd name="adj2" fmla="val 22727"/>
            </a:avLst>
          </a:prstGeom>
          <a:solidFill>
            <a:srgbClr val="2F7D5B"/>
          </a:solidFill>
          <a:ln>
            <a:noFill/>
          </a:ln>
        </p:spPr>
        <p:txBody>
          <a:bodyPr rtlCol="0" anchor="ctr"/>
          <a:lstStyle/>
          <a:p>
            <a:pPr algn="ctr"/>
            <a:endParaRPr lang="pl-PL" dirty="0"/>
          </a:p>
        </p:txBody>
      </p:sp>
      <p:sp>
        <p:nvSpPr>
          <p:cNvPr id="43" name="Linia 8"/>
          <p:cNvSpPr/>
          <p:nvPr/>
        </p:nvSpPr>
        <p:spPr>
          <a:xfrm>
            <a:off x="7740650" y="4118570"/>
            <a:ext cx="279400" cy="38100"/>
          </a:xfrm>
          <a:prstGeom prst="rect">
            <a:avLst/>
          </a:prstGeom>
          <a:solidFill>
            <a:srgbClr val="000000">
              <a:alpha val="20000"/>
            </a:srgbClr>
          </a:solidFill>
          <a:ln>
            <a:noFill/>
          </a:ln>
        </p:spPr>
        <p:txBody>
          <a:bodyPr rtlCol="0" anchor="ctr"/>
          <a:lstStyle/>
          <a:p>
            <a:pPr algn="ctr"/>
            <a:endParaRPr lang="pl-PL" dirty="0"/>
          </a:p>
        </p:txBody>
      </p:sp>
      <p:sp>
        <p:nvSpPr>
          <p:cNvPr id="44" name="Linia 9"/>
          <p:cNvSpPr/>
          <p:nvPr/>
        </p:nvSpPr>
        <p:spPr>
          <a:xfrm>
            <a:off x="7740650" y="4448770"/>
            <a:ext cx="279400" cy="38100"/>
          </a:xfrm>
          <a:prstGeom prst="rect">
            <a:avLst/>
          </a:prstGeom>
          <a:solidFill>
            <a:srgbClr val="000000">
              <a:alpha val="20000"/>
            </a:srgbClr>
          </a:solidFill>
          <a:ln>
            <a:noFill/>
          </a:ln>
        </p:spPr>
        <p:txBody>
          <a:bodyPr rtlCol="0" anchor="ctr"/>
          <a:lstStyle/>
          <a:p>
            <a:pPr algn="ctr"/>
            <a:endParaRPr lang="pl-PL" dirty="0"/>
          </a:p>
        </p:txBody>
      </p:sp>
      <p:sp>
        <p:nvSpPr>
          <p:cNvPr id="45" name="Tekst: C"/>
          <p:cNvSpPr txBox="1"/>
          <p:nvPr/>
        </p:nvSpPr>
        <p:spPr>
          <a:xfrm>
            <a:off x="7832725" y="4241760"/>
            <a:ext cx="262890" cy="139700"/>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FFFFFF"/>
                </a:solidFill>
                <a:latin typeface="Lato Black"/>
                <a:cs typeface="Lato Black"/>
              </a:rPr>
              <a:t>C</a:t>
            </a:r>
            <a:endParaRPr lang="pl-PL" sz="1100" kern="100" dirty="0">
              <a:solidFill>
                <a:srgbClr val="FFFFFF"/>
              </a:solidFill>
              <a:latin typeface="Lato Black"/>
              <a:cs typeface="Lato Black"/>
            </a:endParaRPr>
          </a:p>
        </p:txBody>
      </p:sp>
      <p:sp>
        <p:nvSpPr>
          <p:cNvPr id="46" name="Tekst: Paluszki solone · marka C"/>
          <p:cNvSpPr txBox="1"/>
          <p:nvPr/>
        </p:nvSpPr>
        <p:spPr>
          <a:xfrm>
            <a:off x="8152954" y="4128046"/>
            <a:ext cx="2209800"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Paluszki solone · marka C</a:t>
            </a:r>
            <a:endParaRPr lang="pl-PL" sz="1100" b="1" kern="100" dirty="0">
              <a:solidFill>
                <a:srgbClr val="1C1C1C"/>
              </a:solidFill>
              <a:latin typeface="Lato"/>
              <a:cs typeface="Lato"/>
            </a:endParaRPr>
          </a:p>
        </p:txBody>
      </p:sp>
      <p:sp>
        <p:nvSpPr>
          <p:cNvPr id="47" name="Tekst: 200 g"/>
          <p:cNvSpPr txBox="1"/>
          <p:nvPr/>
        </p:nvSpPr>
        <p:spPr>
          <a:xfrm>
            <a:off x="8152954" y="4332486"/>
            <a:ext cx="2209800" cy="137160"/>
          </a:xfrm>
          <a:prstGeom prst="rect">
            <a:avLst/>
          </a:prstGeom>
          <a:noFill/>
          <a:ln>
            <a:noFill/>
          </a:ln>
        </p:spPr>
        <p:txBody>
          <a:bodyPr wrap="none" lIns="0" tIns="0" rIns="0" bIns="0" rtlCol="0" anchor="t">
            <a:noAutofit/>
          </a:bodyPr>
          <a:lstStyle/>
          <a:p>
            <a:pPr algn="l">
              <a:spcBef>
                <a:spcPts val="0"/>
              </a:spcBef>
              <a:spcAft>
                <a:spcPts val="0"/>
              </a:spcAft>
              <a:buNone/>
            </a:pPr>
            <a:r>
              <a:rPr lang="pl-PL" sz="900" kern="100" dirty="0">
                <a:solidFill>
                  <a:srgbClr val="888888"/>
                </a:solidFill>
                <a:latin typeface="Lato"/>
                <a:cs typeface="Lato"/>
              </a:rPr>
              <a:t>200 g</a:t>
            </a:r>
            <a:endParaRPr lang="pl-PL" sz="900" kern="100" dirty="0">
              <a:solidFill>
                <a:srgbClr val="888888"/>
              </a:solidFill>
              <a:latin typeface="Lato"/>
              <a:cs typeface="Lato"/>
            </a:endParaRPr>
          </a:p>
        </p:txBody>
      </p:sp>
      <p:sp>
        <p:nvSpPr>
          <p:cNvPr id="48" name="Tekst: 4,49 zł"/>
          <p:cNvSpPr txBox="1"/>
          <p:nvPr/>
        </p:nvSpPr>
        <p:spPr>
          <a:xfrm>
            <a:off x="10451654" y="4216995"/>
            <a:ext cx="656392"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4,49 zł</a:t>
            </a:r>
            <a:endParaRPr lang="pl-PL" sz="1100" b="1" kern="100" dirty="0">
              <a:solidFill>
                <a:srgbClr val="1C1C1C"/>
              </a:solidFill>
              <a:latin typeface="Lato"/>
              <a:cs typeface="Lato"/>
            </a:endParaRPr>
          </a:p>
        </p:txBody>
      </p:sp>
      <p:sp>
        <p:nvSpPr>
          <p:cNvPr id="49" name="Kształt 7"/>
          <p:cNvSpPr/>
          <p:nvPr/>
        </p:nvSpPr>
        <p:spPr>
          <a:xfrm>
            <a:off x="10960100" y="4201120"/>
            <a:ext cx="203200" cy="203200"/>
          </a:xfrm>
          <a:prstGeom prst="ellipse">
            <a:avLst/>
          </a:prstGeom>
          <a:solidFill>
            <a:srgbClr val="F1F1F1"/>
          </a:solidFill>
          <a:ln>
            <a:noFill/>
          </a:ln>
        </p:spPr>
        <p:txBody>
          <a:bodyPr rtlCol="0" anchor="ctr"/>
          <a:lstStyle/>
          <a:p>
            <a:pPr algn="ctr"/>
            <a:endParaRPr lang="pl-PL" dirty="0"/>
          </a:p>
        </p:txBody>
      </p:sp>
      <p:sp>
        <p:nvSpPr>
          <p:cNvPr id="50" name="Tekst: + 3"/>
          <p:cNvSpPr txBox="1"/>
          <p:nvPr/>
        </p:nvSpPr>
        <p:spPr>
          <a:xfrm>
            <a:off x="10960100" y="4213820"/>
            <a:ext cx="254079" cy="175260"/>
          </a:xfrm>
          <a:prstGeom prst="rect">
            <a:avLst/>
          </a:prstGeom>
          <a:noFill/>
          <a:ln>
            <a:noFill/>
          </a:ln>
        </p:spPr>
        <p:txBody>
          <a:bodyPr wrap="none" lIns="0" tIns="0" rIns="0" bIns="0" rtlCol="0" anchor="t">
            <a:noAutofit/>
          </a:bodyPr>
          <a:lstStyle/>
          <a:p>
            <a:pPr algn="l">
              <a:spcBef>
                <a:spcPts val="0"/>
              </a:spcBef>
              <a:spcAft>
                <a:spcPts val="0"/>
              </a:spcAft>
              <a:buNone/>
            </a:pPr>
            <a:r>
              <a:rPr lang="pl-PL" sz="1150" b="1" kern="100" dirty="0">
                <a:solidFill>
                  <a:srgbClr val="151515"/>
                </a:solidFill>
                <a:latin typeface="Lato"/>
                <a:cs typeface="Lato"/>
              </a:rPr>
              <a:t>+</a:t>
            </a:r>
            <a:endParaRPr lang="pl-PL" sz="1150" b="1" kern="100" dirty="0">
              <a:solidFill>
                <a:srgbClr val="151515"/>
              </a:solidFill>
              <a:latin typeface="Lato"/>
              <a:cs typeface="Lato"/>
            </a:endParaRPr>
          </a:p>
        </p:txBody>
      </p:sp>
      <p:sp>
        <p:nvSpPr>
          <p:cNvPr id="51" name="Linia 10"/>
          <p:cNvSpPr/>
          <p:nvPr/>
        </p:nvSpPr>
        <p:spPr>
          <a:xfrm>
            <a:off x="7696200" y="5061545"/>
            <a:ext cx="3467100" cy="6350"/>
          </a:xfrm>
          <a:prstGeom prst="rect">
            <a:avLst/>
          </a:prstGeom>
          <a:solidFill>
            <a:srgbClr val="EEEEEE"/>
          </a:solidFill>
          <a:ln>
            <a:noFill/>
          </a:ln>
        </p:spPr>
        <p:txBody>
          <a:bodyPr rtlCol="0" anchor="ctr"/>
          <a:lstStyle/>
          <a:p>
            <a:pPr algn="ctr"/>
            <a:endParaRPr lang="pl-PL" dirty="0"/>
          </a:p>
        </p:txBody>
      </p:sp>
      <p:sp>
        <p:nvSpPr>
          <p:cNvPr id="52" name="Kształt 8"/>
          <p:cNvSpPr/>
          <p:nvPr/>
        </p:nvSpPr>
        <p:spPr>
          <a:xfrm>
            <a:off x="7740650" y="4626570"/>
            <a:ext cx="279400" cy="368300"/>
          </a:xfrm>
          <a:prstGeom prst="round2SameRect">
            <a:avLst>
              <a:gd name="adj1" fmla="val 15909"/>
              <a:gd name="adj2" fmla="val 22727"/>
            </a:avLst>
          </a:prstGeom>
          <a:solidFill>
            <a:srgbClr val="7A3E22"/>
          </a:solidFill>
          <a:ln>
            <a:noFill/>
          </a:ln>
        </p:spPr>
        <p:txBody>
          <a:bodyPr rtlCol="0" anchor="ctr"/>
          <a:lstStyle/>
          <a:p>
            <a:pPr algn="ctr"/>
            <a:endParaRPr lang="pl-PL" dirty="0"/>
          </a:p>
        </p:txBody>
      </p:sp>
      <p:sp>
        <p:nvSpPr>
          <p:cNvPr id="53" name="Linia 11"/>
          <p:cNvSpPr/>
          <p:nvPr/>
        </p:nvSpPr>
        <p:spPr>
          <a:xfrm>
            <a:off x="7740650" y="4626570"/>
            <a:ext cx="279400" cy="38100"/>
          </a:xfrm>
          <a:prstGeom prst="rect">
            <a:avLst/>
          </a:prstGeom>
          <a:solidFill>
            <a:srgbClr val="000000">
              <a:alpha val="20000"/>
            </a:srgbClr>
          </a:solidFill>
          <a:ln>
            <a:noFill/>
          </a:ln>
        </p:spPr>
        <p:txBody>
          <a:bodyPr rtlCol="0" anchor="ctr"/>
          <a:lstStyle/>
          <a:p>
            <a:pPr algn="ctr"/>
            <a:endParaRPr lang="pl-PL" dirty="0"/>
          </a:p>
        </p:txBody>
      </p:sp>
      <p:sp>
        <p:nvSpPr>
          <p:cNvPr id="54" name="Linia 12"/>
          <p:cNvSpPr/>
          <p:nvPr/>
        </p:nvSpPr>
        <p:spPr>
          <a:xfrm>
            <a:off x="7740650" y="4956770"/>
            <a:ext cx="279400" cy="38100"/>
          </a:xfrm>
          <a:prstGeom prst="rect">
            <a:avLst/>
          </a:prstGeom>
          <a:solidFill>
            <a:srgbClr val="000000">
              <a:alpha val="20000"/>
            </a:srgbClr>
          </a:solidFill>
          <a:ln>
            <a:noFill/>
          </a:ln>
        </p:spPr>
        <p:txBody>
          <a:bodyPr rtlCol="0" anchor="ctr"/>
          <a:lstStyle/>
          <a:p>
            <a:pPr algn="ctr"/>
            <a:endParaRPr lang="pl-PL" dirty="0"/>
          </a:p>
        </p:txBody>
      </p:sp>
      <p:sp>
        <p:nvSpPr>
          <p:cNvPr id="55" name="Tekst: D"/>
          <p:cNvSpPr txBox="1"/>
          <p:nvPr/>
        </p:nvSpPr>
        <p:spPr>
          <a:xfrm>
            <a:off x="7826375" y="4749760"/>
            <a:ext cx="280035" cy="139700"/>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FFFFFF"/>
                </a:solidFill>
                <a:latin typeface="Lato Black"/>
                <a:cs typeface="Lato Black"/>
              </a:rPr>
              <a:t>D</a:t>
            </a:r>
            <a:endParaRPr lang="pl-PL" sz="1100" kern="100" dirty="0">
              <a:solidFill>
                <a:srgbClr val="FFFFFF"/>
              </a:solidFill>
              <a:latin typeface="Lato Black"/>
              <a:cs typeface="Lato Black"/>
            </a:endParaRPr>
          </a:p>
        </p:txBody>
      </p:sp>
      <p:sp>
        <p:nvSpPr>
          <p:cNvPr id="56" name="Tekst: Popcorn maślany · marka D"/>
          <p:cNvSpPr txBox="1"/>
          <p:nvPr/>
        </p:nvSpPr>
        <p:spPr>
          <a:xfrm>
            <a:off x="8152954" y="4636046"/>
            <a:ext cx="2209800"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Popcorn maślany · marka D</a:t>
            </a:r>
            <a:endParaRPr lang="pl-PL" sz="1100" b="1" kern="100" dirty="0">
              <a:solidFill>
                <a:srgbClr val="1C1C1C"/>
              </a:solidFill>
              <a:latin typeface="Lato"/>
              <a:cs typeface="Lato"/>
            </a:endParaRPr>
          </a:p>
        </p:txBody>
      </p:sp>
      <p:sp>
        <p:nvSpPr>
          <p:cNvPr id="57" name="Tekst: 90 g"/>
          <p:cNvSpPr txBox="1"/>
          <p:nvPr/>
        </p:nvSpPr>
        <p:spPr>
          <a:xfrm>
            <a:off x="8152954" y="4840486"/>
            <a:ext cx="2209800" cy="137160"/>
          </a:xfrm>
          <a:prstGeom prst="rect">
            <a:avLst/>
          </a:prstGeom>
          <a:noFill/>
          <a:ln>
            <a:noFill/>
          </a:ln>
        </p:spPr>
        <p:txBody>
          <a:bodyPr wrap="none" lIns="0" tIns="0" rIns="0" bIns="0" rtlCol="0" anchor="t">
            <a:noAutofit/>
          </a:bodyPr>
          <a:lstStyle/>
          <a:p>
            <a:pPr algn="l">
              <a:spcBef>
                <a:spcPts val="0"/>
              </a:spcBef>
              <a:spcAft>
                <a:spcPts val="0"/>
              </a:spcAft>
              <a:buNone/>
            </a:pPr>
            <a:r>
              <a:rPr lang="pl-PL" sz="900" kern="100" dirty="0">
                <a:solidFill>
                  <a:srgbClr val="888888"/>
                </a:solidFill>
                <a:latin typeface="Lato"/>
                <a:cs typeface="Lato"/>
              </a:rPr>
              <a:t>90 g</a:t>
            </a:r>
            <a:endParaRPr lang="pl-PL" sz="900" kern="100" dirty="0">
              <a:solidFill>
                <a:srgbClr val="888888"/>
              </a:solidFill>
              <a:latin typeface="Lato"/>
              <a:cs typeface="Lato"/>
            </a:endParaRPr>
          </a:p>
        </p:txBody>
      </p:sp>
      <p:sp>
        <p:nvSpPr>
          <p:cNvPr id="58" name="Tekst: 5,49 zł"/>
          <p:cNvSpPr txBox="1"/>
          <p:nvPr/>
        </p:nvSpPr>
        <p:spPr>
          <a:xfrm>
            <a:off x="10451654" y="4724995"/>
            <a:ext cx="656392"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5,49 zł</a:t>
            </a:r>
            <a:endParaRPr lang="pl-PL" sz="1100" b="1" kern="100" dirty="0">
              <a:solidFill>
                <a:srgbClr val="1C1C1C"/>
              </a:solidFill>
              <a:latin typeface="Lato"/>
              <a:cs typeface="Lato"/>
            </a:endParaRPr>
          </a:p>
        </p:txBody>
      </p:sp>
      <p:sp>
        <p:nvSpPr>
          <p:cNvPr id="59" name="Kształt 9"/>
          <p:cNvSpPr/>
          <p:nvPr/>
        </p:nvSpPr>
        <p:spPr>
          <a:xfrm>
            <a:off x="10960100" y="4709120"/>
            <a:ext cx="203200" cy="203200"/>
          </a:xfrm>
          <a:prstGeom prst="ellipse">
            <a:avLst/>
          </a:prstGeom>
          <a:solidFill>
            <a:srgbClr val="F1F1F1"/>
          </a:solidFill>
          <a:ln>
            <a:noFill/>
          </a:ln>
        </p:spPr>
        <p:txBody>
          <a:bodyPr rtlCol="0" anchor="ctr"/>
          <a:lstStyle/>
          <a:p>
            <a:pPr algn="ctr"/>
            <a:endParaRPr lang="pl-PL" dirty="0"/>
          </a:p>
        </p:txBody>
      </p:sp>
      <p:sp>
        <p:nvSpPr>
          <p:cNvPr id="60" name="Tekst: + 4"/>
          <p:cNvSpPr txBox="1"/>
          <p:nvPr/>
        </p:nvSpPr>
        <p:spPr>
          <a:xfrm>
            <a:off x="10960100" y="4721820"/>
            <a:ext cx="254079" cy="175260"/>
          </a:xfrm>
          <a:prstGeom prst="rect">
            <a:avLst/>
          </a:prstGeom>
          <a:noFill/>
          <a:ln>
            <a:noFill/>
          </a:ln>
        </p:spPr>
        <p:txBody>
          <a:bodyPr wrap="none" lIns="0" tIns="0" rIns="0" bIns="0" rtlCol="0" anchor="t">
            <a:noAutofit/>
          </a:bodyPr>
          <a:lstStyle/>
          <a:p>
            <a:pPr algn="l">
              <a:spcBef>
                <a:spcPts val="0"/>
              </a:spcBef>
              <a:spcAft>
                <a:spcPts val="0"/>
              </a:spcAft>
              <a:buNone/>
            </a:pPr>
            <a:r>
              <a:rPr lang="pl-PL" sz="1150" b="1" kern="100" dirty="0">
                <a:solidFill>
                  <a:srgbClr val="151515"/>
                </a:solidFill>
                <a:latin typeface="Lato"/>
                <a:cs typeface="Lato"/>
              </a:rPr>
              <a:t>+</a:t>
            </a:r>
            <a:endParaRPr lang="pl-PL" sz="1150" b="1" kern="100" dirty="0">
              <a:solidFill>
                <a:srgbClr val="151515"/>
              </a:solidFill>
              <a:latin typeface="Lato"/>
              <a:cs typeface="Lato"/>
            </a:endParaRPr>
          </a:p>
        </p:txBody>
      </p:sp>
      <p:sp>
        <p:nvSpPr>
          <p:cNvPr id="61" name="Tekst: Szukam kategorii. Marka jest otwarta."/>
          <p:cNvSpPr txBox="1"/>
          <p:nvPr/>
        </p:nvSpPr>
        <p:spPr>
          <a:xfrm>
            <a:off x="7697192" y="5169495"/>
            <a:ext cx="2654141" cy="152400"/>
          </a:xfrm>
          <a:prstGeom prst="rect">
            <a:avLst/>
          </a:prstGeom>
          <a:noFill/>
          <a:ln>
            <a:noFill/>
          </a:ln>
        </p:spPr>
        <p:txBody>
          <a:bodyPr wrap="none" lIns="0" tIns="0" rIns="0" bIns="0" rtlCol="0" anchor="t">
            <a:noAutofit/>
          </a:bodyPr>
          <a:lstStyle/>
          <a:p>
            <a:pPr algn="l">
              <a:spcBef>
                <a:spcPts val="0"/>
              </a:spcBef>
              <a:spcAft>
                <a:spcPts val="0"/>
              </a:spcAft>
              <a:buNone/>
            </a:pPr>
            <a:r>
              <a:rPr lang="pl-PL" sz="1000" kern="100" dirty="0">
                <a:solidFill>
                  <a:srgbClr val="666666"/>
                </a:solidFill>
                <a:latin typeface="Lato"/>
                <a:cs typeface="Lato"/>
              </a:rPr>
              <a:t>Szukam kategorii. Marka jest otwarta.</a:t>
            </a:r>
            <a:endParaRPr lang="pl-PL" sz="1000" kern="100" dirty="0">
              <a:solidFill>
                <a:srgbClr val="666666"/>
              </a:solidFill>
              <a:latin typeface="Lato"/>
              <a:cs typeface="Lato"/>
            </a:endParaRPr>
          </a:p>
        </p:txBody>
      </p:sp>
      <p:pic>
        <p:nvPicPr>
          <p:cNvPr id="62" name="!!Logo" descr="I love marketing &amp; technology"/>
          <p:cNvPicPr>
            <a:picLocks noChangeAspect="1"/>
          </p:cNvPicPr>
          <p:nvPr/>
        </p:nvPicPr>
        <p:blipFill>
          <a:blip r:embed="rId3"/>
          <a:stretch>
            <a:fillRect/>
          </a:stretch>
        </p:blipFill>
        <p:spPr>
          <a:xfrm>
            <a:off x="825500" y="363240"/>
            <a:ext cx="3048000" cy="273050"/>
          </a:xfrm>
          <a:prstGeom prst="rect">
            <a:avLst/>
          </a:prstGeom>
        </p:spPr>
      </p:pic>
      <p:pic>
        <p:nvPicPr>
          <p:cNvPr id="63" name="!!Serce w rogu"/>
          <p:cNvPicPr>
            <a:picLocks noChangeAspect="1"/>
          </p:cNvPicPr>
          <p:nvPr/>
        </p:nvPicPr>
        <p:blipFill>
          <a:blip r:embed="rId4"/>
          <a:stretch>
            <a:fillRect/>
          </a:stretch>
        </p:blipFill>
        <p:spPr>
          <a:xfrm>
            <a:off x="10966450" y="330349"/>
            <a:ext cx="431800" cy="355600"/>
          </a:xfrm>
          <a:prstGeom prst="rect">
            <a:avLst/>
          </a:prstGeom>
        </p:spPr>
      </p:pic>
      <p:sp>
        <p:nvSpPr>
          <p:cNvPr id="64" name="!!Zegar – napis · 1"/>
          <p:cNvSpPr txBox="1"/>
          <p:nvPr/>
        </p:nvSpPr>
        <p:spPr>
          <a:xfrm>
            <a:off x="9093369" y="39052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777777"/>
                </a:solidFill>
                <a:latin typeface="Lato Black"/>
                <a:cs typeface="Lato Black"/>
              </a:rPr>
              <a:t>Goście</a:t>
            </a:r>
            <a:endParaRPr lang="pl-PL" sz="900" kern="100" cap="all" spc="108" dirty="0">
              <a:solidFill>
                <a:srgbClr val="777777"/>
              </a:solidFill>
              <a:latin typeface="Lato Black"/>
              <a:cs typeface="Lato Black"/>
            </a:endParaRPr>
          </a:p>
        </p:txBody>
      </p:sp>
      <p:sp>
        <p:nvSpPr>
          <p:cNvPr id="65" name="!!Zegar – napis · 2"/>
          <p:cNvSpPr txBox="1"/>
          <p:nvPr/>
        </p:nvSpPr>
        <p:spPr>
          <a:xfrm>
            <a:off x="9093369" y="52768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777777"/>
                </a:solidFill>
                <a:latin typeface="Lato Black"/>
                <a:cs typeface="Lato Black"/>
              </a:rPr>
              <a:t>w drodze</a:t>
            </a:r>
            <a:endParaRPr lang="pl-PL" sz="900" kern="100" cap="all" spc="108" dirty="0">
              <a:solidFill>
                <a:srgbClr val="777777"/>
              </a:solidFill>
              <a:latin typeface="Lato Black"/>
              <a:cs typeface="Lato Black"/>
            </a:endParaRPr>
          </a:p>
        </p:txBody>
      </p:sp>
      <p:sp>
        <p:nvSpPr>
          <p:cNvPr id="66" name="!!Zegar – tarcza"/>
          <p:cNvSpPr/>
          <p:nvPr/>
        </p:nvSpPr>
        <p:spPr>
          <a:xfrm>
            <a:off x="10251440" y="281940"/>
            <a:ext cx="502920" cy="502920"/>
          </a:xfrm>
          <a:prstGeom prst="ellipse">
            <a:avLst/>
          </a:prstGeom>
          <a:solidFill>
            <a:srgbClr val="FFFFFF"/>
          </a:solidFill>
          <a:ln w="23283">
            <a:solidFill>
              <a:srgbClr val="151515"/>
            </a:solidFill>
            <a:round/>
          </a:ln>
        </p:spPr>
        <p:txBody>
          <a:bodyPr rtlCol="0" anchor="ctr"/>
          <a:lstStyle/>
          <a:p>
            <a:pPr algn="ctr"/>
            <a:endParaRPr lang="pl-PL" dirty="0"/>
          </a:p>
        </p:txBody>
      </p:sp>
      <p:sp>
        <p:nvSpPr>
          <p:cNvPr id="67" name="!!Zegar – wycinek 1"/>
          <p:cNvSpPr/>
          <p:nvPr/>
        </p:nvSpPr>
        <p:spPr>
          <a:xfrm>
            <a:off x="10502900" y="314537"/>
            <a:ext cx="67522" cy="218863"/>
          </a:xfrm>
          <a:custGeom>
            <a:avLst/>
            <a:gdLst/>
            <a:ahLst/>
            <a:cxnLst/>
            <a:rect l="0" t="0" r="r" b="b"/>
            <a:pathLst>
              <a:path w="67522" h="218863">
                <a:moveTo>
                  <a:pt x="0" y="218863"/>
                </a:moveTo>
                <a:lnTo>
                  <a:pt x="0" y="0"/>
                </a:lnTo>
                <a:lnTo>
                  <a:pt x="17230" y="466"/>
                </a:lnTo>
                <a:lnTo>
                  <a:pt x="34459" y="2794"/>
                </a:lnTo>
                <a:lnTo>
                  <a:pt x="51223" y="6054"/>
                </a:lnTo>
                <a:lnTo>
                  <a:pt x="67522" y="10710"/>
                </a:lnTo>
                <a:close/>
              </a:path>
            </a:pathLst>
          </a:custGeom>
          <a:solidFill>
            <a:srgbClr val="EE312F"/>
          </a:solidFill>
          <a:ln w="3725">
            <a:solidFill>
              <a:srgbClr val="EE312F"/>
            </a:solidFill>
            <a:round/>
          </a:ln>
        </p:spPr>
        <p:txBody>
          <a:bodyPr rtlCol="0" anchor="ctr"/>
          <a:lstStyle/>
          <a:p>
            <a:pPr algn="ctr"/>
            <a:endParaRPr lang="pl-PL" dirty="0"/>
          </a:p>
        </p:txBody>
      </p:sp>
      <p:sp>
        <p:nvSpPr>
          <p:cNvPr id="68" name="!!Zegar – wycinek 2"/>
          <p:cNvSpPr/>
          <p:nvPr/>
        </p:nvSpPr>
        <p:spPr>
          <a:xfrm>
            <a:off x="10502900" y="325247"/>
            <a:ext cx="128524" cy="208153"/>
          </a:xfrm>
          <a:custGeom>
            <a:avLst/>
            <a:gdLst/>
            <a:ahLst/>
            <a:cxnLst/>
            <a:rect l="0" t="0" r="r" b="b"/>
            <a:pathLst>
              <a:path w="128524" h="208153">
                <a:moveTo>
                  <a:pt x="0" y="208153"/>
                </a:moveTo>
                <a:lnTo>
                  <a:pt x="67522" y="0"/>
                </a:lnTo>
                <a:lnTo>
                  <a:pt x="83820" y="6054"/>
                </a:lnTo>
                <a:lnTo>
                  <a:pt x="99187" y="13039"/>
                </a:lnTo>
                <a:lnTo>
                  <a:pt x="114554" y="21421"/>
                </a:lnTo>
                <a:lnTo>
                  <a:pt x="128524" y="31200"/>
                </a:lnTo>
                <a:close/>
              </a:path>
            </a:pathLst>
          </a:custGeom>
          <a:solidFill>
            <a:srgbClr val="EE312F"/>
          </a:solidFill>
          <a:ln w="3725">
            <a:solidFill>
              <a:srgbClr val="EE312F"/>
            </a:solidFill>
            <a:round/>
          </a:ln>
        </p:spPr>
        <p:txBody>
          <a:bodyPr rtlCol="0" anchor="ctr"/>
          <a:lstStyle/>
          <a:p>
            <a:pPr algn="ctr"/>
            <a:endParaRPr lang="pl-PL" dirty="0"/>
          </a:p>
        </p:txBody>
      </p:sp>
      <p:sp>
        <p:nvSpPr>
          <p:cNvPr id="69" name="!!Zegar – wycinek 3"/>
          <p:cNvSpPr/>
          <p:nvPr/>
        </p:nvSpPr>
        <p:spPr>
          <a:xfrm>
            <a:off x="10502900" y="356447"/>
            <a:ext cx="176953" cy="176953"/>
          </a:xfrm>
          <a:custGeom>
            <a:avLst/>
            <a:gdLst/>
            <a:ahLst/>
            <a:cxnLst/>
            <a:rect l="0" t="0" r="r" b="b"/>
            <a:pathLst>
              <a:path w="176953" h="176953">
                <a:moveTo>
                  <a:pt x="0" y="176953"/>
                </a:moveTo>
                <a:lnTo>
                  <a:pt x="128524" y="0"/>
                </a:lnTo>
                <a:lnTo>
                  <a:pt x="142028" y="10710"/>
                </a:lnTo>
                <a:lnTo>
                  <a:pt x="154601" y="22352"/>
                </a:lnTo>
                <a:lnTo>
                  <a:pt x="166243" y="34925"/>
                </a:lnTo>
                <a:lnTo>
                  <a:pt x="176953" y="48429"/>
                </a:lnTo>
                <a:close/>
              </a:path>
            </a:pathLst>
          </a:custGeom>
          <a:solidFill>
            <a:srgbClr val="EE312F"/>
          </a:solidFill>
          <a:ln w="3725">
            <a:solidFill>
              <a:srgbClr val="EE312F"/>
            </a:solidFill>
            <a:round/>
          </a:ln>
        </p:spPr>
        <p:txBody>
          <a:bodyPr rtlCol="0" anchor="ctr"/>
          <a:lstStyle/>
          <a:p>
            <a:pPr algn="ctr"/>
            <a:endParaRPr lang="pl-PL" dirty="0"/>
          </a:p>
        </p:txBody>
      </p:sp>
      <p:sp>
        <p:nvSpPr>
          <p:cNvPr id="70" name="!!Zegar – wycinek 4"/>
          <p:cNvSpPr/>
          <p:nvPr/>
        </p:nvSpPr>
        <p:spPr>
          <a:xfrm>
            <a:off x="10502900" y="404876"/>
            <a:ext cx="208153" cy="128524"/>
          </a:xfrm>
          <a:custGeom>
            <a:avLst/>
            <a:gdLst/>
            <a:ahLst/>
            <a:cxnLst/>
            <a:rect l="0" t="0" r="r" b="b"/>
            <a:pathLst>
              <a:path w="208153" h="128524">
                <a:moveTo>
                  <a:pt x="0" y="128524"/>
                </a:moveTo>
                <a:lnTo>
                  <a:pt x="176953" y="0"/>
                </a:lnTo>
                <a:lnTo>
                  <a:pt x="186732" y="13970"/>
                </a:lnTo>
                <a:lnTo>
                  <a:pt x="195114" y="29337"/>
                </a:lnTo>
                <a:lnTo>
                  <a:pt x="202099" y="44704"/>
                </a:lnTo>
                <a:lnTo>
                  <a:pt x="208153" y="61002"/>
                </a:lnTo>
                <a:close/>
              </a:path>
            </a:pathLst>
          </a:custGeom>
          <a:solidFill>
            <a:srgbClr val="EE312F"/>
          </a:solidFill>
          <a:ln w="3725">
            <a:solidFill>
              <a:srgbClr val="EE312F"/>
            </a:solidFill>
            <a:round/>
          </a:ln>
        </p:spPr>
        <p:txBody>
          <a:bodyPr rtlCol="0" anchor="ctr"/>
          <a:lstStyle/>
          <a:p>
            <a:pPr algn="ctr"/>
            <a:endParaRPr lang="pl-PL" dirty="0"/>
          </a:p>
        </p:txBody>
      </p:sp>
      <p:sp>
        <p:nvSpPr>
          <p:cNvPr id="71" name="!!Zegar – wycinek 5"/>
          <p:cNvSpPr/>
          <p:nvPr/>
        </p:nvSpPr>
        <p:spPr>
          <a:xfrm>
            <a:off x="10502900" y="465878"/>
            <a:ext cx="218863" cy="67522"/>
          </a:xfrm>
          <a:custGeom>
            <a:avLst/>
            <a:gdLst/>
            <a:ahLst/>
            <a:cxnLst/>
            <a:rect l="0" t="0" r="r" b="b"/>
            <a:pathLst>
              <a:path w="218863" h="67522">
                <a:moveTo>
                  <a:pt x="0" y="67522"/>
                </a:moveTo>
                <a:lnTo>
                  <a:pt x="208153" y="0"/>
                </a:lnTo>
                <a:lnTo>
                  <a:pt x="212810" y="16298"/>
                </a:lnTo>
                <a:lnTo>
                  <a:pt x="216069" y="33062"/>
                </a:lnTo>
                <a:lnTo>
                  <a:pt x="218398" y="50292"/>
                </a:lnTo>
                <a:lnTo>
                  <a:pt x="218863" y="67522"/>
                </a:lnTo>
                <a:close/>
              </a:path>
            </a:pathLst>
          </a:custGeom>
          <a:solidFill>
            <a:srgbClr val="EE312F"/>
          </a:solidFill>
          <a:ln w="3725">
            <a:solidFill>
              <a:srgbClr val="EE312F"/>
            </a:solidFill>
            <a:round/>
          </a:ln>
        </p:spPr>
        <p:txBody>
          <a:bodyPr rtlCol="0" anchor="ctr"/>
          <a:lstStyle/>
          <a:p>
            <a:pPr algn="ctr"/>
            <a:endParaRPr lang="pl-PL" dirty="0"/>
          </a:p>
        </p:txBody>
      </p:sp>
      <p:sp>
        <p:nvSpPr>
          <p:cNvPr id="72" name="!!Zegar – wycinek 6"/>
          <p:cNvSpPr/>
          <p:nvPr/>
        </p:nvSpPr>
        <p:spPr>
          <a:xfrm>
            <a:off x="10502900" y="533400"/>
            <a:ext cx="218863" cy="67522"/>
          </a:xfrm>
          <a:custGeom>
            <a:avLst/>
            <a:gdLst/>
            <a:ahLst/>
            <a:cxnLst/>
            <a:rect l="0" t="0" r="r" b="b"/>
            <a:pathLst>
              <a:path w="218863" h="67522">
                <a:moveTo>
                  <a:pt x="0" y="0"/>
                </a:moveTo>
                <a:lnTo>
                  <a:pt x="218863" y="0"/>
                </a:lnTo>
                <a:lnTo>
                  <a:pt x="218398" y="17230"/>
                </a:lnTo>
                <a:lnTo>
                  <a:pt x="216069" y="34459"/>
                </a:lnTo>
                <a:lnTo>
                  <a:pt x="212810" y="51223"/>
                </a:lnTo>
                <a:lnTo>
                  <a:pt x="208153" y="67522"/>
                </a:lnTo>
                <a:close/>
              </a:path>
            </a:pathLst>
          </a:custGeom>
          <a:solidFill>
            <a:srgbClr val="EE312F"/>
          </a:solidFill>
          <a:ln w="3725">
            <a:solidFill>
              <a:srgbClr val="EE312F"/>
            </a:solidFill>
            <a:round/>
          </a:ln>
        </p:spPr>
        <p:txBody>
          <a:bodyPr rtlCol="0" anchor="ctr"/>
          <a:lstStyle/>
          <a:p>
            <a:pPr algn="ctr"/>
            <a:endParaRPr lang="pl-PL" dirty="0"/>
          </a:p>
        </p:txBody>
      </p:sp>
      <p:sp>
        <p:nvSpPr>
          <p:cNvPr id="73" name="!!Zegar – wycinek 7"/>
          <p:cNvSpPr/>
          <p:nvPr/>
        </p:nvSpPr>
        <p:spPr>
          <a:xfrm>
            <a:off x="10502900" y="533400"/>
            <a:ext cx="208153" cy="128524"/>
          </a:xfrm>
          <a:custGeom>
            <a:avLst/>
            <a:gdLst/>
            <a:ahLst/>
            <a:cxnLst/>
            <a:rect l="0" t="0" r="r" b="b"/>
            <a:pathLst>
              <a:path w="208153" h="128524">
                <a:moveTo>
                  <a:pt x="0" y="0"/>
                </a:moveTo>
                <a:lnTo>
                  <a:pt x="208153" y="67522"/>
                </a:lnTo>
                <a:lnTo>
                  <a:pt x="202099" y="83820"/>
                </a:lnTo>
                <a:lnTo>
                  <a:pt x="195114" y="99187"/>
                </a:lnTo>
                <a:lnTo>
                  <a:pt x="186732" y="114554"/>
                </a:lnTo>
                <a:lnTo>
                  <a:pt x="176953" y="128524"/>
                </a:lnTo>
                <a:close/>
              </a:path>
            </a:pathLst>
          </a:custGeom>
          <a:solidFill>
            <a:srgbClr val="EE312F"/>
          </a:solidFill>
          <a:ln w="3725">
            <a:solidFill>
              <a:srgbClr val="EE312F"/>
            </a:solidFill>
            <a:round/>
          </a:ln>
        </p:spPr>
        <p:txBody>
          <a:bodyPr rtlCol="0" anchor="ctr"/>
          <a:lstStyle/>
          <a:p>
            <a:pPr algn="ctr"/>
            <a:endParaRPr lang="pl-PL" dirty="0"/>
          </a:p>
        </p:txBody>
      </p:sp>
      <p:sp>
        <p:nvSpPr>
          <p:cNvPr id="74" name="!!Zegar – wycinek 8"/>
          <p:cNvSpPr/>
          <p:nvPr/>
        </p:nvSpPr>
        <p:spPr>
          <a:xfrm>
            <a:off x="10502900" y="533400"/>
            <a:ext cx="176953" cy="176953"/>
          </a:xfrm>
          <a:custGeom>
            <a:avLst/>
            <a:gdLst/>
            <a:ahLst/>
            <a:cxnLst/>
            <a:rect l="0" t="0" r="r" b="b"/>
            <a:pathLst>
              <a:path w="176953" h="176953">
                <a:moveTo>
                  <a:pt x="0" y="0"/>
                </a:moveTo>
                <a:lnTo>
                  <a:pt x="176953" y="128524"/>
                </a:lnTo>
                <a:lnTo>
                  <a:pt x="166243" y="142028"/>
                </a:lnTo>
                <a:lnTo>
                  <a:pt x="154601" y="154601"/>
                </a:lnTo>
                <a:lnTo>
                  <a:pt x="142028" y="166243"/>
                </a:lnTo>
                <a:lnTo>
                  <a:pt x="128524" y="176953"/>
                </a:lnTo>
                <a:close/>
              </a:path>
            </a:pathLst>
          </a:custGeom>
          <a:solidFill>
            <a:srgbClr val="EE312F"/>
          </a:solidFill>
          <a:ln w="3725">
            <a:solidFill>
              <a:srgbClr val="EE312F"/>
            </a:solidFill>
            <a:round/>
          </a:ln>
        </p:spPr>
        <p:txBody>
          <a:bodyPr rtlCol="0" anchor="ctr"/>
          <a:lstStyle/>
          <a:p>
            <a:pPr algn="ctr"/>
            <a:endParaRPr lang="pl-PL" dirty="0"/>
          </a:p>
        </p:txBody>
      </p:sp>
      <p:sp>
        <p:nvSpPr>
          <p:cNvPr id="75" name="!!Zegar – wycinek 9"/>
          <p:cNvSpPr/>
          <p:nvPr/>
        </p:nvSpPr>
        <p:spPr>
          <a:xfrm>
            <a:off x="10502900" y="533400"/>
            <a:ext cx="128524" cy="208153"/>
          </a:xfrm>
          <a:custGeom>
            <a:avLst/>
            <a:gdLst/>
            <a:ahLst/>
            <a:cxnLst/>
            <a:rect l="0" t="0" r="r" b="b"/>
            <a:pathLst>
              <a:path w="128524" h="208153">
                <a:moveTo>
                  <a:pt x="0" y="0"/>
                </a:moveTo>
                <a:lnTo>
                  <a:pt x="128524" y="176953"/>
                </a:lnTo>
                <a:lnTo>
                  <a:pt x="114554" y="186732"/>
                </a:lnTo>
                <a:lnTo>
                  <a:pt x="99187" y="195114"/>
                </a:lnTo>
                <a:lnTo>
                  <a:pt x="83820" y="202099"/>
                </a:lnTo>
                <a:lnTo>
                  <a:pt x="67522" y="208153"/>
                </a:lnTo>
                <a:close/>
              </a:path>
            </a:pathLst>
          </a:custGeom>
          <a:solidFill>
            <a:srgbClr val="EE312F"/>
          </a:solidFill>
          <a:ln w="3725">
            <a:solidFill>
              <a:srgbClr val="EE312F"/>
            </a:solidFill>
            <a:round/>
          </a:ln>
        </p:spPr>
        <p:txBody>
          <a:bodyPr rtlCol="0" anchor="ctr"/>
          <a:lstStyle/>
          <a:p>
            <a:pPr algn="ctr"/>
            <a:endParaRPr lang="pl-PL" dirty="0"/>
          </a:p>
        </p:txBody>
      </p:sp>
      <p:sp>
        <p:nvSpPr>
          <p:cNvPr id="76" name="!!Zegar – kreska 1"/>
          <p:cNvSpPr/>
          <p:nvPr/>
        </p:nvSpPr>
        <p:spPr>
          <a:xfrm>
            <a:off x="10491258" y="295910"/>
            <a:ext cx="23283" cy="46567"/>
          </a:xfrm>
          <a:custGeom>
            <a:avLst/>
            <a:gdLst/>
            <a:ahLst/>
            <a:cxnLst/>
            <a:rect l="0" t="0" r="r" b="b"/>
            <a:pathLst>
              <a:path w="23283" h="46567">
                <a:moveTo>
                  <a:pt x="0" y="46567"/>
                </a:moveTo>
                <a:lnTo>
                  <a:pt x="23283" y="46567"/>
                </a:lnTo>
                <a:lnTo>
                  <a:pt x="23283" y="0"/>
                </a:lnTo>
                <a:lnTo>
                  <a:pt x="0" y="0"/>
                </a:lnTo>
                <a:close/>
              </a:path>
            </a:pathLst>
          </a:custGeom>
          <a:solidFill>
            <a:srgbClr val="151515"/>
          </a:solidFill>
          <a:ln>
            <a:noFill/>
          </a:ln>
        </p:spPr>
        <p:txBody>
          <a:bodyPr rtlCol="0" anchor="ctr"/>
          <a:lstStyle/>
          <a:p>
            <a:pPr algn="ctr"/>
            <a:endParaRPr lang="pl-PL" dirty="0"/>
          </a:p>
        </p:txBody>
      </p:sp>
      <p:sp>
        <p:nvSpPr>
          <p:cNvPr id="77" name="!!Zegar – kreska 2"/>
          <p:cNvSpPr/>
          <p:nvPr/>
        </p:nvSpPr>
        <p:spPr>
          <a:xfrm>
            <a:off x="10693823" y="521758"/>
            <a:ext cx="46567" cy="23283"/>
          </a:xfrm>
          <a:custGeom>
            <a:avLst/>
            <a:gdLst/>
            <a:ahLst/>
            <a:cxnLst/>
            <a:rect l="0" t="0" r="r" b="b"/>
            <a:pathLst>
              <a:path w="46567" h="23283">
                <a:moveTo>
                  <a:pt x="0" y="0"/>
                </a:moveTo>
                <a:lnTo>
                  <a:pt x="0" y="23283"/>
                </a:lnTo>
                <a:lnTo>
                  <a:pt x="46567" y="23283"/>
                </a:lnTo>
                <a:lnTo>
                  <a:pt x="46567" y="0"/>
                </a:lnTo>
                <a:close/>
              </a:path>
            </a:pathLst>
          </a:custGeom>
          <a:solidFill>
            <a:srgbClr val="151515"/>
          </a:solidFill>
          <a:ln>
            <a:noFill/>
          </a:ln>
        </p:spPr>
        <p:txBody>
          <a:bodyPr rtlCol="0" anchor="ctr"/>
          <a:lstStyle/>
          <a:p>
            <a:pPr algn="ctr"/>
            <a:endParaRPr lang="pl-PL" dirty="0"/>
          </a:p>
        </p:txBody>
      </p:sp>
      <p:sp>
        <p:nvSpPr>
          <p:cNvPr id="78" name="!!Zegar – kreska 3"/>
          <p:cNvSpPr/>
          <p:nvPr/>
        </p:nvSpPr>
        <p:spPr>
          <a:xfrm>
            <a:off x="10491258" y="724323"/>
            <a:ext cx="23283" cy="46567"/>
          </a:xfrm>
          <a:custGeom>
            <a:avLst/>
            <a:gdLst/>
            <a:ahLst/>
            <a:cxnLst/>
            <a:rect l="0" t="0" r="r" b="b"/>
            <a:pathLst>
              <a:path w="23283" h="46567">
                <a:moveTo>
                  <a:pt x="23283" y="0"/>
                </a:moveTo>
                <a:lnTo>
                  <a:pt x="0" y="0"/>
                </a:lnTo>
                <a:lnTo>
                  <a:pt x="0" y="46567"/>
                </a:lnTo>
                <a:lnTo>
                  <a:pt x="23283" y="46567"/>
                </a:lnTo>
                <a:close/>
              </a:path>
            </a:pathLst>
          </a:custGeom>
          <a:solidFill>
            <a:srgbClr val="151515"/>
          </a:solidFill>
          <a:ln>
            <a:noFill/>
          </a:ln>
        </p:spPr>
        <p:txBody>
          <a:bodyPr rtlCol="0" anchor="ctr"/>
          <a:lstStyle/>
          <a:p>
            <a:pPr algn="ctr"/>
            <a:endParaRPr lang="pl-PL" dirty="0"/>
          </a:p>
        </p:txBody>
      </p:sp>
      <p:sp>
        <p:nvSpPr>
          <p:cNvPr id="79" name="!!Zegar – kreska 4"/>
          <p:cNvSpPr/>
          <p:nvPr/>
        </p:nvSpPr>
        <p:spPr>
          <a:xfrm>
            <a:off x="10265410" y="521758"/>
            <a:ext cx="46567" cy="23283"/>
          </a:xfrm>
          <a:custGeom>
            <a:avLst/>
            <a:gdLst/>
            <a:ahLst/>
            <a:cxnLst/>
            <a:rect l="0" t="0" r="r" b="b"/>
            <a:pathLst>
              <a:path w="46567" h="23283">
                <a:moveTo>
                  <a:pt x="46567" y="23283"/>
                </a:moveTo>
                <a:lnTo>
                  <a:pt x="46567" y="0"/>
                </a:lnTo>
                <a:lnTo>
                  <a:pt x="0" y="0"/>
                </a:lnTo>
                <a:lnTo>
                  <a:pt x="0" y="23283"/>
                </a:lnTo>
                <a:close/>
              </a:path>
            </a:pathLst>
          </a:custGeom>
          <a:solidFill>
            <a:srgbClr val="151515"/>
          </a:solidFill>
          <a:ln>
            <a:noFill/>
          </a:ln>
        </p:spPr>
        <p:txBody>
          <a:bodyPr rtlCol="0" anchor="ctr"/>
          <a:lstStyle/>
          <a:p>
            <a:pPr algn="ctr"/>
            <a:endParaRPr lang="pl-PL" dirty="0"/>
          </a:p>
        </p:txBody>
      </p:sp>
      <p:sp>
        <p:nvSpPr>
          <p:cNvPr id="80" name="!!Zegar – wskazówka"/>
          <p:cNvSpPr/>
          <p:nvPr/>
        </p:nvSpPr>
        <p:spPr>
          <a:xfrm>
            <a:off x="10480980" y="502511"/>
            <a:ext cx="86123" cy="210198"/>
          </a:xfrm>
          <a:custGeom>
            <a:avLst/>
            <a:gdLst/>
            <a:ahLst/>
            <a:cxnLst/>
            <a:rect l="0" t="0" r="r" b="b"/>
            <a:pathLst>
              <a:path w="86123" h="210198">
                <a:moveTo>
                  <a:pt x="26573" y="0"/>
                </a:moveTo>
                <a:lnTo>
                  <a:pt x="0" y="8634"/>
                </a:lnTo>
                <a:lnTo>
                  <a:pt x="72837" y="210198"/>
                </a:lnTo>
                <a:lnTo>
                  <a:pt x="86123" y="205881"/>
                </a:lnTo>
                <a:close/>
              </a:path>
            </a:pathLst>
          </a:custGeom>
          <a:solidFill>
            <a:srgbClr val="151515"/>
          </a:solidFill>
          <a:ln>
            <a:noFill/>
          </a:ln>
        </p:spPr>
        <p:txBody>
          <a:bodyPr rtlCol="0" anchor="ctr"/>
          <a:lstStyle/>
          <a:p>
            <a:pPr algn="ctr"/>
            <a:endParaRPr lang="pl-PL" dirty="0"/>
          </a:p>
        </p:txBody>
      </p:sp>
      <p:sp>
        <p:nvSpPr>
          <p:cNvPr id="81" name="!!Zegar – oś"/>
          <p:cNvSpPr/>
          <p:nvPr/>
        </p:nvSpPr>
        <p:spPr>
          <a:xfrm>
            <a:off x="10474960" y="505460"/>
            <a:ext cx="55880" cy="55880"/>
          </a:xfrm>
          <a:prstGeom prst="ellipse">
            <a:avLst/>
          </a:prstGeom>
          <a:solidFill>
            <a:srgbClr val="151515"/>
          </a:solidFill>
          <a:ln>
            <a:noFill/>
          </a:ln>
        </p:spPr>
        <p:txBody>
          <a:bodyPr rtlCol="0" anchor="ctr"/>
          <a:lstStyle/>
          <a:p>
            <a:pPr algn="ctr"/>
            <a:endParaRPr lang="pl-PL" dirty="0"/>
          </a:p>
        </p:txBody>
      </p:sp>
      <p:sp>
        <p:nvSpPr>
          <p:cNvPr id="82" name="!!Źródło"/>
          <p:cNvSpPr txBox="1"/>
          <p:nvPr/>
        </p:nvSpPr>
        <p:spPr>
          <a:xfrm>
            <a:off x="823962" y="6425287"/>
            <a:ext cx="7913489"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666666"/>
                </a:solidFill>
                <a:latin typeface="Lato"/>
                <a:cs typeface="Lato"/>
              </a:rPr>
              <a:t>Scena ilustracyjna. Marki, ekrany i ceny są umowne. Zegar jest elementem opowieści, nie czasem dostawy.</a:t>
            </a:r>
            <a:endParaRPr lang="pl-PL" sz="1100" kern="100" dirty="0">
              <a:solidFill>
                <a:srgbClr val="666666"/>
              </a:solidFill>
              <a:latin typeface="Lato"/>
              <a:cs typeface="Lato"/>
            </a:endParaRPr>
          </a:p>
        </p:txBody>
      </p:sp>
      <p:sp>
        <p:nvSpPr>
          <p:cNvPr id="83"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666666"/>
                </a:solidFill>
                <a:latin typeface="Lato"/>
                <a:cs typeface="Lato"/>
              </a:rPr>
              <a:t>15 / 23</a:t>
            </a:r>
            <a:endParaRPr lang="pl-PL" sz="1100" kern="100" spc="66" dirty="0">
              <a:solidFill>
                <a:srgbClr val="666666"/>
              </a:solidFill>
              <a:latin typeface="Lato"/>
              <a:cs typeface="Lato"/>
            </a:endParaRPr>
          </a:p>
        </p:txBody>
      </p:sp>
      <p:sp>
        <p:nvSpPr>
          <p:cNvPr id="84" name="!!Postęp"/>
          <p:cNvSpPr/>
          <p:nvPr/>
        </p:nvSpPr>
        <p:spPr>
          <a:xfrm>
            <a:off x="546" y="6826250"/>
            <a:ext cx="7950200" cy="31750"/>
          </a:xfrm>
          <a:prstGeom prst="rect">
            <a:avLst/>
          </a:prstGeom>
          <a:solidFill>
            <a:srgbClr val="EE312F"/>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4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400"/>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fade">
                                      <p:cBhvr>
                                        <p:cTn id="52" dur="400"/>
                                        <p:tgtEl>
                                          <p:spTgt spid="3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fade">
                                      <p:cBhvr>
                                        <p:cTn id="55" dur="400"/>
                                        <p:tgtEl>
                                          <p:spTgt spid="3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fade">
                                      <p:cBhvr>
                                        <p:cTn id="58" dur="400"/>
                                        <p:tgtEl>
                                          <p:spTgt spid="3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fade">
                                      <p:cBhvr>
                                        <p:cTn id="61" dur="400"/>
                                        <p:tgtEl>
                                          <p:spTgt spid="3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6"/>
                                        </p:tgtEl>
                                        <p:attrNameLst>
                                          <p:attrName>style.visibility</p:attrName>
                                        </p:attrNameLst>
                                      </p:cBhvr>
                                      <p:to>
                                        <p:strVal val="visible"/>
                                      </p:to>
                                    </p:set>
                                    <p:animEffect transition="in" filter="fade">
                                      <p:cBhvr>
                                        <p:cTn id="64" dur="400"/>
                                        <p:tgtEl>
                                          <p:spTgt spid="3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400"/>
                                        <p:tgtEl>
                                          <p:spTgt spid="3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fade">
                                      <p:cBhvr>
                                        <p:cTn id="70" dur="400"/>
                                        <p:tgtEl>
                                          <p:spTgt spid="3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fade">
                                      <p:cBhvr>
                                        <p:cTn id="73" dur="400"/>
                                        <p:tgtEl>
                                          <p:spTgt spid="39"/>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0"/>
                                        </p:tgtEl>
                                        <p:attrNameLst>
                                          <p:attrName>style.visibility</p:attrName>
                                        </p:attrNameLst>
                                      </p:cBhvr>
                                      <p:to>
                                        <p:strVal val="visible"/>
                                      </p:to>
                                    </p:set>
                                    <p:animEffect transition="in" filter="fade">
                                      <p:cBhvr>
                                        <p:cTn id="76" dur="400"/>
                                        <p:tgtEl>
                                          <p:spTgt spid="4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1"/>
                                        </p:tgtEl>
                                        <p:attrNameLst>
                                          <p:attrName>style.visibility</p:attrName>
                                        </p:attrNameLst>
                                      </p:cBhvr>
                                      <p:to>
                                        <p:strVal val="visible"/>
                                      </p:to>
                                    </p:set>
                                    <p:animEffect transition="in" filter="fade">
                                      <p:cBhvr>
                                        <p:cTn id="79" dur="400"/>
                                        <p:tgtEl>
                                          <p:spTgt spid="4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2"/>
                                        </p:tgtEl>
                                        <p:attrNameLst>
                                          <p:attrName>style.visibility</p:attrName>
                                        </p:attrNameLst>
                                      </p:cBhvr>
                                      <p:to>
                                        <p:strVal val="visible"/>
                                      </p:to>
                                    </p:set>
                                    <p:animEffect transition="in" filter="fade">
                                      <p:cBhvr>
                                        <p:cTn id="82" dur="400"/>
                                        <p:tgtEl>
                                          <p:spTgt spid="4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fade">
                                      <p:cBhvr>
                                        <p:cTn id="85" dur="400"/>
                                        <p:tgtEl>
                                          <p:spTgt spid="4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4"/>
                                        </p:tgtEl>
                                        <p:attrNameLst>
                                          <p:attrName>style.visibility</p:attrName>
                                        </p:attrNameLst>
                                      </p:cBhvr>
                                      <p:to>
                                        <p:strVal val="visible"/>
                                      </p:to>
                                    </p:set>
                                    <p:animEffect transition="in" filter="fade">
                                      <p:cBhvr>
                                        <p:cTn id="88" dur="400"/>
                                        <p:tgtEl>
                                          <p:spTgt spid="4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400"/>
                                        <p:tgtEl>
                                          <p:spTgt spid="45"/>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6"/>
                                        </p:tgtEl>
                                        <p:attrNameLst>
                                          <p:attrName>style.visibility</p:attrName>
                                        </p:attrNameLst>
                                      </p:cBhvr>
                                      <p:to>
                                        <p:strVal val="visible"/>
                                      </p:to>
                                    </p:set>
                                    <p:animEffect transition="in" filter="fade">
                                      <p:cBhvr>
                                        <p:cTn id="94" dur="400"/>
                                        <p:tgtEl>
                                          <p:spTgt spid="46"/>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7"/>
                                        </p:tgtEl>
                                        <p:attrNameLst>
                                          <p:attrName>style.visibility</p:attrName>
                                        </p:attrNameLst>
                                      </p:cBhvr>
                                      <p:to>
                                        <p:strVal val="visible"/>
                                      </p:to>
                                    </p:set>
                                    <p:animEffect transition="in" filter="fade">
                                      <p:cBhvr>
                                        <p:cTn id="97" dur="400"/>
                                        <p:tgtEl>
                                          <p:spTgt spid="47"/>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8"/>
                                        </p:tgtEl>
                                        <p:attrNameLst>
                                          <p:attrName>style.visibility</p:attrName>
                                        </p:attrNameLst>
                                      </p:cBhvr>
                                      <p:to>
                                        <p:strVal val="visible"/>
                                      </p:to>
                                    </p:set>
                                    <p:animEffect transition="in" filter="fade">
                                      <p:cBhvr>
                                        <p:cTn id="100" dur="400"/>
                                        <p:tgtEl>
                                          <p:spTgt spid="48"/>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9"/>
                                        </p:tgtEl>
                                        <p:attrNameLst>
                                          <p:attrName>style.visibility</p:attrName>
                                        </p:attrNameLst>
                                      </p:cBhvr>
                                      <p:to>
                                        <p:strVal val="visible"/>
                                      </p:to>
                                    </p:set>
                                    <p:animEffect transition="in" filter="fade">
                                      <p:cBhvr>
                                        <p:cTn id="103" dur="400"/>
                                        <p:tgtEl>
                                          <p:spTgt spid="49"/>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0"/>
                                        </p:tgtEl>
                                        <p:attrNameLst>
                                          <p:attrName>style.visibility</p:attrName>
                                        </p:attrNameLst>
                                      </p:cBhvr>
                                      <p:to>
                                        <p:strVal val="visible"/>
                                      </p:to>
                                    </p:set>
                                    <p:animEffect transition="in" filter="fade">
                                      <p:cBhvr>
                                        <p:cTn id="106" dur="400"/>
                                        <p:tgtEl>
                                          <p:spTgt spid="50"/>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51"/>
                                        </p:tgtEl>
                                        <p:attrNameLst>
                                          <p:attrName>style.visibility</p:attrName>
                                        </p:attrNameLst>
                                      </p:cBhvr>
                                      <p:to>
                                        <p:strVal val="visible"/>
                                      </p:to>
                                    </p:set>
                                    <p:animEffect transition="in" filter="fade">
                                      <p:cBhvr>
                                        <p:cTn id="109" dur="400"/>
                                        <p:tgtEl>
                                          <p:spTgt spid="51"/>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52"/>
                                        </p:tgtEl>
                                        <p:attrNameLst>
                                          <p:attrName>style.visibility</p:attrName>
                                        </p:attrNameLst>
                                      </p:cBhvr>
                                      <p:to>
                                        <p:strVal val="visible"/>
                                      </p:to>
                                    </p:set>
                                    <p:animEffect transition="in" filter="fade">
                                      <p:cBhvr>
                                        <p:cTn id="112" dur="400"/>
                                        <p:tgtEl>
                                          <p:spTgt spid="52"/>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53"/>
                                        </p:tgtEl>
                                        <p:attrNameLst>
                                          <p:attrName>style.visibility</p:attrName>
                                        </p:attrNameLst>
                                      </p:cBhvr>
                                      <p:to>
                                        <p:strVal val="visible"/>
                                      </p:to>
                                    </p:set>
                                    <p:animEffect transition="in" filter="fade">
                                      <p:cBhvr>
                                        <p:cTn id="115" dur="400"/>
                                        <p:tgtEl>
                                          <p:spTgt spid="53"/>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54"/>
                                        </p:tgtEl>
                                        <p:attrNameLst>
                                          <p:attrName>style.visibility</p:attrName>
                                        </p:attrNameLst>
                                      </p:cBhvr>
                                      <p:to>
                                        <p:strVal val="visible"/>
                                      </p:to>
                                    </p:set>
                                    <p:animEffect transition="in" filter="fade">
                                      <p:cBhvr>
                                        <p:cTn id="118" dur="400"/>
                                        <p:tgtEl>
                                          <p:spTgt spid="54"/>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55"/>
                                        </p:tgtEl>
                                        <p:attrNameLst>
                                          <p:attrName>style.visibility</p:attrName>
                                        </p:attrNameLst>
                                      </p:cBhvr>
                                      <p:to>
                                        <p:strVal val="visible"/>
                                      </p:to>
                                    </p:set>
                                    <p:animEffect transition="in" filter="fade">
                                      <p:cBhvr>
                                        <p:cTn id="121" dur="400"/>
                                        <p:tgtEl>
                                          <p:spTgt spid="55"/>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56"/>
                                        </p:tgtEl>
                                        <p:attrNameLst>
                                          <p:attrName>style.visibility</p:attrName>
                                        </p:attrNameLst>
                                      </p:cBhvr>
                                      <p:to>
                                        <p:strVal val="visible"/>
                                      </p:to>
                                    </p:set>
                                    <p:animEffect transition="in" filter="fade">
                                      <p:cBhvr>
                                        <p:cTn id="124" dur="400"/>
                                        <p:tgtEl>
                                          <p:spTgt spid="56"/>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57"/>
                                        </p:tgtEl>
                                        <p:attrNameLst>
                                          <p:attrName>style.visibility</p:attrName>
                                        </p:attrNameLst>
                                      </p:cBhvr>
                                      <p:to>
                                        <p:strVal val="visible"/>
                                      </p:to>
                                    </p:set>
                                    <p:animEffect transition="in" filter="fade">
                                      <p:cBhvr>
                                        <p:cTn id="127" dur="400"/>
                                        <p:tgtEl>
                                          <p:spTgt spid="57"/>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58"/>
                                        </p:tgtEl>
                                        <p:attrNameLst>
                                          <p:attrName>style.visibility</p:attrName>
                                        </p:attrNameLst>
                                      </p:cBhvr>
                                      <p:to>
                                        <p:strVal val="visible"/>
                                      </p:to>
                                    </p:set>
                                    <p:animEffect transition="in" filter="fade">
                                      <p:cBhvr>
                                        <p:cTn id="130" dur="400"/>
                                        <p:tgtEl>
                                          <p:spTgt spid="58"/>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59"/>
                                        </p:tgtEl>
                                        <p:attrNameLst>
                                          <p:attrName>style.visibility</p:attrName>
                                        </p:attrNameLst>
                                      </p:cBhvr>
                                      <p:to>
                                        <p:strVal val="visible"/>
                                      </p:to>
                                    </p:set>
                                    <p:animEffect transition="in" filter="fade">
                                      <p:cBhvr>
                                        <p:cTn id="133" dur="400"/>
                                        <p:tgtEl>
                                          <p:spTgt spid="59"/>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60"/>
                                        </p:tgtEl>
                                        <p:attrNameLst>
                                          <p:attrName>style.visibility</p:attrName>
                                        </p:attrNameLst>
                                      </p:cBhvr>
                                      <p:to>
                                        <p:strVal val="visible"/>
                                      </p:to>
                                    </p:set>
                                    <p:animEffect transition="in" filter="fade">
                                      <p:cBhvr>
                                        <p:cTn id="136"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Lst>
  </p:timing>
</p:sld>
</file>

<file path=ppt/slides/slide16.xml><?xml version="1.0" encoding="utf-8"?>
<p:sld xmlns:a="http://schemas.openxmlformats.org/drawingml/2006/main" xmlns:r="http://schemas.openxmlformats.org/officeDocument/2006/relationships" xmlns:p="http://schemas.openxmlformats.org/presentationml/2006/main" xmlns:p14="http://schemas.microsoft.com/office/powerpoint/2010/main">
  <p:cSld name="Które kupić?">
    <p:bg>
      <p:bgPr>
        <a:solidFill>
          <a:srgbClr val="FFFFFF"/>
        </a:solidFill>
        <a:effectLst/>
      </p:bgPr>
    </p:bg>
    <p:spTree>
      <p:nvGrpSpPr>
        <p:cNvPr id="1" name=""/>
        <p:cNvGrpSpPr/>
        <p:nvPr/>
      </p:nvGrpSpPr>
      <p:grpSpPr>
        <a:xfrm>
          <a:off x="0" y="0"/>
          <a:ext cx="0" cy="0"/>
          <a:chOff x="0" y="0"/>
          <a:chExt cx="0" cy="0"/>
        </a:xfrm>
      </p:grpSpPr>
      <p:sp>
        <p:nvSpPr>
          <p:cNvPr id="2" name="Tekst: Cztery czekolady. Widzę wariant, gramatu · 1"/>
          <p:cNvSpPr txBox="1"/>
          <p:nvPr/>
        </p:nvSpPr>
        <p:spPr>
          <a:xfrm>
            <a:off x="825599" y="3252450"/>
            <a:ext cx="5204698" cy="379730"/>
          </a:xfrm>
          <a:prstGeom prst="rect">
            <a:avLst/>
          </a:prstGeom>
          <a:noFill/>
          <a:ln>
            <a:noFill/>
          </a:ln>
        </p:spPr>
        <p:txBody>
          <a:bodyPr wrap="none" lIns="0" tIns="0" rIns="0" bIns="0" rtlCol="0" anchor="ctr">
            <a:noAutofit/>
          </a:bodyPr>
          <a:lstStyle/>
          <a:p>
            <a:pPr algn="l">
              <a:spcBef>
                <a:spcPts val="0"/>
              </a:spcBef>
              <a:spcAft>
                <a:spcPts val="0"/>
              </a:spcAft>
              <a:buNone/>
            </a:pPr>
            <a:r>
              <a:rPr lang="pl-PL" sz="2300" kern="100" dirty="0">
                <a:solidFill>
                  <a:srgbClr val="151515"/>
                </a:solidFill>
                <a:latin typeface="Lato"/>
                <a:cs typeface="Lato"/>
              </a:rPr>
              <a:t>Cztery czekolady. Widzę wariant,</a:t>
            </a:r>
            <a:endParaRPr lang="pl-PL" sz="2300" kern="100" dirty="0">
              <a:solidFill>
                <a:srgbClr val="151515"/>
              </a:solidFill>
              <a:latin typeface="Lato"/>
              <a:cs typeface="Lato"/>
            </a:endParaRPr>
          </a:p>
        </p:txBody>
      </p:sp>
      <p:sp>
        <p:nvSpPr>
          <p:cNvPr id="3" name="Tekst: Cztery czekolady. Widzę wariant, gramatu · 2"/>
          <p:cNvSpPr txBox="1"/>
          <p:nvPr/>
        </p:nvSpPr>
        <p:spPr>
          <a:xfrm>
            <a:off x="825599" y="3632180"/>
            <a:ext cx="5204698" cy="379730"/>
          </a:xfrm>
          <a:prstGeom prst="rect">
            <a:avLst/>
          </a:prstGeom>
          <a:noFill/>
          <a:ln>
            <a:noFill/>
          </a:ln>
        </p:spPr>
        <p:txBody>
          <a:bodyPr wrap="none" lIns="0" tIns="0" rIns="0" bIns="0" rtlCol="0" anchor="ctr">
            <a:noAutofit/>
          </a:bodyPr>
          <a:lstStyle/>
          <a:p>
            <a:pPr algn="l">
              <a:spcBef>
                <a:spcPts val="0"/>
              </a:spcBef>
              <a:spcAft>
                <a:spcPts val="0"/>
              </a:spcAft>
              <a:buNone/>
            </a:pPr>
            <a:r>
              <a:rPr lang="pl-PL" sz="2300" kern="100" dirty="0">
                <a:solidFill>
                  <a:srgbClr val="151515"/>
                </a:solidFill>
                <a:latin typeface="Lato"/>
                <a:cs typeface="Lato"/>
              </a:rPr>
              <a:t>gramaturę i cenę.</a:t>
            </a:r>
            <a:endParaRPr lang="pl-PL" sz="2300" kern="100" dirty="0">
              <a:solidFill>
                <a:srgbClr val="151515"/>
              </a:solidFill>
              <a:latin typeface="Lato"/>
              <a:cs typeface="Lato"/>
            </a:endParaRPr>
          </a:p>
        </p:txBody>
      </p:sp>
      <p:sp>
        <p:nvSpPr>
          <p:cNvPr id="4" name="Tekst: Wybieram tę, przy której nie muszę zgady · 1"/>
          <p:cNvSpPr txBox="1"/>
          <p:nvPr/>
        </p:nvSpPr>
        <p:spPr>
          <a:xfrm>
            <a:off x="825004" y="4723130"/>
            <a:ext cx="3846909" cy="349250"/>
          </a:xfrm>
          <a:prstGeom prst="rect">
            <a:avLst/>
          </a:prstGeom>
          <a:noFill/>
          <a:ln>
            <a:noFill/>
          </a:ln>
        </p:spPr>
        <p:txBody>
          <a:bodyPr wrap="none" lIns="0" tIns="0" rIns="0" bIns="0" rtlCol="0" anchor="ctr">
            <a:noAutofit/>
          </a:bodyPr>
          <a:lstStyle/>
          <a:p>
            <a:pPr algn="l">
              <a:spcBef>
                <a:spcPts val="0"/>
              </a:spcBef>
              <a:spcAft>
                <a:spcPts val="0"/>
              </a:spcAft>
              <a:buNone/>
            </a:pPr>
            <a:r>
              <a:rPr lang="pl-PL" sz="2200" b="1" kern="100" dirty="0">
                <a:solidFill>
                  <a:srgbClr val="EE312F"/>
                </a:solidFill>
                <a:latin typeface="Lato"/>
                <a:cs typeface="Lato"/>
              </a:rPr>
              <a:t>Wybieram tę, przy której</a:t>
            </a:r>
            <a:endParaRPr lang="pl-PL" sz="2200" b="1" kern="100" dirty="0">
              <a:solidFill>
                <a:srgbClr val="EE312F"/>
              </a:solidFill>
              <a:latin typeface="Lato"/>
              <a:cs typeface="Lato"/>
            </a:endParaRPr>
          </a:p>
        </p:txBody>
      </p:sp>
      <p:sp>
        <p:nvSpPr>
          <p:cNvPr id="5" name="Tekst: Wybieram tę, przy której nie muszę zgady · 2"/>
          <p:cNvSpPr txBox="1"/>
          <p:nvPr/>
        </p:nvSpPr>
        <p:spPr>
          <a:xfrm>
            <a:off x="825004" y="5072380"/>
            <a:ext cx="3846909" cy="349250"/>
          </a:xfrm>
          <a:prstGeom prst="rect">
            <a:avLst/>
          </a:prstGeom>
          <a:noFill/>
          <a:ln>
            <a:noFill/>
          </a:ln>
        </p:spPr>
        <p:txBody>
          <a:bodyPr wrap="none" lIns="0" tIns="0" rIns="0" bIns="0" rtlCol="0" anchor="ctr">
            <a:noAutofit/>
          </a:bodyPr>
          <a:lstStyle/>
          <a:p>
            <a:pPr algn="l">
              <a:spcBef>
                <a:spcPts val="0"/>
              </a:spcBef>
              <a:spcAft>
                <a:spcPts val="0"/>
              </a:spcAft>
              <a:buNone/>
            </a:pPr>
            <a:r>
              <a:rPr lang="pl-PL" sz="2200" b="1" kern="100" dirty="0">
                <a:solidFill>
                  <a:srgbClr val="EE312F"/>
                </a:solidFill>
                <a:latin typeface="Lato"/>
                <a:cs typeface="Lato"/>
              </a:rPr>
              <a:t>nie muszę zgadywać.</a:t>
            </a:r>
            <a:endParaRPr lang="pl-PL" sz="2200" b="1" kern="100" dirty="0">
              <a:solidFill>
                <a:srgbClr val="EE312F"/>
              </a:solidFill>
              <a:latin typeface="Lato"/>
              <a:cs typeface="Lato"/>
            </a:endParaRPr>
          </a:p>
        </p:txBody>
      </p:sp>
      <p:sp>
        <p:nvSpPr>
          <p:cNvPr id="6" name="Tekst: 03 · Wybieram"/>
          <p:cNvSpPr txBox="1"/>
          <p:nvPr/>
        </p:nvSpPr>
        <p:spPr>
          <a:xfrm>
            <a:off x="826740" y="1270000"/>
            <a:ext cx="1700570" cy="182880"/>
          </a:xfrm>
          <a:prstGeom prst="rect">
            <a:avLst/>
          </a:prstGeom>
          <a:noFill/>
          <a:ln>
            <a:noFill/>
          </a:ln>
        </p:spPr>
        <p:txBody>
          <a:bodyPr wrap="none" lIns="0" tIns="0" rIns="0" bIns="0" rtlCol="0" anchor="t">
            <a:noAutofit/>
          </a:bodyPr>
          <a:lstStyle/>
          <a:p>
            <a:pPr algn="l">
              <a:spcBef>
                <a:spcPts val="0"/>
              </a:spcBef>
              <a:spcAft>
                <a:spcPts val="0"/>
              </a:spcAft>
              <a:buNone/>
            </a:pPr>
            <a:r>
              <a:rPr lang="pl-PL" sz="1200" b="1" kern="100" cap="all" spc="96" dirty="0">
                <a:solidFill>
                  <a:srgbClr val="666666"/>
                </a:solidFill>
                <a:latin typeface="Lato"/>
                <a:cs typeface="Lato"/>
              </a:rPr>
              <a:t>03 · Wybieram</a:t>
            </a:r>
            <a:endParaRPr lang="pl-PL" sz="1200" b="1" kern="100" cap="all" spc="96" dirty="0">
              <a:solidFill>
                <a:srgbClr val="666666"/>
              </a:solidFill>
              <a:latin typeface="Lato"/>
              <a:cs typeface="Lato"/>
            </a:endParaRPr>
          </a:p>
        </p:txBody>
      </p:sp>
      <p:sp>
        <p:nvSpPr>
          <p:cNvPr id="7" name="Tekst: „Które kupić?” · 1"/>
          <p:cNvSpPr txBox="1"/>
          <p:nvPr/>
        </p:nvSpPr>
        <p:spPr>
          <a:xfrm>
            <a:off x="826740" y="1651544"/>
            <a:ext cx="2182297" cy="592328"/>
          </a:xfrm>
          <a:prstGeom prst="rect">
            <a:avLst/>
          </a:prstGeom>
          <a:noFill/>
          <a:ln>
            <a:noFill/>
          </a:ln>
        </p:spPr>
        <p:txBody>
          <a:bodyPr wrap="none" lIns="0" tIns="0" rIns="0" bIns="0" rtlCol="0" anchor="ctr">
            <a:noAutofit/>
          </a:bodyPr>
          <a:lstStyle/>
          <a:p>
            <a:pPr algn="l">
              <a:spcBef>
                <a:spcPts val="0"/>
              </a:spcBef>
              <a:spcAft>
                <a:spcPts val="0"/>
              </a:spcAft>
              <a:buNone/>
            </a:pPr>
            <a:r>
              <a:rPr lang="pl-PL" sz="4400" kern="100" spc="-154" dirty="0">
                <a:solidFill>
                  <a:srgbClr val="151515"/>
                </a:solidFill>
                <a:latin typeface="Lato Black"/>
                <a:cs typeface="Lato Black"/>
              </a:rPr>
              <a:t>„Które</a:t>
            </a:r>
            <a:endParaRPr lang="pl-PL" sz="4400" kern="100" spc="-154" dirty="0">
              <a:solidFill>
                <a:srgbClr val="151515"/>
              </a:solidFill>
              <a:latin typeface="Lato Black"/>
              <a:cs typeface="Lato Black"/>
            </a:endParaRPr>
          </a:p>
        </p:txBody>
      </p:sp>
      <p:sp>
        <p:nvSpPr>
          <p:cNvPr id="8" name="Tekst: „Które kupić?” · 2"/>
          <p:cNvSpPr txBox="1"/>
          <p:nvPr/>
        </p:nvSpPr>
        <p:spPr>
          <a:xfrm>
            <a:off x="826740" y="2243872"/>
            <a:ext cx="2182297" cy="592328"/>
          </a:xfrm>
          <a:prstGeom prst="rect">
            <a:avLst/>
          </a:prstGeom>
          <a:noFill/>
          <a:ln>
            <a:noFill/>
          </a:ln>
        </p:spPr>
        <p:txBody>
          <a:bodyPr wrap="none" lIns="0" tIns="0" rIns="0" bIns="0" rtlCol="0" anchor="ctr">
            <a:noAutofit/>
          </a:bodyPr>
          <a:lstStyle/>
          <a:p>
            <a:pPr algn="l">
              <a:spcBef>
                <a:spcPts val="0"/>
              </a:spcBef>
              <a:spcAft>
                <a:spcPts val="0"/>
              </a:spcAft>
              <a:buNone/>
            </a:pPr>
            <a:r>
              <a:rPr lang="pl-PL" sz="4400" kern="100" spc="-154" dirty="0">
                <a:solidFill>
                  <a:srgbClr val="151515"/>
                </a:solidFill>
                <a:latin typeface="Lato Black"/>
                <a:cs typeface="Lato Black"/>
              </a:rPr>
              <a:t>kupić?”</a:t>
            </a:r>
            <a:endParaRPr lang="pl-PL" sz="4400" kern="100" spc="-154" dirty="0">
              <a:solidFill>
                <a:srgbClr val="151515"/>
              </a:solidFill>
              <a:latin typeface="Lato Black"/>
              <a:cs typeface="Lato Black"/>
            </a:endParaRPr>
          </a:p>
        </p:txBody>
      </p:sp>
      <p:sp>
        <p:nvSpPr>
          <p:cNvPr id="9" name="!!Telefon"/>
          <p:cNvSpPr/>
          <p:nvPr/>
        </p:nvSpPr>
        <p:spPr>
          <a:xfrm>
            <a:off x="7499350" y="1181100"/>
            <a:ext cx="3860800" cy="4832350"/>
          </a:xfrm>
          <a:prstGeom prst="roundRect">
            <a:avLst>
              <a:gd name="adj" fmla="val 4590"/>
            </a:avLst>
          </a:prstGeom>
          <a:solidFill>
            <a:srgbClr val="FFFFFF"/>
          </a:solidFill>
          <a:ln w="12700">
            <a:solidFill>
              <a:srgbClr val="D9D9D9"/>
            </a:solidFill>
          </a:ln>
          <a:effectLst>
            <a:outerShdw blurRad="444500" dist="152400" dir="5400000" algn="ctr" rotWithShape="0">
              <a:srgbClr val="000000">
                <a:alpha val="7000"/>
              </a:srgbClr>
            </a:outerShdw>
          </a:effectLst>
        </p:spPr>
        <p:txBody>
          <a:bodyPr rtlCol="0" anchor="ctr"/>
          <a:lstStyle/>
          <a:p>
            <a:pPr algn="ctr"/>
            <a:endParaRPr lang="pl-PL" dirty="0"/>
          </a:p>
        </p:txBody>
      </p:sp>
      <p:sp>
        <p:nvSpPr>
          <p:cNvPr id="10" name="!!Telefon – nagłówek"/>
          <p:cNvSpPr/>
          <p:nvPr/>
        </p:nvSpPr>
        <p:spPr>
          <a:xfrm>
            <a:off x="7505700" y="1187450"/>
            <a:ext cx="3848100" cy="457200"/>
          </a:xfrm>
          <a:prstGeom prst="round2SameRect">
            <a:avLst>
              <a:gd name="adj1" fmla="val 36111"/>
              <a:gd name="adj2" fmla="val 0"/>
            </a:avLst>
          </a:prstGeom>
          <a:solidFill>
            <a:srgbClr val="FFFFFF"/>
          </a:solidFill>
          <a:ln>
            <a:noFill/>
          </a:ln>
        </p:spPr>
        <p:txBody>
          <a:bodyPr rtlCol="0" anchor="ctr"/>
          <a:lstStyle/>
          <a:p>
            <a:pPr algn="ctr"/>
            <a:endParaRPr lang="pl-PL" dirty="0"/>
          </a:p>
        </p:txBody>
      </p:sp>
      <p:sp>
        <p:nvSpPr>
          <p:cNvPr id="11" name="Telefon – nagłówek (wariant)"/>
          <p:cNvSpPr/>
          <p:nvPr/>
        </p:nvSpPr>
        <p:spPr>
          <a:xfrm>
            <a:off x="7505700" y="1631950"/>
            <a:ext cx="3848100" cy="12700"/>
          </a:xfrm>
          <a:prstGeom prst="rect">
            <a:avLst/>
          </a:prstGeom>
          <a:solidFill>
            <a:srgbClr val="EDEDED"/>
          </a:solidFill>
          <a:ln>
            <a:noFill/>
          </a:ln>
        </p:spPr>
        <p:txBody>
          <a:bodyPr rtlCol="0" anchor="ctr"/>
          <a:lstStyle/>
          <a:p>
            <a:pPr algn="ctr"/>
            <a:endParaRPr lang="pl-PL" dirty="0"/>
          </a:p>
        </p:txBody>
      </p:sp>
      <p:sp>
        <p:nvSpPr>
          <p:cNvPr id="12" name="!!Telefon – aplikacja (tekst)"/>
          <p:cNvSpPr txBox="1"/>
          <p:nvPr/>
        </p:nvSpPr>
        <p:spPr>
          <a:xfrm>
            <a:off x="7697291" y="1308100"/>
            <a:ext cx="2425779" cy="198120"/>
          </a:xfrm>
          <a:prstGeom prst="rect">
            <a:avLst/>
          </a:prstGeom>
          <a:noFill/>
          <a:ln>
            <a:noFill/>
          </a:ln>
        </p:spPr>
        <p:txBody>
          <a:bodyPr wrap="none" lIns="0" tIns="0" rIns="0" bIns="0" rtlCol="0" anchor="t">
            <a:noAutofit/>
          </a:bodyPr>
          <a:lstStyle/>
          <a:p>
            <a:pPr algn="l">
              <a:spcBef>
                <a:spcPts val="0"/>
              </a:spcBef>
              <a:spcAft>
                <a:spcPts val="0"/>
              </a:spcAft>
              <a:buNone/>
            </a:pPr>
            <a:r>
              <a:rPr lang="pl-PL" sz="1300" kern="100" spc="-13" dirty="0">
                <a:solidFill>
                  <a:srgbClr val="151515"/>
                </a:solidFill>
                <a:latin typeface="Lato Black"/>
                <a:cs typeface="Lato Black"/>
              </a:rPr>
              <a:t>Aplikacja szybkich dostaw</a:t>
            </a:r>
            <a:endParaRPr lang="pl-PL" sz="1300" kern="100" spc="-13" dirty="0">
              <a:solidFill>
                <a:srgbClr val="151515"/>
              </a:solidFill>
              <a:latin typeface="Lato Black"/>
              <a:cs typeface="Lato Black"/>
            </a:endParaRPr>
          </a:p>
        </p:txBody>
      </p:sp>
      <p:sp>
        <p:nvSpPr>
          <p:cNvPr id="13" name="!!Telefon – koszyk (tekst)"/>
          <p:cNvSpPr txBox="1"/>
          <p:nvPr/>
        </p:nvSpPr>
        <p:spPr>
          <a:xfrm>
            <a:off x="10998349" y="1285875"/>
            <a:ext cx="350163" cy="228600"/>
          </a:xfrm>
          <a:prstGeom prst="rect">
            <a:avLst/>
          </a:prstGeom>
          <a:noFill/>
          <a:ln>
            <a:noFill/>
          </a:ln>
        </p:spPr>
        <p:txBody>
          <a:bodyPr wrap="none" lIns="0" tIns="0" rIns="0" bIns="0" rtlCol="0" anchor="t">
            <a:noAutofit/>
          </a:bodyPr>
          <a:lstStyle/>
          <a:p>
            <a:pPr algn="l">
              <a:spcBef>
                <a:spcPts val="0"/>
              </a:spcBef>
              <a:spcAft>
                <a:spcPts val="0"/>
              </a:spcAft>
              <a:buNone/>
            </a:pPr>
            <a:r>
              <a:rPr lang="pl-PL" sz="1500" kern="100" dirty="0">
                <a:solidFill>
                  <a:srgbClr val="151515"/>
                </a:solidFill>
                <a:latin typeface="Segoe UI Symbol"/>
                <a:cs typeface="Segoe UI Symbol"/>
              </a:rPr>
              <a:t>▣</a:t>
            </a:r>
            <a:endParaRPr lang="pl-PL" sz="1500" kern="100" dirty="0">
              <a:solidFill>
                <a:srgbClr val="151515"/>
              </a:solidFill>
              <a:latin typeface="Segoe UI Symbol"/>
              <a:cs typeface="Segoe UI Symbol"/>
            </a:endParaRPr>
          </a:p>
        </p:txBody>
      </p:sp>
      <p:sp>
        <p:nvSpPr>
          <p:cNvPr id="14" name="!!Telefon – kontekst (tekst)"/>
          <p:cNvSpPr txBox="1"/>
          <p:nvPr/>
        </p:nvSpPr>
        <p:spPr>
          <a:xfrm>
            <a:off x="7696200" y="1797050"/>
            <a:ext cx="3467100" cy="160020"/>
          </a:xfrm>
          <a:prstGeom prst="rect">
            <a:avLst/>
          </a:prstGeom>
          <a:noFill/>
          <a:ln>
            <a:noFill/>
          </a:ln>
        </p:spPr>
        <p:txBody>
          <a:bodyPr wrap="none" lIns="0" tIns="0" rIns="0" bIns="0" rtlCol="0" anchor="t">
            <a:noAutofit/>
          </a:bodyPr>
          <a:lstStyle/>
          <a:p>
            <a:pPr algn="l">
              <a:spcBef>
                <a:spcPts val="0"/>
              </a:spcBef>
              <a:spcAft>
                <a:spcPts val="0"/>
              </a:spcAft>
              <a:buNone/>
            </a:pPr>
            <a:r>
              <a:rPr lang="pl-PL" sz="1050" kern="100" dirty="0">
                <a:solidFill>
                  <a:srgbClr val="777777"/>
                </a:solidFill>
                <a:latin typeface="Lato"/>
                <a:cs typeface="Lato"/>
              </a:rPr>
              <a:t>Słodycze</a:t>
            </a:r>
            <a:endParaRPr lang="pl-PL" sz="1050" kern="100" dirty="0">
              <a:solidFill>
                <a:srgbClr val="777777"/>
              </a:solidFill>
              <a:latin typeface="Lato"/>
              <a:cs typeface="Lato"/>
            </a:endParaRPr>
          </a:p>
        </p:txBody>
      </p:sp>
      <p:sp>
        <p:nvSpPr>
          <p:cNvPr id="15" name="!!Telefon – tytuł (tekst)"/>
          <p:cNvSpPr txBox="1"/>
          <p:nvPr/>
        </p:nvSpPr>
        <p:spPr>
          <a:xfrm>
            <a:off x="7696200" y="2006600"/>
            <a:ext cx="3467100" cy="259080"/>
          </a:xfrm>
          <a:prstGeom prst="rect">
            <a:avLst/>
          </a:prstGeom>
          <a:noFill/>
          <a:ln>
            <a:noFill/>
          </a:ln>
        </p:spPr>
        <p:txBody>
          <a:bodyPr wrap="none" lIns="0" tIns="0" rIns="0" bIns="0" rtlCol="0" anchor="t">
            <a:noAutofit/>
          </a:bodyPr>
          <a:lstStyle/>
          <a:p>
            <a:pPr algn="l">
              <a:spcBef>
                <a:spcPts val="0"/>
              </a:spcBef>
              <a:spcAft>
                <a:spcPts val="0"/>
              </a:spcAft>
              <a:buNone/>
            </a:pPr>
            <a:r>
              <a:rPr lang="pl-PL" sz="1700" kern="100" spc="-42" dirty="0">
                <a:solidFill>
                  <a:srgbClr val="1C1C1C"/>
                </a:solidFill>
                <a:latin typeface="Lato Black"/>
                <a:cs typeface="Lato Black"/>
              </a:rPr>
              <a:t>Czekolady</a:t>
            </a:r>
            <a:endParaRPr lang="pl-PL" sz="1700" kern="100" spc="-42" dirty="0">
              <a:solidFill>
                <a:srgbClr val="1C1C1C"/>
              </a:solidFill>
              <a:latin typeface="Lato Black"/>
              <a:cs typeface="Lato Black"/>
            </a:endParaRPr>
          </a:p>
        </p:txBody>
      </p:sp>
      <p:sp>
        <p:nvSpPr>
          <p:cNvPr id="16" name="Kształt"/>
          <p:cNvSpPr/>
          <p:nvPr/>
        </p:nvSpPr>
        <p:spPr>
          <a:xfrm>
            <a:off x="7699375" y="2384425"/>
            <a:ext cx="1682750" cy="1492250"/>
          </a:xfrm>
          <a:prstGeom prst="roundRect">
            <a:avLst>
              <a:gd name="adj" fmla="val 5932"/>
            </a:avLst>
          </a:prstGeom>
          <a:noFill/>
          <a:ln w="6350">
            <a:solidFill>
              <a:srgbClr val="E6E6E6"/>
            </a:solidFill>
          </a:ln>
        </p:spPr>
        <p:txBody>
          <a:bodyPr rtlCol="0" anchor="ctr"/>
          <a:lstStyle/>
          <a:p>
            <a:pPr algn="ctr"/>
            <a:endParaRPr lang="pl-PL" dirty="0"/>
          </a:p>
        </p:txBody>
      </p:sp>
      <p:sp>
        <p:nvSpPr>
          <p:cNvPr id="17" name="Kształt 2"/>
          <p:cNvSpPr/>
          <p:nvPr/>
        </p:nvSpPr>
        <p:spPr>
          <a:xfrm>
            <a:off x="7699375" y="2384425"/>
            <a:ext cx="1682750" cy="1492250"/>
          </a:xfrm>
          <a:prstGeom prst="roundRect">
            <a:avLst>
              <a:gd name="adj" fmla="val 5932"/>
            </a:avLst>
          </a:prstGeom>
          <a:noFill/>
          <a:ln w="6350">
            <a:solidFill>
              <a:srgbClr val="E6E6E6"/>
            </a:solidFill>
          </a:ln>
        </p:spPr>
        <p:txBody>
          <a:bodyPr rtlCol="0" anchor="ctr"/>
          <a:lstStyle/>
          <a:p>
            <a:pPr algn="ctr"/>
            <a:endParaRPr lang="pl-PL" dirty="0"/>
          </a:p>
        </p:txBody>
      </p:sp>
      <p:sp>
        <p:nvSpPr>
          <p:cNvPr id="18" name="Kształt 3"/>
          <p:cNvSpPr/>
          <p:nvPr/>
        </p:nvSpPr>
        <p:spPr>
          <a:xfrm>
            <a:off x="7693025" y="2378075"/>
            <a:ext cx="1695450" cy="1504950"/>
          </a:xfrm>
          <a:prstGeom prst="roundRect">
            <a:avLst>
              <a:gd name="adj" fmla="val 6118"/>
            </a:avLst>
          </a:prstGeom>
          <a:noFill/>
          <a:ln w="19050">
            <a:solidFill>
              <a:srgbClr val="EE312F"/>
            </a:solidFill>
          </a:ln>
        </p:spPr>
        <p:txBody>
          <a:bodyPr rtlCol="0" anchor="ctr"/>
          <a:lstStyle/>
          <a:p>
            <a:pPr algn="ctr"/>
            <a:endParaRPr lang="pl-PL" dirty="0"/>
          </a:p>
        </p:txBody>
      </p:sp>
      <p:sp>
        <p:nvSpPr>
          <p:cNvPr id="19" name="Kształt 4"/>
          <p:cNvSpPr/>
          <p:nvPr/>
        </p:nvSpPr>
        <p:spPr>
          <a:xfrm>
            <a:off x="7792740" y="2463800"/>
            <a:ext cx="654050" cy="152400"/>
          </a:xfrm>
          <a:prstGeom prst="roundRect">
            <a:avLst>
              <a:gd name="adj" fmla="val 25000"/>
            </a:avLst>
          </a:prstGeom>
          <a:solidFill>
            <a:srgbClr val="FFFFFF"/>
          </a:solidFill>
          <a:ln>
            <a:noFill/>
          </a:ln>
        </p:spPr>
        <p:txBody>
          <a:bodyPr rtlCol="0" anchor="ctr"/>
          <a:lstStyle/>
          <a:p>
            <a:pPr algn="ctr"/>
            <a:endParaRPr lang="pl-PL" dirty="0"/>
          </a:p>
        </p:txBody>
      </p:sp>
      <p:sp>
        <p:nvSpPr>
          <p:cNvPr id="20" name="Tekst: Sponsorowane"/>
          <p:cNvSpPr txBox="1"/>
          <p:nvPr/>
        </p:nvSpPr>
        <p:spPr>
          <a:xfrm>
            <a:off x="7843540" y="2489200"/>
            <a:ext cx="818436" cy="99060"/>
          </a:xfrm>
          <a:prstGeom prst="rect">
            <a:avLst/>
          </a:prstGeom>
          <a:noFill/>
          <a:ln>
            <a:noFill/>
          </a:ln>
        </p:spPr>
        <p:txBody>
          <a:bodyPr wrap="none" lIns="0" tIns="0" rIns="0" bIns="0" rtlCol="0" anchor="t">
            <a:noAutofit/>
          </a:bodyPr>
          <a:lstStyle/>
          <a:p>
            <a:pPr algn="l">
              <a:spcBef>
                <a:spcPts val="0"/>
              </a:spcBef>
              <a:spcAft>
                <a:spcPts val="0"/>
              </a:spcAft>
              <a:buNone/>
            </a:pPr>
            <a:r>
              <a:rPr lang="pl-PL" sz="650" kern="100" spc="13" dirty="0">
                <a:solidFill>
                  <a:srgbClr val="7A7A7A"/>
                </a:solidFill>
                <a:latin typeface="Lato"/>
                <a:cs typeface="Lato"/>
              </a:rPr>
              <a:t>Sponsorowane</a:t>
            </a:r>
            <a:endParaRPr lang="pl-PL" sz="650" kern="100" spc="13" dirty="0">
              <a:solidFill>
                <a:srgbClr val="7A7A7A"/>
              </a:solidFill>
              <a:latin typeface="Lato"/>
              <a:cs typeface="Lato"/>
            </a:endParaRPr>
          </a:p>
        </p:txBody>
      </p:sp>
      <p:sp>
        <p:nvSpPr>
          <p:cNvPr id="21" name="Kształt 5"/>
          <p:cNvSpPr/>
          <p:nvPr/>
        </p:nvSpPr>
        <p:spPr>
          <a:xfrm>
            <a:off x="7791450" y="2463800"/>
            <a:ext cx="1498600" cy="635000"/>
          </a:xfrm>
          <a:prstGeom prst="roundRect">
            <a:avLst>
              <a:gd name="adj" fmla="val 10000"/>
            </a:avLst>
          </a:prstGeom>
          <a:solidFill>
            <a:srgbClr val="F1ECE4"/>
          </a:solidFill>
          <a:ln>
            <a:noFill/>
          </a:ln>
        </p:spPr>
        <p:txBody>
          <a:bodyPr rtlCol="0" anchor="ctr"/>
          <a:lstStyle/>
          <a:p>
            <a:pPr algn="ctr"/>
            <a:endParaRPr lang="pl-PL" dirty="0"/>
          </a:p>
        </p:txBody>
      </p:sp>
      <p:sp>
        <p:nvSpPr>
          <p:cNvPr id="22" name="Kształt 6"/>
          <p:cNvSpPr/>
          <p:nvPr/>
        </p:nvSpPr>
        <p:spPr>
          <a:xfrm rot="21240000">
            <a:off x="8007350" y="2540000"/>
            <a:ext cx="1066800" cy="482600"/>
          </a:xfrm>
          <a:prstGeom prst="roundRect">
            <a:avLst>
              <a:gd name="adj" fmla="val 7895"/>
            </a:avLst>
          </a:prstGeom>
          <a:solidFill>
            <a:srgbClr val="23305E"/>
          </a:solidFill>
          <a:ln>
            <a:noFill/>
          </a:ln>
          <a:effectLst>
            <a:outerShdw blurRad="76200" dist="50800" dir="5400000" algn="ctr" rotWithShape="0">
              <a:srgbClr val="000000">
                <a:alpha val="13300"/>
              </a:srgbClr>
            </a:outerShdw>
          </a:effectLst>
        </p:spPr>
        <p:txBody>
          <a:bodyPr rtlCol="0" anchor="ctr"/>
          <a:lstStyle/>
          <a:p>
            <a:pPr algn="ctr"/>
            <a:endParaRPr lang="pl-PL" dirty="0"/>
          </a:p>
        </p:txBody>
      </p:sp>
      <p:sp>
        <p:nvSpPr>
          <p:cNvPr id="23" name="Linia"/>
          <p:cNvSpPr/>
          <p:nvPr/>
        </p:nvSpPr>
        <p:spPr>
          <a:xfrm rot="21240000">
            <a:off x="8009924" y="2589118"/>
            <a:ext cx="127000" cy="482600"/>
          </a:xfrm>
          <a:prstGeom prst="rect">
            <a:avLst/>
          </a:prstGeom>
          <a:solidFill>
            <a:srgbClr val="D6B15E"/>
          </a:solidFill>
          <a:ln>
            <a:noFill/>
          </a:ln>
        </p:spPr>
        <p:txBody>
          <a:bodyPr rtlCol="0" anchor="ctr"/>
          <a:lstStyle/>
          <a:p>
            <a:pPr algn="ctr"/>
            <a:endParaRPr lang="pl-PL" dirty="0"/>
          </a:p>
        </p:txBody>
      </p:sp>
      <p:sp>
        <p:nvSpPr>
          <p:cNvPr id="24" name="Tekst: B"/>
          <p:cNvSpPr txBox="1"/>
          <p:nvPr/>
        </p:nvSpPr>
        <p:spPr>
          <a:xfrm rot="21240000">
            <a:off x="8203319" y="2607276"/>
            <a:ext cx="354687" cy="254000"/>
          </a:xfrm>
          <a:prstGeom prst="rect">
            <a:avLst/>
          </a:prstGeom>
          <a:noFill/>
          <a:ln>
            <a:noFill/>
          </a:ln>
        </p:spPr>
        <p:txBody>
          <a:bodyPr wrap="none" lIns="0" tIns="0" rIns="0" bIns="0" rtlCol="0" anchor="t">
            <a:noAutofit/>
          </a:bodyPr>
          <a:lstStyle/>
          <a:p>
            <a:pPr algn="l">
              <a:spcBef>
                <a:spcPts val="0"/>
              </a:spcBef>
              <a:spcAft>
                <a:spcPts val="0"/>
              </a:spcAft>
              <a:buNone/>
            </a:pPr>
            <a:r>
              <a:rPr lang="pl-PL" sz="2000" kern="100" dirty="0">
                <a:solidFill>
                  <a:srgbClr val="FFFFFF"/>
                </a:solidFill>
                <a:latin typeface="Lato Black"/>
                <a:cs typeface="Lato Black"/>
              </a:rPr>
              <a:t>B</a:t>
            </a:r>
            <a:endParaRPr lang="pl-PL" sz="2000" kern="100" dirty="0">
              <a:solidFill>
                <a:srgbClr val="FFFFFF"/>
              </a:solidFill>
              <a:latin typeface="Lato Black"/>
              <a:cs typeface="Lato Black"/>
            </a:endParaRPr>
          </a:p>
        </p:txBody>
      </p:sp>
      <p:sp>
        <p:nvSpPr>
          <p:cNvPr id="25" name="Tekst: Z ORZECHAMI"/>
          <p:cNvSpPr txBox="1"/>
          <p:nvPr/>
        </p:nvSpPr>
        <p:spPr>
          <a:xfrm rot="21240000">
            <a:off x="8224822" y="2851193"/>
            <a:ext cx="886539" cy="99060"/>
          </a:xfrm>
          <a:prstGeom prst="rect">
            <a:avLst/>
          </a:prstGeom>
          <a:noFill/>
          <a:ln>
            <a:noFill/>
          </a:ln>
        </p:spPr>
        <p:txBody>
          <a:bodyPr wrap="none" lIns="0" tIns="0" rIns="0" bIns="0" rtlCol="0" anchor="t">
            <a:noAutofit/>
          </a:bodyPr>
          <a:lstStyle/>
          <a:p>
            <a:pPr algn="l">
              <a:spcBef>
                <a:spcPts val="0"/>
              </a:spcBef>
              <a:spcAft>
                <a:spcPts val="0"/>
              </a:spcAft>
              <a:buNone/>
            </a:pPr>
            <a:r>
              <a:rPr lang="pl-PL" sz="650" kern="100" spc="33" dirty="0">
                <a:solidFill>
                  <a:srgbClr val="FFFFFF"/>
                </a:solidFill>
                <a:latin typeface="Lato Black"/>
                <a:cs typeface="Lato Black"/>
              </a:rPr>
              <a:t>Z ORZECHAMI</a:t>
            </a:r>
            <a:endParaRPr lang="pl-PL" sz="650" kern="100" spc="33" dirty="0">
              <a:solidFill>
                <a:srgbClr val="FFFFFF"/>
              </a:solidFill>
              <a:latin typeface="Lato Black"/>
              <a:cs typeface="Lato Black"/>
            </a:endParaRPr>
          </a:p>
        </p:txBody>
      </p:sp>
      <p:sp>
        <p:nvSpPr>
          <p:cNvPr id="26" name="Tekst: Czekolada z orzechami"/>
          <p:cNvSpPr txBox="1"/>
          <p:nvPr/>
        </p:nvSpPr>
        <p:spPr>
          <a:xfrm>
            <a:off x="7791450" y="3162300"/>
            <a:ext cx="1689021" cy="152400"/>
          </a:xfrm>
          <a:prstGeom prst="rect">
            <a:avLst/>
          </a:prstGeom>
          <a:noFill/>
          <a:ln>
            <a:noFill/>
          </a:ln>
        </p:spPr>
        <p:txBody>
          <a:bodyPr wrap="none" lIns="0" tIns="0" rIns="0" bIns="0" rtlCol="0" anchor="t">
            <a:noAutofit/>
          </a:bodyPr>
          <a:lstStyle/>
          <a:p>
            <a:pPr algn="l">
              <a:spcBef>
                <a:spcPts val="0"/>
              </a:spcBef>
              <a:spcAft>
                <a:spcPts val="0"/>
              </a:spcAft>
              <a:buNone/>
            </a:pPr>
            <a:r>
              <a:rPr lang="pl-PL" sz="1000" b="1" kern="100" dirty="0">
                <a:solidFill>
                  <a:srgbClr val="1C1C1C"/>
                </a:solidFill>
                <a:latin typeface="Lato"/>
                <a:cs typeface="Lato"/>
              </a:rPr>
              <a:t>Czekolada z orzechami</a:t>
            </a:r>
            <a:endParaRPr lang="pl-PL" sz="1000" b="1" kern="100" dirty="0">
              <a:solidFill>
                <a:srgbClr val="1C1C1C"/>
              </a:solidFill>
              <a:latin typeface="Lato"/>
              <a:cs typeface="Lato"/>
            </a:endParaRPr>
          </a:p>
        </p:txBody>
      </p:sp>
      <p:sp>
        <p:nvSpPr>
          <p:cNvPr id="27" name="Tekst: marka B · 100 g"/>
          <p:cNvSpPr txBox="1"/>
          <p:nvPr/>
        </p:nvSpPr>
        <p:spPr>
          <a:xfrm>
            <a:off x="7791450" y="3333750"/>
            <a:ext cx="1498600" cy="121920"/>
          </a:xfrm>
          <a:prstGeom prst="rect">
            <a:avLst/>
          </a:prstGeom>
          <a:noFill/>
          <a:ln>
            <a:noFill/>
          </a:ln>
        </p:spPr>
        <p:txBody>
          <a:bodyPr wrap="none" lIns="0" tIns="0" rIns="0" bIns="0" rtlCol="0" anchor="t">
            <a:noAutofit/>
          </a:bodyPr>
          <a:lstStyle/>
          <a:p>
            <a:pPr algn="l">
              <a:spcBef>
                <a:spcPts val="0"/>
              </a:spcBef>
              <a:spcAft>
                <a:spcPts val="0"/>
              </a:spcAft>
              <a:buNone/>
            </a:pPr>
            <a:r>
              <a:rPr lang="pl-PL" sz="800" kern="100" dirty="0">
                <a:solidFill>
                  <a:srgbClr val="888888"/>
                </a:solidFill>
                <a:latin typeface="Lato"/>
                <a:cs typeface="Lato"/>
              </a:rPr>
              <a:t>marka B · 100 g</a:t>
            </a:r>
            <a:endParaRPr lang="pl-PL" sz="800" kern="100" dirty="0">
              <a:solidFill>
                <a:srgbClr val="888888"/>
              </a:solidFill>
              <a:latin typeface="Lato"/>
              <a:cs typeface="Lato"/>
            </a:endParaRPr>
          </a:p>
        </p:txBody>
      </p:sp>
      <p:sp>
        <p:nvSpPr>
          <p:cNvPr id="28" name="Tekst: 6,49 zł"/>
          <p:cNvSpPr txBox="1"/>
          <p:nvPr/>
        </p:nvSpPr>
        <p:spPr>
          <a:xfrm>
            <a:off x="7791896" y="3527425"/>
            <a:ext cx="656392"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6,49 zł</a:t>
            </a:r>
            <a:endParaRPr lang="pl-PL" sz="1100" b="1" kern="100" dirty="0">
              <a:solidFill>
                <a:srgbClr val="1C1C1C"/>
              </a:solidFill>
              <a:latin typeface="Lato"/>
              <a:cs typeface="Lato"/>
            </a:endParaRPr>
          </a:p>
        </p:txBody>
      </p:sp>
      <p:sp>
        <p:nvSpPr>
          <p:cNvPr id="29" name="Kształt 7"/>
          <p:cNvSpPr/>
          <p:nvPr/>
        </p:nvSpPr>
        <p:spPr>
          <a:xfrm>
            <a:off x="9086850" y="3511550"/>
            <a:ext cx="203200" cy="203200"/>
          </a:xfrm>
          <a:prstGeom prst="ellipse">
            <a:avLst/>
          </a:prstGeom>
          <a:solidFill>
            <a:srgbClr val="F1F1F1"/>
          </a:solidFill>
          <a:ln>
            <a:noFill/>
          </a:ln>
        </p:spPr>
        <p:txBody>
          <a:bodyPr rtlCol="0" anchor="ctr"/>
          <a:lstStyle/>
          <a:p>
            <a:pPr algn="ctr"/>
            <a:endParaRPr lang="pl-PL" dirty="0"/>
          </a:p>
        </p:txBody>
      </p:sp>
      <p:sp>
        <p:nvSpPr>
          <p:cNvPr id="30" name="Kształt 8"/>
          <p:cNvSpPr/>
          <p:nvPr/>
        </p:nvSpPr>
        <p:spPr>
          <a:xfrm>
            <a:off x="9086850" y="3511550"/>
            <a:ext cx="203200" cy="203200"/>
          </a:xfrm>
          <a:prstGeom prst="ellipse">
            <a:avLst/>
          </a:prstGeom>
          <a:solidFill>
            <a:srgbClr val="EE312F"/>
          </a:solidFill>
          <a:ln>
            <a:noFill/>
          </a:ln>
        </p:spPr>
        <p:txBody>
          <a:bodyPr rtlCol="0" anchor="ctr"/>
          <a:lstStyle/>
          <a:p>
            <a:pPr algn="ctr"/>
            <a:endParaRPr lang="pl-PL" dirty="0"/>
          </a:p>
        </p:txBody>
      </p:sp>
      <p:sp>
        <p:nvSpPr>
          <p:cNvPr id="31" name="Tekst: +"/>
          <p:cNvSpPr txBox="1"/>
          <p:nvPr/>
        </p:nvSpPr>
        <p:spPr>
          <a:xfrm>
            <a:off x="9086850" y="3524250"/>
            <a:ext cx="254079" cy="175260"/>
          </a:xfrm>
          <a:prstGeom prst="rect">
            <a:avLst/>
          </a:prstGeom>
          <a:noFill/>
          <a:ln>
            <a:noFill/>
          </a:ln>
        </p:spPr>
        <p:txBody>
          <a:bodyPr wrap="none" lIns="0" tIns="0" rIns="0" bIns="0" rtlCol="0" anchor="t">
            <a:noAutofit/>
          </a:bodyPr>
          <a:lstStyle/>
          <a:p>
            <a:pPr algn="l">
              <a:spcBef>
                <a:spcPts val="0"/>
              </a:spcBef>
              <a:spcAft>
                <a:spcPts val="0"/>
              </a:spcAft>
              <a:buNone/>
            </a:pPr>
            <a:r>
              <a:rPr lang="pl-PL" sz="1150" b="1" kern="100" dirty="0">
                <a:solidFill>
                  <a:srgbClr val="151515"/>
                </a:solidFill>
                <a:latin typeface="Lato"/>
                <a:cs typeface="Lato"/>
              </a:rPr>
              <a:t>+</a:t>
            </a:r>
            <a:endParaRPr lang="pl-PL" sz="1150" b="1" kern="100" dirty="0">
              <a:solidFill>
                <a:srgbClr val="151515"/>
              </a:solidFill>
              <a:latin typeface="Lato"/>
              <a:cs typeface="Lato"/>
            </a:endParaRPr>
          </a:p>
        </p:txBody>
      </p:sp>
      <p:sp>
        <p:nvSpPr>
          <p:cNvPr id="32" name="Tekst: ✓"/>
          <p:cNvSpPr txBox="1"/>
          <p:nvPr/>
        </p:nvSpPr>
        <p:spPr>
          <a:xfrm>
            <a:off x="9086850" y="3511550"/>
            <a:ext cx="203200" cy="203200"/>
          </a:xfrm>
          <a:prstGeom prst="rect">
            <a:avLst/>
          </a:prstGeom>
          <a:noFill/>
          <a:ln>
            <a:noFill/>
          </a:ln>
        </p:spPr>
        <p:txBody>
          <a:bodyPr wrap="none" lIns="0" tIns="0" rIns="0" bIns="0" rtlCol="0" anchor="ctr">
            <a:noAutofit/>
          </a:bodyPr>
          <a:lstStyle/>
          <a:p>
            <a:pPr algn="ctr">
              <a:spcBef>
                <a:spcPts val="0"/>
              </a:spcBef>
              <a:spcAft>
                <a:spcPts val="0"/>
              </a:spcAft>
              <a:buNone/>
            </a:pPr>
            <a:r>
              <a:rPr lang="pl-PL" sz="1000" kern="100" dirty="0">
                <a:solidFill>
                  <a:srgbClr val="FFFFFF"/>
                </a:solidFill>
                <a:latin typeface="Segoe UI Symbol"/>
                <a:cs typeface="Segoe UI Symbol"/>
              </a:rPr>
              <a:t>✓</a:t>
            </a:r>
            <a:endParaRPr lang="pl-PL" sz="1000" kern="100" dirty="0">
              <a:solidFill>
                <a:srgbClr val="FFFFFF"/>
              </a:solidFill>
              <a:latin typeface="Segoe UI Symbol"/>
              <a:cs typeface="Segoe UI Symbol"/>
            </a:endParaRPr>
          </a:p>
        </p:txBody>
      </p:sp>
      <p:sp>
        <p:nvSpPr>
          <p:cNvPr id="33" name="Kształt 9"/>
          <p:cNvSpPr/>
          <p:nvPr/>
        </p:nvSpPr>
        <p:spPr>
          <a:xfrm>
            <a:off x="9477375" y="2384425"/>
            <a:ext cx="1682750" cy="1492250"/>
          </a:xfrm>
          <a:prstGeom prst="roundRect">
            <a:avLst>
              <a:gd name="adj" fmla="val 5932"/>
            </a:avLst>
          </a:prstGeom>
          <a:noFill/>
          <a:ln w="6350">
            <a:solidFill>
              <a:srgbClr val="E6E6E6"/>
            </a:solidFill>
          </a:ln>
        </p:spPr>
        <p:txBody>
          <a:bodyPr rtlCol="0" anchor="ctr"/>
          <a:lstStyle/>
          <a:p>
            <a:pPr algn="ctr"/>
            <a:endParaRPr lang="pl-PL" dirty="0"/>
          </a:p>
        </p:txBody>
      </p:sp>
      <p:sp>
        <p:nvSpPr>
          <p:cNvPr id="34" name="Kształt 10"/>
          <p:cNvSpPr/>
          <p:nvPr/>
        </p:nvSpPr>
        <p:spPr>
          <a:xfrm>
            <a:off x="9569450" y="2463800"/>
            <a:ext cx="1498600" cy="635000"/>
          </a:xfrm>
          <a:prstGeom prst="roundRect">
            <a:avLst>
              <a:gd name="adj" fmla="val 10000"/>
            </a:avLst>
          </a:prstGeom>
          <a:solidFill>
            <a:srgbClr val="F6F3EE"/>
          </a:solidFill>
          <a:ln>
            <a:noFill/>
          </a:ln>
        </p:spPr>
        <p:txBody>
          <a:bodyPr rtlCol="0" anchor="ctr"/>
          <a:lstStyle/>
          <a:p>
            <a:pPr algn="ctr"/>
            <a:endParaRPr lang="pl-PL" dirty="0"/>
          </a:p>
        </p:txBody>
      </p:sp>
      <p:sp>
        <p:nvSpPr>
          <p:cNvPr id="35" name="Kształt 11"/>
          <p:cNvSpPr/>
          <p:nvPr/>
        </p:nvSpPr>
        <p:spPr>
          <a:xfrm rot="21240000">
            <a:off x="9785350" y="2540000"/>
            <a:ext cx="1066800" cy="482600"/>
          </a:xfrm>
          <a:prstGeom prst="roundRect">
            <a:avLst>
              <a:gd name="adj" fmla="val 7895"/>
            </a:avLst>
          </a:prstGeom>
          <a:solidFill>
            <a:srgbClr val="E2932B"/>
          </a:solidFill>
          <a:ln>
            <a:noFill/>
          </a:ln>
          <a:effectLst>
            <a:outerShdw blurRad="76200" dist="50800" dir="5400000" algn="ctr" rotWithShape="0">
              <a:srgbClr val="000000">
                <a:alpha val="13300"/>
              </a:srgbClr>
            </a:outerShdw>
          </a:effectLst>
        </p:spPr>
        <p:txBody>
          <a:bodyPr rtlCol="0" anchor="ctr"/>
          <a:lstStyle/>
          <a:p>
            <a:pPr algn="ctr"/>
            <a:endParaRPr lang="pl-PL" dirty="0"/>
          </a:p>
        </p:txBody>
      </p:sp>
      <p:sp>
        <p:nvSpPr>
          <p:cNvPr id="36" name="Linia 2"/>
          <p:cNvSpPr/>
          <p:nvPr/>
        </p:nvSpPr>
        <p:spPr>
          <a:xfrm rot="21240000">
            <a:off x="9787924" y="2589118"/>
            <a:ext cx="127000" cy="482600"/>
          </a:xfrm>
          <a:prstGeom prst="rect">
            <a:avLst/>
          </a:prstGeom>
          <a:solidFill>
            <a:srgbClr val="D6B15E"/>
          </a:solidFill>
          <a:ln>
            <a:noFill/>
          </a:ln>
        </p:spPr>
        <p:txBody>
          <a:bodyPr rtlCol="0" anchor="ctr"/>
          <a:lstStyle/>
          <a:p>
            <a:pPr algn="ctr"/>
            <a:endParaRPr lang="pl-PL" dirty="0"/>
          </a:p>
        </p:txBody>
      </p:sp>
      <p:sp>
        <p:nvSpPr>
          <p:cNvPr id="37" name="Tekst: A"/>
          <p:cNvSpPr txBox="1"/>
          <p:nvPr/>
        </p:nvSpPr>
        <p:spPr>
          <a:xfrm rot="21240000">
            <a:off x="9983014" y="2606479"/>
            <a:ext cx="366474" cy="254000"/>
          </a:xfrm>
          <a:prstGeom prst="rect">
            <a:avLst/>
          </a:prstGeom>
          <a:noFill/>
          <a:ln>
            <a:noFill/>
          </a:ln>
        </p:spPr>
        <p:txBody>
          <a:bodyPr wrap="none" lIns="0" tIns="0" rIns="0" bIns="0" rtlCol="0" anchor="t">
            <a:noAutofit/>
          </a:bodyPr>
          <a:lstStyle/>
          <a:p>
            <a:pPr algn="l">
              <a:spcBef>
                <a:spcPts val="0"/>
              </a:spcBef>
              <a:spcAft>
                <a:spcPts val="0"/>
              </a:spcAft>
              <a:buNone/>
            </a:pPr>
            <a:r>
              <a:rPr lang="pl-PL" sz="2000" kern="100" dirty="0">
                <a:solidFill>
                  <a:srgbClr val="FFFFFF"/>
                </a:solidFill>
                <a:latin typeface="Lato Black"/>
                <a:cs typeface="Lato Black"/>
              </a:rPr>
              <a:t>A</a:t>
            </a:r>
            <a:endParaRPr lang="pl-PL" sz="2000" kern="100" dirty="0">
              <a:solidFill>
                <a:srgbClr val="FFFFFF"/>
              </a:solidFill>
              <a:latin typeface="Lato Black"/>
              <a:cs typeface="Lato Black"/>
            </a:endParaRPr>
          </a:p>
        </p:txBody>
      </p:sp>
      <p:sp>
        <p:nvSpPr>
          <p:cNvPr id="38" name="Tekst: GORZKA 70%"/>
          <p:cNvSpPr txBox="1"/>
          <p:nvPr/>
        </p:nvSpPr>
        <p:spPr>
          <a:xfrm rot="21240000">
            <a:off x="10003262" y="2853913"/>
            <a:ext cx="833914" cy="99060"/>
          </a:xfrm>
          <a:prstGeom prst="rect">
            <a:avLst/>
          </a:prstGeom>
          <a:noFill/>
          <a:ln>
            <a:noFill/>
          </a:ln>
        </p:spPr>
        <p:txBody>
          <a:bodyPr wrap="none" lIns="0" tIns="0" rIns="0" bIns="0" rtlCol="0" anchor="t">
            <a:noAutofit/>
          </a:bodyPr>
          <a:lstStyle/>
          <a:p>
            <a:pPr algn="l">
              <a:spcBef>
                <a:spcPts val="0"/>
              </a:spcBef>
              <a:spcAft>
                <a:spcPts val="0"/>
              </a:spcAft>
              <a:buNone/>
            </a:pPr>
            <a:r>
              <a:rPr lang="pl-PL" sz="650" kern="100" spc="33" dirty="0">
                <a:solidFill>
                  <a:srgbClr val="FFFFFF"/>
                </a:solidFill>
                <a:latin typeface="Lato Black"/>
                <a:cs typeface="Lato Black"/>
              </a:rPr>
              <a:t>GORZKA 70%</a:t>
            </a:r>
            <a:endParaRPr lang="pl-PL" sz="650" kern="100" spc="33" dirty="0">
              <a:solidFill>
                <a:srgbClr val="FFFFFF"/>
              </a:solidFill>
              <a:latin typeface="Lato Black"/>
              <a:cs typeface="Lato Black"/>
            </a:endParaRPr>
          </a:p>
        </p:txBody>
      </p:sp>
      <p:sp>
        <p:nvSpPr>
          <p:cNvPr id="39" name="Tekst: Czekolada gorzka 70%"/>
          <p:cNvSpPr txBox="1"/>
          <p:nvPr/>
        </p:nvSpPr>
        <p:spPr>
          <a:xfrm>
            <a:off x="9569450" y="3162300"/>
            <a:ext cx="1675448" cy="152400"/>
          </a:xfrm>
          <a:prstGeom prst="rect">
            <a:avLst/>
          </a:prstGeom>
          <a:noFill/>
          <a:ln>
            <a:noFill/>
          </a:ln>
        </p:spPr>
        <p:txBody>
          <a:bodyPr wrap="none" lIns="0" tIns="0" rIns="0" bIns="0" rtlCol="0" anchor="t">
            <a:noAutofit/>
          </a:bodyPr>
          <a:lstStyle/>
          <a:p>
            <a:pPr algn="l">
              <a:spcBef>
                <a:spcPts val="0"/>
              </a:spcBef>
              <a:spcAft>
                <a:spcPts val="0"/>
              </a:spcAft>
              <a:buNone/>
            </a:pPr>
            <a:r>
              <a:rPr lang="pl-PL" sz="1000" b="1" kern="100" dirty="0">
                <a:solidFill>
                  <a:srgbClr val="1C1C1C"/>
                </a:solidFill>
                <a:latin typeface="Lato"/>
                <a:cs typeface="Lato"/>
              </a:rPr>
              <a:t>Czekolada gorzka 70%</a:t>
            </a:r>
            <a:endParaRPr lang="pl-PL" sz="1000" b="1" kern="100" dirty="0">
              <a:solidFill>
                <a:srgbClr val="1C1C1C"/>
              </a:solidFill>
              <a:latin typeface="Lato"/>
              <a:cs typeface="Lato"/>
            </a:endParaRPr>
          </a:p>
        </p:txBody>
      </p:sp>
      <p:sp>
        <p:nvSpPr>
          <p:cNvPr id="40" name="Tekst: marka A · 100 g"/>
          <p:cNvSpPr txBox="1"/>
          <p:nvPr/>
        </p:nvSpPr>
        <p:spPr>
          <a:xfrm>
            <a:off x="9569450" y="3333750"/>
            <a:ext cx="1498600" cy="121920"/>
          </a:xfrm>
          <a:prstGeom prst="rect">
            <a:avLst/>
          </a:prstGeom>
          <a:noFill/>
          <a:ln>
            <a:noFill/>
          </a:ln>
        </p:spPr>
        <p:txBody>
          <a:bodyPr wrap="none" lIns="0" tIns="0" rIns="0" bIns="0" rtlCol="0" anchor="t">
            <a:noAutofit/>
          </a:bodyPr>
          <a:lstStyle/>
          <a:p>
            <a:pPr algn="l">
              <a:spcBef>
                <a:spcPts val="0"/>
              </a:spcBef>
              <a:spcAft>
                <a:spcPts val="0"/>
              </a:spcAft>
              <a:buNone/>
            </a:pPr>
            <a:r>
              <a:rPr lang="pl-PL" sz="800" kern="100" dirty="0">
                <a:solidFill>
                  <a:srgbClr val="888888"/>
                </a:solidFill>
                <a:latin typeface="Lato"/>
                <a:cs typeface="Lato"/>
              </a:rPr>
              <a:t>marka A · 100 g</a:t>
            </a:r>
            <a:endParaRPr lang="pl-PL" sz="800" kern="100" dirty="0">
              <a:solidFill>
                <a:srgbClr val="888888"/>
              </a:solidFill>
              <a:latin typeface="Lato"/>
              <a:cs typeface="Lato"/>
            </a:endParaRPr>
          </a:p>
        </p:txBody>
      </p:sp>
      <p:sp>
        <p:nvSpPr>
          <p:cNvPr id="41" name="Tekst: 7,29 zł"/>
          <p:cNvSpPr txBox="1"/>
          <p:nvPr/>
        </p:nvSpPr>
        <p:spPr>
          <a:xfrm>
            <a:off x="9569896" y="3527425"/>
            <a:ext cx="656392"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7,29 zł</a:t>
            </a:r>
            <a:endParaRPr lang="pl-PL" sz="1100" b="1" kern="100" dirty="0">
              <a:solidFill>
                <a:srgbClr val="1C1C1C"/>
              </a:solidFill>
              <a:latin typeface="Lato"/>
              <a:cs typeface="Lato"/>
            </a:endParaRPr>
          </a:p>
        </p:txBody>
      </p:sp>
      <p:sp>
        <p:nvSpPr>
          <p:cNvPr id="42" name="Kształt 12"/>
          <p:cNvSpPr/>
          <p:nvPr/>
        </p:nvSpPr>
        <p:spPr>
          <a:xfrm>
            <a:off x="10864850" y="3511550"/>
            <a:ext cx="203200" cy="203200"/>
          </a:xfrm>
          <a:prstGeom prst="ellipse">
            <a:avLst/>
          </a:prstGeom>
          <a:solidFill>
            <a:srgbClr val="F1F1F1"/>
          </a:solidFill>
          <a:ln>
            <a:noFill/>
          </a:ln>
        </p:spPr>
        <p:txBody>
          <a:bodyPr rtlCol="0" anchor="ctr"/>
          <a:lstStyle/>
          <a:p>
            <a:pPr algn="ctr"/>
            <a:endParaRPr lang="pl-PL" dirty="0"/>
          </a:p>
        </p:txBody>
      </p:sp>
      <p:sp>
        <p:nvSpPr>
          <p:cNvPr id="43" name="Tekst: + 2"/>
          <p:cNvSpPr txBox="1"/>
          <p:nvPr/>
        </p:nvSpPr>
        <p:spPr>
          <a:xfrm>
            <a:off x="10864850" y="3524250"/>
            <a:ext cx="254079" cy="175260"/>
          </a:xfrm>
          <a:prstGeom prst="rect">
            <a:avLst/>
          </a:prstGeom>
          <a:noFill/>
          <a:ln>
            <a:noFill/>
          </a:ln>
        </p:spPr>
        <p:txBody>
          <a:bodyPr wrap="none" lIns="0" tIns="0" rIns="0" bIns="0" rtlCol="0" anchor="t">
            <a:noAutofit/>
          </a:bodyPr>
          <a:lstStyle/>
          <a:p>
            <a:pPr algn="l">
              <a:spcBef>
                <a:spcPts val="0"/>
              </a:spcBef>
              <a:spcAft>
                <a:spcPts val="0"/>
              </a:spcAft>
              <a:buNone/>
            </a:pPr>
            <a:r>
              <a:rPr lang="pl-PL" sz="1150" b="1" kern="100" dirty="0">
                <a:solidFill>
                  <a:srgbClr val="151515"/>
                </a:solidFill>
                <a:latin typeface="Lato"/>
                <a:cs typeface="Lato"/>
              </a:rPr>
              <a:t>+</a:t>
            </a:r>
            <a:endParaRPr lang="pl-PL" sz="1150" b="1" kern="100" dirty="0">
              <a:solidFill>
                <a:srgbClr val="151515"/>
              </a:solidFill>
              <a:latin typeface="Lato"/>
              <a:cs typeface="Lato"/>
            </a:endParaRPr>
          </a:p>
        </p:txBody>
      </p:sp>
      <p:sp>
        <p:nvSpPr>
          <p:cNvPr id="44" name="Kształt 13"/>
          <p:cNvSpPr/>
          <p:nvPr/>
        </p:nvSpPr>
        <p:spPr>
          <a:xfrm>
            <a:off x="7699375" y="3971925"/>
            <a:ext cx="1682750" cy="1492250"/>
          </a:xfrm>
          <a:prstGeom prst="roundRect">
            <a:avLst>
              <a:gd name="adj" fmla="val 5932"/>
            </a:avLst>
          </a:prstGeom>
          <a:noFill/>
          <a:ln w="6350">
            <a:solidFill>
              <a:srgbClr val="E6E6E6"/>
            </a:solidFill>
          </a:ln>
        </p:spPr>
        <p:txBody>
          <a:bodyPr rtlCol="0" anchor="ctr"/>
          <a:lstStyle/>
          <a:p>
            <a:pPr algn="ctr"/>
            <a:endParaRPr lang="pl-PL" dirty="0"/>
          </a:p>
        </p:txBody>
      </p:sp>
      <p:sp>
        <p:nvSpPr>
          <p:cNvPr id="45" name="Kształt 14"/>
          <p:cNvSpPr/>
          <p:nvPr/>
        </p:nvSpPr>
        <p:spPr>
          <a:xfrm>
            <a:off x="7791450" y="4051300"/>
            <a:ext cx="1498600" cy="635000"/>
          </a:xfrm>
          <a:prstGeom prst="roundRect">
            <a:avLst>
              <a:gd name="adj" fmla="val 10000"/>
            </a:avLst>
          </a:prstGeom>
          <a:solidFill>
            <a:srgbClr val="F6F3EE"/>
          </a:solidFill>
          <a:ln>
            <a:noFill/>
          </a:ln>
        </p:spPr>
        <p:txBody>
          <a:bodyPr rtlCol="0" anchor="ctr"/>
          <a:lstStyle/>
          <a:p>
            <a:pPr algn="ctr"/>
            <a:endParaRPr lang="pl-PL" dirty="0"/>
          </a:p>
        </p:txBody>
      </p:sp>
      <p:sp>
        <p:nvSpPr>
          <p:cNvPr id="46" name="Kształt 15"/>
          <p:cNvSpPr/>
          <p:nvPr/>
        </p:nvSpPr>
        <p:spPr>
          <a:xfrm rot="21240000">
            <a:off x="8007350" y="4127500"/>
            <a:ext cx="1066800" cy="482600"/>
          </a:xfrm>
          <a:prstGeom prst="roundRect">
            <a:avLst>
              <a:gd name="adj" fmla="val 7895"/>
            </a:avLst>
          </a:prstGeom>
          <a:solidFill>
            <a:srgbClr val="2F7D5B"/>
          </a:solidFill>
          <a:ln>
            <a:noFill/>
          </a:ln>
          <a:effectLst>
            <a:outerShdw blurRad="76200" dist="50800" dir="5400000" algn="ctr" rotWithShape="0">
              <a:srgbClr val="000000">
                <a:alpha val="13300"/>
              </a:srgbClr>
            </a:outerShdw>
          </a:effectLst>
        </p:spPr>
        <p:txBody>
          <a:bodyPr rtlCol="0" anchor="ctr"/>
          <a:lstStyle/>
          <a:p>
            <a:pPr algn="ctr"/>
            <a:endParaRPr lang="pl-PL" dirty="0"/>
          </a:p>
        </p:txBody>
      </p:sp>
      <p:sp>
        <p:nvSpPr>
          <p:cNvPr id="47" name="Linia 3"/>
          <p:cNvSpPr/>
          <p:nvPr/>
        </p:nvSpPr>
        <p:spPr>
          <a:xfrm rot="21240000">
            <a:off x="8009924" y="4176618"/>
            <a:ext cx="127000" cy="482600"/>
          </a:xfrm>
          <a:prstGeom prst="rect">
            <a:avLst/>
          </a:prstGeom>
          <a:solidFill>
            <a:srgbClr val="D6B15E"/>
          </a:solidFill>
          <a:ln>
            <a:noFill/>
          </a:ln>
        </p:spPr>
        <p:txBody>
          <a:bodyPr rtlCol="0" anchor="ctr"/>
          <a:lstStyle/>
          <a:p>
            <a:pPr algn="ctr"/>
            <a:endParaRPr lang="pl-PL" dirty="0"/>
          </a:p>
        </p:txBody>
      </p:sp>
      <p:sp>
        <p:nvSpPr>
          <p:cNvPr id="48" name="Tekst: C"/>
          <p:cNvSpPr txBox="1"/>
          <p:nvPr/>
        </p:nvSpPr>
        <p:spPr>
          <a:xfrm rot="21240000">
            <a:off x="8205937" y="4194570"/>
            <a:ext cx="353378" cy="254000"/>
          </a:xfrm>
          <a:prstGeom prst="rect">
            <a:avLst/>
          </a:prstGeom>
          <a:noFill/>
          <a:ln>
            <a:noFill/>
          </a:ln>
        </p:spPr>
        <p:txBody>
          <a:bodyPr wrap="none" lIns="0" tIns="0" rIns="0" bIns="0" rtlCol="0" anchor="t">
            <a:noAutofit/>
          </a:bodyPr>
          <a:lstStyle/>
          <a:p>
            <a:pPr algn="l">
              <a:spcBef>
                <a:spcPts val="0"/>
              </a:spcBef>
              <a:spcAft>
                <a:spcPts val="0"/>
              </a:spcAft>
              <a:buNone/>
            </a:pPr>
            <a:r>
              <a:rPr lang="pl-PL" sz="2000" kern="100" dirty="0">
                <a:solidFill>
                  <a:srgbClr val="FFFFFF"/>
                </a:solidFill>
                <a:latin typeface="Lato Black"/>
                <a:cs typeface="Lato Black"/>
              </a:rPr>
              <a:t>C</a:t>
            </a:r>
            <a:endParaRPr lang="pl-PL" sz="2000" kern="100" dirty="0">
              <a:solidFill>
                <a:srgbClr val="FFFFFF"/>
              </a:solidFill>
              <a:latin typeface="Lato Black"/>
              <a:cs typeface="Lato Black"/>
            </a:endParaRPr>
          </a:p>
        </p:txBody>
      </p:sp>
      <p:sp>
        <p:nvSpPr>
          <p:cNvPr id="49" name="Tekst: MLECZNA"/>
          <p:cNvSpPr txBox="1"/>
          <p:nvPr/>
        </p:nvSpPr>
        <p:spPr>
          <a:xfrm rot="21240000">
            <a:off x="8223173" y="4450767"/>
            <a:ext cx="660083" cy="99060"/>
          </a:xfrm>
          <a:prstGeom prst="rect">
            <a:avLst/>
          </a:prstGeom>
          <a:noFill/>
          <a:ln>
            <a:noFill/>
          </a:ln>
        </p:spPr>
        <p:txBody>
          <a:bodyPr wrap="none" lIns="0" tIns="0" rIns="0" bIns="0" rtlCol="0" anchor="t">
            <a:noAutofit/>
          </a:bodyPr>
          <a:lstStyle/>
          <a:p>
            <a:pPr algn="l">
              <a:spcBef>
                <a:spcPts val="0"/>
              </a:spcBef>
              <a:spcAft>
                <a:spcPts val="0"/>
              </a:spcAft>
              <a:buNone/>
            </a:pPr>
            <a:r>
              <a:rPr lang="pl-PL" sz="650" kern="100" spc="33" dirty="0">
                <a:solidFill>
                  <a:srgbClr val="FFFFFF"/>
                </a:solidFill>
                <a:latin typeface="Lato Black"/>
                <a:cs typeface="Lato Black"/>
              </a:rPr>
              <a:t>MLECZNA</a:t>
            </a:r>
            <a:endParaRPr lang="pl-PL" sz="650" kern="100" spc="33" dirty="0">
              <a:solidFill>
                <a:srgbClr val="FFFFFF"/>
              </a:solidFill>
              <a:latin typeface="Lato Black"/>
              <a:cs typeface="Lato Black"/>
            </a:endParaRPr>
          </a:p>
        </p:txBody>
      </p:sp>
      <p:sp>
        <p:nvSpPr>
          <p:cNvPr id="50" name="Tekst: Czekolada mleczna"/>
          <p:cNvSpPr txBox="1"/>
          <p:nvPr/>
        </p:nvSpPr>
        <p:spPr>
          <a:xfrm>
            <a:off x="7791450" y="4749800"/>
            <a:ext cx="1498600" cy="152400"/>
          </a:xfrm>
          <a:prstGeom prst="rect">
            <a:avLst/>
          </a:prstGeom>
          <a:noFill/>
          <a:ln>
            <a:noFill/>
          </a:ln>
        </p:spPr>
        <p:txBody>
          <a:bodyPr wrap="none" lIns="0" tIns="0" rIns="0" bIns="0" rtlCol="0" anchor="t">
            <a:noAutofit/>
          </a:bodyPr>
          <a:lstStyle/>
          <a:p>
            <a:pPr algn="l">
              <a:spcBef>
                <a:spcPts val="0"/>
              </a:spcBef>
              <a:spcAft>
                <a:spcPts val="0"/>
              </a:spcAft>
              <a:buNone/>
            </a:pPr>
            <a:r>
              <a:rPr lang="pl-PL" sz="1000" b="1" kern="100" dirty="0">
                <a:solidFill>
                  <a:srgbClr val="1C1C1C"/>
                </a:solidFill>
                <a:latin typeface="Lato"/>
                <a:cs typeface="Lato"/>
              </a:rPr>
              <a:t>Czekolada mleczna</a:t>
            </a:r>
            <a:endParaRPr lang="pl-PL" sz="1000" b="1" kern="100" dirty="0">
              <a:solidFill>
                <a:srgbClr val="1C1C1C"/>
              </a:solidFill>
              <a:latin typeface="Lato"/>
              <a:cs typeface="Lato"/>
            </a:endParaRPr>
          </a:p>
        </p:txBody>
      </p:sp>
      <p:sp>
        <p:nvSpPr>
          <p:cNvPr id="51" name="Tekst: marka C · 90 g"/>
          <p:cNvSpPr txBox="1"/>
          <p:nvPr/>
        </p:nvSpPr>
        <p:spPr>
          <a:xfrm>
            <a:off x="7791450" y="4921250"/>
            <a:ext cx="1498600" cy="121920"/>
          </a:xfrm>
          <a:prstGeom prst="rect">
            <a:avLst/>
          </a:prstGeom>
          <a:noFill/>
          <a:ln>
            <a:noFill/>
          </a:ln>
        </p:spPr>
        <p:txBody>
          <a:bodyPr wrap="none" lIns="0" tIns="0" rIns="0" bIns="0" rtlCol="0" anchor="t">
            <a:noAutofit/>
          </a:bodyPr>
          <a:lstStyle/>
          <a:p>
            <a:pPr algn="l">
              <a:spcBef>
                <a:spcPts val="0"/>
              </a:spcBef>
              <a:spcAft>
                <a:spcPts val="0"/>
              </a:spcAft>
              <a:buNone/>
            </a:pPr>
            <a:r>
              <a:rPr lang="pl-PL" sz="800" kern="100" dirty="0">
                <a:solidFill>
                  <a:srgbClr val="888888"/>
                </a:solidFill>
                <a:latin typeface="Lato"/>
                <a:cs typeface="Lato"/>
              </a:rPr>
              <a:t>marka C · 90 g</a:t>
            </a:r>
            <a:endParaRPr lang="pl-PL" sz="800" kern="100" dirty="0">
              <a:solidFill>
                <a:srgbClr val="888888"/>
              </a:solidFill>
              <a:latin typeface="Lato"/>
              <a:cs typeface="Lato"/>
            </a:endParaRPr>
          </a:p>
        </p:txBody>
      </p:sp>
      <p:sp>
        <p:nvSpPr>
          <p:cNvPr id="52" name="Tekst: 5,49 zł"/>
          <p:cNvSpPr txBox="1"/>
          <p:nvPr/>
        </p:nvSpPr>
        <p:spPr>
          <a:xfrm>
            <a:off x="7791896" y="5114925"/>
            <a:ext cx="656392"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5,49 zł</a:t>
            </a:r>
            <a:endParaRPr lang="pl-PL" sz="1100" b="1" kern="100" dirty="0">
              <a:solidFill>
                <a:srgbClr val="1C1C1C"/>
              </a:solidFill>
              <a:latin typeface="Lato"/>
              <a:cs typeface="Lato"/>
            </a:endParaRPr>
          </a:p>
        </p:txBody>
      </p:sp>
      <p:sp>
        <p:nvSpPr>
          <p:cNvPr id="53" name="Kształt 16"/>
          <p:cNvSpPr/>
          <p:nvPr/>
        </p:nvSpPr>
        <p:spPr>
          <a:xfrm>
            <a:off x="9086850" y="5099050"/>
            <a:ext cx="203200" cy="203200"/>
          </a:xfrm>
          <a:prstGeom prst="ellipse">
            <a:avLst/>
          </a:prstGeom>
          <a:solidFill>
            <a:srgbClr val="F1F1F1"/>
          </a:solidFill>
          <a:ln>
            <a:noFill/>
          </a:ln>
        </p:spPr>
        <p:txBody>
          <a:bodyPr rtlCol="0" anchor="ctr"/>
          <a:lstStyle/>
          <a:p>
            <a:pPr algn="ctr"/>
            <a:endParaRPr lang="pl-PL" dirty="0"/>
          </a:p>
        </p:txBody>
      </p:sp>
      <p:sp>
        <p:nvSpPr>
          <p:cNvPr id="54" name="Tekst: + 3"/>
          <p:cNvSpPr txBox="1"/>
          <p:nvPr/>
        </p:nvSpPr>
        <p:spPr>
          <a:xfrm>
            <a:off x="9086850" y="5111750"/>
            <a:ext cx="254079" cy="175260"/>
          </a:xfrm>
          <a:prstGeom prst="rect">
            <a:avLst/>
          </a:prstGeom>
          <a:noFill/>
          <a:ln>
            <a:noFill/>
          </a:ln>
        </p:spPr>
        <p:txBody>
          <a:bodyPr wrap="none" lIns="0" tIns="0" rIns="0" bIns="0" rtlCol="0" anchor="t">
            <a:noAutofit/>
          </a:bodyPr>
          <a:lstStyle/>
          <a:p>
            <a:pPr algn="l">
              <a:spcBef>
                <a:spcPts val="0"/>
              </a:spcBef>
              <a:spcAft>
                <a:spcPts val="0"/>
              </a:spcAft>
              <a:buNone/>
            </a:pPr>
            <a:r>
              <a:rPr lang="pl-PL" sz="1150" b="1" kern="100" dirty="0">
                <a:solidFill>
                  <a:srgbClr val="151515"/>
                </a:solidFill>
                <a:latin typeface="Lato"/>
                <a:cs typeface="Lato"/>
              </a:rPr>
              <a:t>+</a:t>
            </a:r>
            <a:endParaRPr lang="pl-PL" sz="1150" b="1" kern="100" dirty="0">
              <a:solidFill>
                <a:srgbClr val="151515"/>
              </a:solidFill>
              <a:latin typeface="Lato"/>
              <a:cs typeface="Lato"/>
            </a:endParaRPr>
          </a:p>
        </p:txBody>
      </p:sp>
      <p:sp>
        <p:nvSpPr>
          <p:cNvPr id="55" name="Kształt 17"/>
          <p:cNvSpPr/>
          <p:nvPr/>
        </p:nvSpPr>
        <p:spPr>
          <a:xfrm>
            <a:off x="9477375" y="3971925"/>
            <a:ext cx="1682750" cy="1492250"/>
          </a:xfrm>
          <a:prstGeom prst="roundRect">
            <a:avLst>
              <a:gd name="adj" fmla="val 5932"/>
            </a:avLst>
          </a:prstGeom>
          <a:noFill/>
          <a:ln w="6350">
            <a:solidFill>
              <a:srgbClr val="E6E6E6"/>
            </a:solidFill>
          </a:ln>
        </p:spPr>
        <p:txBody>
          <a:bodyPr rtlCol="0" anchor="ctr"/>
          <a:lstStyle/>
          <a:p>
            <a:pPr algn="ctr"/>
            <a:endParaRPr lang="pl-PL" dirty="0"/>
          </a:p>
        </p:txBody>
      </p:sp>
      <p:sp>
        <p:nvSpPr>
          <p:cNvPr id="56" name="Kształt 18"/>
          <p:cNvSpPr/>
          <p:nvPr/>
        </p:nvSpPr>
        <p:spPr>
          <a:xfrm>
            <a:off x="9569450" y="4051300"/>
            <a:ext cx="1498600" cy="635000"/>
          </a:xfrm>
          <a:prstGeom prst="roundRect">
            <a:avLst>
              <a:gd name="adj" fmla="val 10000"/>
            </a:avLst>
          </a:prstGeom>
          <a:solidFill>
            <a:srgbClr val="F6F3EE"/>
          </a:solidFill>
          <a:ln>
            <a:noFill/>
          </a:ln>
        </p:spPr>
        <p:txBody>
          <a:bodyPr rtlCol="0" anchor="ctr"/>
          <a:lstStyle/>
          <a:p>
            <a:pPr algn="ctr"/>
            <a:endParaRPr lang="pl-PL" dirty="0"/>
          </a:p>
        </p:txBody>
      </p:sp>
      <p:sp>
        <p:nvSpPr>
          <p:cNvPr id="57" name="Kształt 19"/>
          <p:cNvSpPr/>
          <p:nvPr/>
        </p:nvSpPr>
        <p:spPr>
          <a:xfrm rot="21240000">
            <a:off x="9785350" y="4127500"/>
            <a:ext cx="1066800" cy="482600"/>
          </a:xfrm>
          <a:prstGeom prst="roundRect">
            <a:avLst>
              <a:gd name="adj" fmla="val 7895"/>
            </a:avLst>
          </a:prstGeom>
          <a:solidFill>
            <a:srgbClr val="7A3E22"/>
          </a:solidFill>
          <a:ln>
            <a:noFill/>
          </a:ln>
          <a:effectLst>
            <a:outerShdw blurRad="76200" dist="50800" dir="5400000" algn="ctr" rotWithShape="0">
              <a:srgbClr val="000000">
                <a:alpha val="13300"/>
              </a:srgbClr>
            </a:outerShdw>
          </a:effectLst>
        </p:spPr>
        <p:txBody>
          <a:bodyPr rtlCol="0" anchor="ctr"/>
          <a:lstStyle/>
          <a:p>
            <a:pPr algn="ctr"/>
            <a:endParaRPr lang="pl-PL" dirty="0"/>
          </a:p>
        </p:txBody>
      </p:sp>
      <p:sp>
        <p:nvSpPr>
          <p:cNvPr id="58" name="Linia 4"/>
          <p:cNvSpPr/>
          <p:nvPr/>
        </p:nvSpPr>
        <p:spPr>
          <a:xfrm rot="21240000">
            <a:off x="9787924" y="4176618"/>
            <a:ext cx="127000" cy="482600"/>
          </a:xfrm>
          <a:prstGeom prst="rect">
            <a:avLst/>
          </a:prstGeom>
          <a:solidFill>
            <a:srgbClr val="D6B15E"/>
          </a:solidFill>
          <a:ln>
            <a:noFill/>
          </a:ln>
        </p:spPr>
        <p:txBody>
          <a:bodyPr rtlCol="0" anchor="ctr"/>
          <a:lstStyle/>
          <a:p>
            <a:pPr algn="ctr"/>
            <a:endParaRPr lang="pl-PL" dirty="0"/>
          </a:p>
        </p:txBody>
      </p:sp>
      <p:sp>
        <p:nvSpPr>
          <p:cNvPr id="59" name="Tekst: D"/>
          <p:cNvSpPr txBox="1"/>
          <p:nvPr/>
        </p:nvSpPr>
        <p:spPr>
          <a:xfrm rot="21240000">
            <a:off x="9984099" y="4192920"/>
            <a:ext cx="384453" cy="254000"/>
          </a:xfrm>
          <a:prstGeom prst="rect">
            <a:avLst/>
          </a:prstGeom>
          <a:noFill/>
          <a:ln>
            <a:noFill/>
          </a:ln>
        </p:spPr>
        <p:txBody>
          <a:bodyPr wrap="none" lIns="0" tIns="0" rIns="0" bIns="0" rtlCol="0" anchor="t">
            <a:noAutofit/>
          </a:bodyPr>
          <a:lstStyle/>
          <a:p>
            <a:pPr algn="l">
              <a:spcBef>
                <a:spcPts val="0"/>
              </a:spcBef>
              <a:spcAft>
                <a:spcPts val="0"/>
              </a:spcAft>
              <a:buNone/>
            </a:pPr>
            <a:r>
              <a:rPr lang="pl-PL" sz="2000" kern="100" dirty="0">
                <a:solidFill>
                  <a:srgbClr val="FFFFFF"/>
                </a:solidFill>
                <a:latin typeface="Lato Black"/>
                <a:cs typeface="Lato Black"/>
              </a:rPr>
              <a:t>D</a:t>
            </a:r>
            <a:endParaRPr lang="pl-PL" sz="2000" kern="100" dirty="0">
              <a:solidFill>
                <a:srgbClr val="FFFFFF"/>
              </a:solidFill>
              <a:latin typeface="Lato Black"/>
              <a:cs typeface="Lato Black"/>
            </a:endParaRPr>
          </a:p>
        </p:txBody>
      </p:sp>
      <p:sp>
        <p:nvSpPr>
          <p:cNvPr id="60" name="Tekst: Z KARMELEM"/>
          <p:cNvSpPr txBox="1"/>
          <p:nvPr/>
        </p:nvSpPr>
        <p:spPr>
          <a:xfrm rot="21240000">
            <a:off x="10000427" y="4441266"/>
            <a:ext cx="842367" cy="99060"/>
          </a:xfrm>
          <a:prstGeom prst="rect">
            <a:avLst/>
          </a:prstGeom>
          <a:noFill/>
          <a:ln>
            <a:noFill/>
          </a:ln>
        </p:spPr>
        <p:txBody>
          <a:bodyPr wrap="none" lIns="0" tIns="0" rIns="0" bIns="0" rtlCol="0" anchor="t">
            <a:noAutofit/>
          </a:bodyPr>
          <a:lstStyle/>
          <a:p>
            <a:pPr algn="l">
              <a:spcBef>
                <a:spcPts val="0"/>
              </a:spcBef>
              <a:spcAft>
                <a:spcPts val="0"/>
              </a:spcAft>
              <a:buNone/>
            </a:pPr>
            <a:r>
              <a:rPr lang="pl-PL" sz="650" kern="100" spc="33" dirty="0">
                <a:solidFill>
                  <a:srgbClr val="FFFFFF"/>
                </a:solidFill>
                <a:latin typeface="Lato Black"/>
                <a:cs typeface="Lato Black"/>
              </a:rPr>
              <a:t>Z KARMELEM</a:t>
            </a:r>
            <a:endParaRPr lang="pl-PL" sz="650" kern="100" spc="33" dirty="0">
              <a:solidFill>
                <a:srgbClr val="FFFFFF"/>
              </a:solidFill>
              <a:latin typeface="Lato Black"/>
              <a:cs typeface="Lato Black"/>
            </a:endParaRPr>
          </a:p>
        </p:txBody>
      </p:sp>
      <p:sp>
        <p:nvSpPr>
          <p:cNvPr id="61" name="Tekst: Czekolada z karmelem"/>
          <p:cNvSpPr txBox="1"/>
          <p:nvPr/>
        </p:nvSpPr>
        <p:spPr>
          <a:xfrm>
            <a:off x="9569450" y="4749800"/>
            <a:ext cx="1663065" cy="152400"/>
          </a:xfrm>
          <a:prstGeom prst="rect">
            <a:avLst/>
          </a:prstGeom>
          <a:noFill/>
          <a:ln>
            <a:noFill/>
          </a:ln>
        </p:spPr>
        <p:txBody>
          <a:bodyPr wrap="none" lIns="0" tIns="0" rIns="0" bIns="0" rtlCol="0" anchor="t">
            <a:noAutofit/>
          </a:bodyPr>
          <a:lstStyle/>
          <a:p>
            <a:pPr algn="l">
              <a:spcBef>
                <a:spcPts val="0"/>
              </a:spcBef>
              <a:spcAft>
                <a:spcPts val="0"/>
              </a:spcAft>
              <a:buNone/>
            </a:pPr>
            <a:r>
              <a:rPr lang="pl-PL" sz="1000" b="1" kern="100" dirty="0">
                <a:solidFill>
                  <a:srgbClr val="1C1C1C"/>
                </a:solidFill>
                <a:latin typeface="Lato"/>
                <a:cs typeface="Lato"/>
              </a:rPr>
              <a:t>Czekolada z karmelem</a:t>
            </a:r>
            <a:endParaRPr lang="pl-PL" sz="1000" b="1" kern="100" dirty="0">
              <a:solidFill>
                <a:srgbClr val="1C1C1C"/>
              </a:solidFill>
              <a:latin typeface="Lato"/>
              <a:cs typeface="Lato"/>
            </a:endParaRPr>
          </a:p>
        </p:txBody>
      </p:sp>
      <p:sp>
        <p:nvSpPr>
          <p:cNvPr id="62" name="Tekst: marka D · 100 g"/>
          <p:cNvSpPr txBox="1"/>
          <p:nvPr/>
        </p:nvSpPr>
        <p:spPr>
          <a:xfrm>
            <a:off x="9569450" y="4921250"/>
            <a:ext cx="1498600" cy="121920"/>
          </a:xfrm>
          <a:prstGeom prst="rect">
            <a:avLst/>
          </a:prstGeom>
          <a:noFill/>
          <a:ln>
            <a:noFill/>
          </a:ln>
        </p:spPr>
        <p:txBody>
          <a:bodyPr wrap="none" lIns="0" tIns="0" rIns="0" bIns="0" rtlCol="0" anchor="t">
            <a:noAutofit/>
          </a:bodyPr>
          <a:lstStyle/>
          <a:p>
            <a:pPr algn="l">
              <a:spcBef>
                <a:spcPts val="0"/>
              </a:spcBef>
              <a:spcAft>
                <a:spcPts val="0"/>
              </a:spcAft>
              <a:buNone/>
            </a:pPr>
            <a:r>
              <a:rPr lang="pl-PL" sz="800" kern="100" dirty="0">
                <a:solidFill>
                  <a:srgbClr val="888888"/>
                </a:solidFill>
                <a:latin typeface="Lato"/>
                <a:cs typeface="Lato"/>
              </a:rPr>
              <a:t>marka D · 100 g</a:t>
            </a:r>
            <a:endParaRPr lang="pl-PL" sz="800" kern="100" dirty="0">
              <a:solidFill>
                <a:srgbClr val="888888"/>
              </a:solidFill>
              <a:latin typeface="Lato"/>
              <a:cs typeface="Lato"/>
            </a:endParaRPr>
          </a:p>
        </p:txBody>
      </p:sp>
      <p:sp>
        <p:nvSpPr>
          <p:cNvPr id="63" name="Tekst: 6,99 zł"/>
          <p:cNvSpPr txBox="1"/>
          <p:nvPr/>
        </p:nvSpPr>
        <p:spPr>
          <a:xfrm>
            <a:off x="9569896" y="5114925"/>
            <a:ext cx="656392"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6,99 zł</a:t>
            </a:r>
            <a:endParaRPr lang="pl-PL" sz="1100" b="1" kern="100" dirty="0">
              <a:solidFill>
                <a:srgbClr val="1C1C1C"/>
              </a:solidFill>
              <a:latin typeface="Lato"/>
              <a:cs typeface="Lato"/>
            </a:endParaRPr>
          </a:p>
        </p:txBody>
      </p:sp>
      <p:sp>
        <p:nvSpPr>
          <p:cNvPr id="64" name="Kształt 20"/>
          <p:cNvSpPr/>
          <p:nvPr/>
        </p:nvSpPr>
        <p:spPr>
          <a:xfrm>
            <a:off x="10864850" y="5099050"/>
            <a:ext cx="203200" cy="203200"/>
          </a:xfrm>
          <a:prstGeom prst="ellipse">
            <a:avLst/>
          </a:prstGeom>
          <a:solidFill>
            <a:srgbClr val="F1F1F1"/>
          </a:solidFill>
          <a:ln>
            <a:noFill/>
          </a:ln>
        </p:spPr>
        <p:txBody>
          <a:bodyPr rtlCol="0" anchor="ctr"/>
          <a:lstStyle/>
          <a:p>
            <a:pPr algn="ctr"/>
            <a:endParaRPr lang="pl-PL" dirty="0"/>
          </a:p>
        </p:txBody>
      </p:sp>
      <p:sp>
        <p:nvSpPr>
          <p:cNvPr id="65" name="Tekst: + 4"/>
          <p:cNvSpPr txBox="1"/>
          <p:nvPr/>
        </p:nvSpPr>
        <p:spPr>
          <a:xfrm>
            <a:off x="10864850" y="5111750"/>
            <a:ext cx="254079" cy="175260"/>
          </a:xfrm>
          <a:prstGeom prst="rect">
            <a:avLst/>
          </a:prstGeom>
          <a:noFill/>
          <a:ln>
            <a:noFill/>
          </a:ln>
        </p:spPr>
        <p:txBody>
          <a:bodyPr wrap="none" lIns="0" tIns="0" rIns="0" bIns="0" rtlCol="0" anchor="t">
            <a:noAutofit/>
          </a:bodyPr>
          <a:lstStyle/>
          <a:p>
            <a:pPr algn="l">
              <a:spcBef>
                <a:spcPts val="0"/>
              </a:spcBef>
              <a:spcAft>
                <a:spcPts val="0"/>
              </a:spcAft>
              <a:buNone/>
            </a:pPr>
            <a:r>
              <a:rPr lang="pl-PL" sz="1150" b="1" kern="100" dirty="0">
                <a:solidFill>
                  <a:srgbClr val="151515"/>
                </a:solidFill>
                <a:latin typeface="Lato"/>
                <a:cs typeface="Lato"/>
              </a:rPr>
              <a:t>+</a:t>
            </a:r>
            <a:endParaRPr lang="pl-PL" sz="1150" b="1" kern="100" dirty="0">
              <a:solidFill>
                <a:srgbClr val="151515"/>
              </a:solidFill>
              <a:latin typeface="Lato"/>
              <a:cs typeface="Lato"/>
            </a:endParaRPr>
          </a:p>
        </p:txBody>
      </p:sp>
      <p:sp>
        <p:nvSpPr>
          <p:cNvPr id="66" name="Kształt 21"/>
          <p:cNvSpPr/>
          <p:nvPr/>
        </p:nvSpPr>
        <p:spPr>
          <a:xfrm>
            <a:off x="7696200" y="5556250"/>
            <a:ext cx="3467100" cy="311150"/>
          </a:xfrm>
          <a:prstGeom prst="roundRect">
            <a:avLst>
              <a:gd name="adj" fmla="val 18367"/>
            </a:avLst>
          </a:prstGeom>
          <a:solidFill>
            <a:srgbClr val="FDECEC"/>
          </a:solidFill>
          <a:ln>
            <a:noFill/>
          </a:ln>
        </p:spPr>
        <p:txBody>
          <a:bodyPr rtlCol="0" anchor="ctr"/>
          <a:lstStyle/>
          <a:p>
            <a:pPr algn="ctr"/>
            <a:endParaRPr lang="pl-PL" dirty="0"/>
          </a:p>
        </p:txBody>
      </p:sp>
      <p:sp>
        <p:nvSpPr>
          <p:cNvPr id="67" name="Tekst: Dodano do koszyka: czekolada z orzechami"/>
          <p:cNvSpPr txBox="1"/>
          <p:nvPr/>
        </p:nvSpPr>
        <p:spPr>
          <a:xfrm>
            <a:off x="7797800" y="5632450"/>
            <a:ext cx="3263900" cy="160020"/>
          </a:xfrm>
          <a:prstGeom prst="rect">
            <a:avLst/>
          </a:prstGeom>
          <a:noFill/>
          <a:ln>
            <a:noFill/>
          </a:ln>
        </p:spPr>
        <p:txBody>
          <a:bodyPr wrap="none" lIns="0" tIns="0" rIns="0" bIns="0" rtlCol="0" anchor="t">
            <a:noAutofit/>
          </a:bodyPr>
          <a:lstStyle/>
          <a:p>
            <a:pPr algn="l">
              <a:spcBef>
                <a:spcPts val="0"/>
              </a:spcBef>
              <a:spcAft>
                <a:spcPts val="0"/>
              </a:spcAft>
              <a:buNone/>
            </a:pPr>
            <a:r>
              <a:rPr lang="pl-PL" sz="1050" b="1" kern="100" dirty="0">
                <a:solidFill>
                  <a:srgbClr val="B8201E"/>
                </a:solidFill>
                <a:latin typeface="Lato"/>
                <a:cs typeface="Lato"/>
              </a:rPr>
              <a:t>Dodano do koszyka: czekolada z orzechami</a:t>
            </a:r>
            <a:endParaRPr lang="pl-PL" sz="1050" b="1" kern="100" dirty="0">
              <a:solidFill>
                <a:srgbClr val="B8201E"/>
              </a:solidFill>
              <a:latin typeface="Lato"/>
              <a:cs typeface="Lato"/>
            </a:endParaRPr>
          </a:p>
        </p:txBody>
      </p:sp>
      <p:pic>
        <p:nvPicPr>
          <p:cNvPr id="68" name="!!Logo" descr="I love marketing &amp; technology"/>
          <p:cNvPicPr>
            <a:picLocks noChangeAspect="1"/>
          </p:cNvPicPr>
          <p:nvPr/>
        </p:nvPicPr>
        <p:blipFill>
          <a:blip r:embed="rId3"/>
          <a:stretch>
            <a:fillRect/>
          </a:stretch>
        </p:blipFill>
        <p:spPr>
          <a:xfrm>
            <a:off x="825500" y="363240"/>
            <a:ext cx="3048000" cy="273050"/>
          </a:xfrm>
          <a:prstGeom prst="rect">
            <a:avLst/>
          </a:prstGeom>
        </p:spPr>
      </p:pic>
      <p:pic>
        <p:nvPicPr>
          <p:cNvPr id="69" name="!!Serce w rogu"/>
          <p:cNvPicPr>
            <a:picLocks noChangeAspect="1"/>
          </p:cNvPicPr>
          <p:nvPr/>
        </p:nvPicPr>
        <p:blipFill>
          <a:blip r:embed="rId4"/>
          <a:stretch>
            <a:fillRect/>
          </a:stretch>
        </p:blipFill>
        <p:spPr>
          <a:xfrm>
            <a:off x="10966450" y="330349"/>
            <a:ext cx="431800" cy="355600"/>
          </a:xfrm>
          <a:prstGeom prst="rect">
            <a:avLst/>
          </a:prstGeom>
        </p:spPr>
      </p:pic>
      <p:sp>
        <p:nvSpPr>
          <p:cNvPr id="70" name="!!Zegar – napis · 1"/>
          <p:cNvSpPr txBox="1"/>
          <p:nvPr/>
        </p:nvSpPr>
        <p:spPr>
          <a:xfrm>
            <a:off x="9093369" y="39052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777777"/>
                </a:solidFill>
                <a:latin typeface="Lato Black"/>
                <a:cs typeface="Lato Black"/>
              </a:rPr>
              <a:t>Goście</a:t>
            </a:r>
            <a:endParaRPr lang="pl-PL" sz="900" kern="100" cap="all" spc="108" dirty="0">
              <a:solidFill>
                <a:srgbClr val="777777"/>
              </a:solidFill>
              <a:latin typeface="Lato Black"/>
              <a:cs typeface="Lato Black"/>
            </a:endParaRPr>
          </a:p>
        </p:txBody>
      </p:sp>
      <p:sp>
        <p:nvSpPr>
          <p:cNvPr id="71" name="!!Zegar – napis · 2"/>
          <p:cNvSpPr txBox="1"/>
          <p:nvPr/>
        </p:nvSpPr>
        <p:spPr>
          <a:xfrm>
            <a:off x="9093369" y="52768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777777"/>
                </a:solidFill>
                <a:latin typeface="Lato Black"/>
                <a:cs typeface="Lato Black"/>
              </a:rPr>
              <a:t>w drodze</a:t>
            </a:r>
            <a:endParaRPr lang="pl-PL" sz="900" kern="100" cap="all" spc="108" dirty="0">
              <a:solidFill>
                <a:srgbClr val="777777"/>
              </a:solidFill>
              <a:latin typeface="Lato Black"/>
              <a:cs typeface="Lato Black"/>
            </a:endParaRPr>
          </a:p>
        </p:txBody>
      </p:sp>
      <p:sp>
        <p:nvSpPr>
          <p:cNvPr id="72" name="!!Zegar – tarcza"/>
          <p:cNvSpPr/>
          <p:nvPr/>
        </p:nvSpPr>
        <p:spPr>
          <a:xfrm>
            <a:off x="10251440" y="281940"/>
            <a:ext cx="502920" cy="502920"/>
          </a:xfrm>
          <a:prstGeom prst="ellipse">
            <a:avLst/>
          </a:prstGeom>
          <a:solidFill>
            <a:srgbClr val="FFFFFF"/>
          </a:solidFill>
          <a:ln w="23283">
            <a:solidFill>
              <a:srgbClr val="151515"/>
            </a:solidFill>
            <a:round/>
          </a:ln>
        </p:spPr>
        <p:txBody>
          <a:bodyPr rtlCol="0" anchor="ctr"/>
          <a:lstStyle/>
          <a:p>
            <a:pPr algn="ctr"/>
            <a:endParaRPr lang="pl-PL" dirty="0"/>
          </a:p>
        </p:txBody>
      </p:sp>
      <p:sp>
        <p:nvSpPr>
          <p:cNvPr id="73" name="!!Zegar – wycinek 1"/>
          <p:cNvSpPr/>
          <p:nvPr/>
        </p:nvSpPr>
        <p:spPr>
          <a:xfrm>
            <a:off x="10502900" y="314537"/>
            <a:ext cx="67522" cy="218863"/>
          </a:xfrm>
          <a:custGeom>
            <a:avLst/>
            <a:gdLst/>
            <a:ahLst/>
            <a:cxnLst/>
            <a:rect l="0" t="0" r="r" b="b"/>
            <a:pathLst>
              <a:path w="67522" h="218863">
                <a:moveTo>
                  <a:pt x="0" y="218863"/>
                </a:moveTo>
                <a:lnTo>
                  <a:pt x="0" y="0"/>
                </a:lnTo>
                <a:lnTo>
                  <a:pt x="17230" y="466"/>
                </a:lnTo>
                <a:lnTo>
                  <a:pt x="34459" y="2794"/>
                </a:lnTo>
                <a:lnTo>
                  <a:pt x="51223" y="6054"/>
                </a:lnTo>
                <a:lnTo>
                  <a:pt x="67522" y="10710"/>
                </a:lnTo>
                <a:close/>
              </a:path>
            </a:pathLst>
          </a:custGeom>
          <a:solidFill>
            <a:srgbClr val="EE312F"/>
          </a:solidFill>
          <a:ln w="3725">
            <a:solidFill>
              <a:srgbClr val="EE312F"/>
            </a:solidFill>
            <a:round/>
          </a:ln>
        </p:spPr>
        <p:txBody>
          <a:bodyPr rtlCol="0" anchor="ctr"/>
          <a:lstStyle/>
          <a:p>
            <a:pPr algn="ctr"/>
            <a:endParaRPr lang="pl-PL" dirty="0"/>
          </a:p>
        </p:txBody>
      </p:sp>
      <p:sp>
        <p:nvSpPr>
          <p:cNvPr id="74" name="!!Zegar – wycinek 2"/>
          <p:cNvSpPr/>
          <p:nvPr/>
        </p:nvSpPr>
        <p:spPr>
          <a:xfrm>
            <a:off x="10502900" y="325247"/>
            <a:ext cx="128524" cy="208153"/>
          </a:xfrm>
          <a:custGeom>
            <a:avLst/>
            <a:gdLst/>
            <a:ahLst/>
            <a:cxnLst/>
            <a:rect l="0" t="0" r="r" b="b"/>
            <a:pathLst>
              <a:path w="128524" h="208153">
                <a:moveTo>
                  <a:pt x="0" y="208153"/>
                </a:moveTo>
                <a:lnTo>
                  <a:pt x="67522" y="0"/>
                </a:lnTo>
                <a:lnTo>
                  <a:pt x="83820" y="6054"/>
                </a:lnTo>
                <a:lnTo>
                  <a:pt x="99187" y="13039"/>
                </a:lnTo>
                <a:lnTo>
                  <a:pt x="114554" y="21421"/>
                </a:lnTo>
                <a:lnTo>
                  <a:pt x="128524" y="31200"/>
                </a:lnTo>
                <a:close/>
              </a:path>
            </a:pathLst>
          </a:custGeom>
          <a:solidFill>
            <a:srgbClr val="EE312F"/>
          </a:solidFill>
          <a:ln w="3725">
            <a:solidFill>
              <a:srgbClr val="EE312F"/>
            </a:solidFill>
            <a:round/>
          </a:ln>
        </p:spPr>
        <p:txBody>
          <a:bodyPr rtlCol="0" anchor="ctr"/>
          <a:lstStyle/>
          <a:p>
            <a:pPr algn="ctr"/>
            <a:endParaRPr lang="pl-PL" dirty="0"/>
          </a:p>
        </p:txBody>
      </p:sp>
      <p:sp>
        <p:nvSpPr>
          <p:cNvPr id="75" name="!!Zegar – wycinek 3"/>
          <p:cNvSpPr/>
          <p:nvPr/>
        </p:nvSpPr>
        <p:spPr>
          <a:xfrm>
            <a:off x="10502900" y="356447"/>
            <a:ext cx="176953" cy="176953"/>
          </a:xfrm>
          <a:custGeom>
            <a:avLst/>
            <a:gdLst/>
            <a:ahLst/>
            <a:cxnLst/>
            <a:rect l="0" t="0" r="r" b="b"/>
            <a:pathLst>
              <a:path w="176953" h="176953">
                <a:moveTo>
                  <a:pt x="0" y="176953"/>
                </a:moveTo>
                <a:lnTo>
                  <a:pt x="128524" y="0"/>
                </a:lnTo>
                <a:lnTo>
                  <a:pt x="142028" y="10710"/>
                </a:lnTo>
                <a:lnTo>
                  <a:pt x="154601" y="22352"/>
                </a:lnTo>
                <a:lnTo>
                  <a:pt x="166243" y="34925"/>
                </a:lnTo>
                <a:lnTo>
                  <a:pt x="176953" y="48429"/>
                </a:lnTo>
                <a:close/>
              </a:path>
            </a:pathLst>
          </a:custGeom>
          <a:solidFill>
            <a:srgbClr val="EE312F"/>
          </a:solidFill>
          <a:ln w="3725">
            <a:solidFill>
              <a:srgbClr val="EE312F"/>
            </a:solidFill>
            <a:round/>
          </a:ln>
        </p:spPr>
        <p:txBody>
          <a:bodyPr rtlCol="0" anchor="ctr"/>
          <a:lstStyle/>
          <a:p>
            <a:pPr algn="ctr"/>
            <a:endParaRPr lang="pl-PL" dirty="0"/>
          </a:p>
        </p:txBody>
      </p:sp>
      <p:sp>
        <p:nvSpPr>
          <p:cNvPr id="76" name="!!Zegar – wycinek 4"/>
          <p:cNvSpPr/>
          <p:nvPr/>
        </p:nvSpPr>
        <p:spPr>
          <a:xfrm>
            <a:off x="10502900" y="404876"/>
            <a:ext cx="208153" cy="128524"/>
          </a:xfrm>
          <a:custGeom>
            <a:avLst/>
            <a:gdLst/>
            <a:ahLst/>
            <a:cxnLst/>
            <a:rect l="0" t="0" r="r" b="b"/>
            <a:pathLst>
              <a:path w="208153" h="128524">
                <a:moveTo>
                  <a:pt x="0" y="128524"/>
                </a:moveTo>
                <a:lnTo>
                  <a:pt x="176953" y="0"/>
                </a:lnTo>
                <a:lnTo>
                  <a:pt x="186732" y="13970"/>
                </a:lnTo>
                <a:lnTo>
                  <a:pt x="195114" y="29337"/>
                </a:lnTo>
                <a:lnTo>
                  <a:pt x="202099" y="44704"/>
                </a:lnTo>
                <a:lnTo>
                  <a:pt x="208153" y="61002"/>
                </a:lnTo>
                <a:close/>
              </a:path>
            </a:pathLst>
          </a:custGeom>
          <a:solidFill>
            <a:srgbClr val="EE312F"/>
          </a:solidFill>
          <a:ln w="3725">
            <a:solidFill>
              <a:srgbClr val="EE312F"/>
            </a:solidFill>
            <a:round/>
          </a:ln>
        </p:spPr>
        <p:txBody>
          <a:bodyPr rtlCol="0" anchor="ctr"/>
          <a:lstStyle/>
          <a:p>
            <a:pPr algn="ctr"/>
            <a:endParaRPr lang="pl-PL" dirty="0"/>
          </a:p>
        </p:txBody>
      </p:sp>
      <p:sp>
        <p:nvSpPr>
          <p:cNvPr id="77" name="!!Zegar – wycinek 5"/>
          <p:cNvSpPr/>
          <p:nvPr/>
        </p:nvSpPr>
        <p:spPr>
          <a:xfrm>
            <a:off x="10502900" y="465878"/>
            <a:ext cx="218863" cy="67522"/>
          </a:xfrm>
          <a:custGeom>
            <a:avLst/>
            <a:gdLst/>
            <a:ahLst/>
            <a:cxnLst/>
            <a:rect l="0" t="0" r="r" b="b"/>
            <a:pathLst>
              <a:path w="218863" h="67522">
                <a:moveTo>
                  <a:pt x="0" y="67522"/>
                </a:moveTo>
                <a:lnTo>
                  <a:pt x="208153" y="0"/>
                </a:lnTo>
                <a:lnTo>
                  <a:pt x="212810" y="16298"/>
                </a:lnTo>
                <a:lnTo>
                  <a:pt x="216069" y="33062"/>
                </a:lnTo>
                <a:lnTo>
                  <a:pt x="218398" y="50292"/>
                </a:lnTo>
                <a:lnTo>
                  <a:pt x="218863" y="67522"/>
                </a:lnTo>
                <a:close/>
              </a:path>
            </a:pathLst>
          </a:custGeom>
          <a:solidFill>
            <a:srgbClr val="EE312F"/>
          </a:solidFill>
          <a:ln w="3725">
            <a:solidFill>
              <a:srgbClr val="EE312F"/>
            </a:solidFill>
            <a:round/>
          </a:ln>
        </p:spPr>
        <p:txBody>
          <a:bodyPr rtlCol="0" anchor="ctr"/>
          <a:lstStyle/>
          <a:p>
            <a:pPr algn="ctr"/>
            <a:endParaRPr lang="pl-PL" dirty="0"/>
          </a:p>
        </p:txBody>
      </p:sp>
      <p:sp>
        <p:nvSpPr>
          <p:cNvPr id="78" name="!!Zegar – wycinek 6"/>
          <p:cNvSpPr/>
          <p:nvPr/>
        </p:nvSpPr>
        <p:spPr>
          <a:xfrm>
            <a:off x="10502900" y="533400"/>
            <a:ext cx="218863" cy="67522"/>
          </a:xfrm>
          <a:custGeom>
            <a:avLst/>
            <a:gdLst/>
            <a:ahLst/>
            <a:cxnLst/>
            <a:rect l="0" t="0" r="r" b="b"/>
            <a:pathLst>
              <a:path w="218863" h="67522">
                <a:moveTo>
                  <a:pt x="0" y="0"/>
                </a:moveTo>
                <a:lnTo>
                  <a:pt x="218863" y="0"/>
                </a:lnTo>
                <a:lnTo>
                  <a:pt x="218398" y="17230"/>
                </a:lnTo>
                <a:lnTo>
                  <a:pt x="216069" y="34459"/>
                </a:lnTo>
                <a:lnTo>
                  <a:pt x="212810" y="51223"/>
                </a:lnTo>
                <a:lnTo>
                  <a:pt x="208153" y="67522"/>
                </a:lnTo>
                <a:close/>
              </a:path>
            </a:pathLst>
          </a:custGeom>
          <a:solidFill>
            <a:srgbClr val="EE312F"/>
          </a:solidFill>
          <a:ln w="3725">
            <a:solidFill>
              <a:srgbClr val="EE312F"/>
            </a:solidFill>
            <a:round/>
          </a:ln>
        </p:spPr>
        <p:txBody>
          <a:bodyPr rtlCol="0" anchor="ctr"/>
          <a:lstStyle/>
          <a:p>
            <a:pPr algn="ctr"/>
            <a:endParaRPr lang="pl-PL" dirty="0"/>
          </a:p>
        </p:txBody>
      </p:sp>
      <p:sp>
        <p:nvSpPr>
          <p:cNvPr id="79" name="!!Zegar – wycinek 7"/>
          <p:cNvSpPr/>
          <p:nvPr/>
        </p:nvSpPr>
        <p:spPr>
          <a:xfrm>
            <a:off x="10502900" y="533400"/>
            <a:ext cx="208153" cy="128524"/>
          </a:xfrm>
          <a:custGeom>
            <a:avLst/>
            <a:gdLst/>
            <a:ahLst/>
            <a:cxnLst/>
            <a:rect l="0" t="0" r="r" b="b"/>
            <a:pathLst>
              <a:path w="208153" h="128524">
                <a:moveTo>
                  <a:pt x="0" y="0"/>
                </a:moveTo>
                <a:lnTo>
                  <a:pt x="208153" y="67522"/>
                </a:lnTo>
                <a:lnTo>
                  <a:pt x="202099" y="83820"/>
                </a:lnTo>
                <a:lnTo>
                  <a:pt x="195114" y="99187"/>
                </a:lnTo>
                <a:lnTo>
                  <a:pt x="186732" y="114554"/>
                </a:lnTo>
                <a:lnTo>
                  <a:pt x="176953" y="128524"/>
                </a:lnTo>
                <a:close/>
              </a:path>
            </a:pathLst>
          </a:custGeom>
          <a:solidFill>
            <a:srgbClr val="EE312F"/>
          </a:solidFill>
          <a:ln w="3725">
            <a:solidFill>
              <a:srgbClr val="EE312F"/>
            </a:solidFill>
            <a:round/>
          </a:ln>
        </p:spPr>
        <p:txBody>
          <a:bodyPr rtlCol="0" anchor="ctr"/>
          <a:lstStyle/>
          <a:p>
            <a:pPr algn="ctr"/>
            <a:endParaRPr lang="pl-PL" dirty="0"/>
          </a:p>
        </p:txBody>
      </p:sp>
      <p:sp>
        <p:nvSpPr>
          <p:cNvPr id="80" name="!!Zegar – wycinek 8"/>
          <p:cNvSpPr/>
          <p:nvPr/>
        </p:nvSpPr>
        <p:spPr>
          <a:xfrm>
            <a:off x="10502900" y="533400"/>
            <a:ext cx="176953" cy="176953"/>
          </a:xfrm>
          <a:custGeom>
            <a:avLst/>
            <a:gdLst/>
            <a:ahLst/>
            <a:cxnLst/>
            <a:rect l="0" t="0" r="r" b="b"/>
            <a:pathLst>
              <a:path w="176953" h="176953">
                <a:moveTo>
                  <a:pt x="0" y="0"/>
                </a:moveTo>
                <a:lnTo>
                  <a:pt x="176953" y="128524"/>
                </a:lnTo>
                <a:lnTo>
                  <a:pt x="166243" y="142028"/>
                </a:lnTo>
                <a:lnTo>
                  <a:pt x="154601" y="154601"/>
                </a:lnTo>
                <a:lnTo>
                  <a:pt x="142028" y="166243"/>
                </a:lnTo>
                <a:lnTo>
                  <a:pt x="128524" y="176953"/>
                </a:lnTo>
                <a:close/>
              </a:path>
            </a:pathLst>
          </a:custGeom>
          <a:solidFill>
            <a:srgbClr val="EE312F"/>
          </a:solidFill>
          <a:ln w="3725">
            <a:solidFill>
              <a:srgbClr val="EE312F"/>
            </a:solidFill>
            <a:round/>
          </a:ln>
        </p:spPr>
        <p:txBody>
          <a:bodyPr rtlCol="0" anchor="ctr"/>
          <a:lstStyle/>
          <a:p>
            <a:pPr algn="ctr"/>
            <a:endParaRPr lang="pl-PL" dirty="0"/>
          </a:p>
        </p:txBody>
      </p:sp>
      <p:sp>
        <p:nvSpPr>
          <p:cNvPr id="81" name="!!Zegar – wycinek 9"/>
          <p:cNvSpPr/>
          <p:nvPr/>
        </p:nvSpPr>
        <p:spPr>
          <a:xfrm>
            <a:off x="10502900" y="533400"/>
            <a:ext cx="128524" cy="208153"/>
          </a:xfrm>
          <a:custGeom>
            <a:avLst/>
            <a:gdLst/>
            <a:ahLst/>
            <a:cxnLst/>
            <a:rect l="0" t="0" r="r" b="b"/>
            <a:pathLst>
              <a:path w="128524" h="208153">
                <a:moveTo>
                  <a:pt x="0" y="0"/>
                </a:moveTo>
                <a:lnTo>
                  <a:pt x="128524" y="176953"/>
                </a:lnTo>
                <a:lnTo>
                  <a:pt x="114554" y="186732"/>
                </a:lnTo>
                <a:lnTo>
                  <a:pt x="99187" y="195114"/>
                </a:lnTo>
                <a:lnTo>
                  <a:pt x="83820" y="202099"/>
                </a:lnTo>
                <a:lnTo>
                  <a:pt x="67522" y="208153"/>
                </a:lnTo>
                <a:close/>
              </a:path>
            </a:pathLst>
          </a:custGeom>
          <a:solidFill>
            <a:srgbClr val="EE312F"/>
          </a:solidFill>
          <a:ln w="3725">
            <a:solidFill>
              <a:srgbClr val="EE312F"/>
            </a:solidFill>
            <a:round/>
          </a:ln>
        </p:spPr>
        <p:txBody>
          <a:bodyPr rtlCol="0" anchor="ctr"/>
          <a:lstStyle/>
          <a:p>
            <a:pPr algn="ctr"/>
            <a:endParaRPr lang="pl-PL" dirty="0"/>
          </a:p>
        </p:txBody>
      </p:sp>
      <p:sp>
        <p:nvSpPr>
          <p:cNvPr id="82" name="!!Zegar – wycinek 10"/>
          <p:cNvSpPr/>
          <p:nvPr/>
        </p:nvSpPr>
        <p:spPr>
          <a:xfrm>
            <a:off x="10502900" y="533400"/>
            <a:ext cx="67522" cy="218863"/>
          </a:xfrm>
          <a:custGeom>
            <a:avLst/>
            <a:gdLst/>
            <a:ahLst/>
            <a:cxnLst/>
            <a:rect l="0" t="0" r="r" b="b"/>
            <a:pathLst>
              <a:path w="67522" h="218863">
                <a:moveTo>
                  <a:pt x="0" y="0"/>
                </a:moveTo>
                <a:lnTo>
                  <a:pt x="67522" y="208153"/>
                </a:lnTo>
                <a:lnTo>
                  <a:pt x="51223" y="212810"/>
                </a:lnTo>
                <a:lnTo>
                  <a:pt x="34459" y="216069"/>
                </a:lnTo>
                <a:lnTo>
                  <a:pt x="17230" y="218398"/>
                </a:lnTo>
                <a:lnTo>
                  <a:pt x="0" y="218863"/>
                </a:lnTo>
                <a:close/>
              </a:path>
            </a:pathLst>
          </a:custGeom>
          <a:solidFill>
            <a:srgbClr val="EE312F"/>
          </a:solidFill>
          <a:ln w="3725">
            <a:solidFill>
              <a:srgbClr val="EE312F"/>
            </a:solidFill>
            <a:round/>
          </a:ln>
        </p:spPr>
        <p:txBody>
          <a:bodyPr rtlCol="0" anchor="ctr"/>
          <a:lstStyle/>
          <a:p>
            <a:pPr algn="ctr"/>
            <a:endParaRPr lang="pl-PL" dirty="0"/>
          </a:p>
        </p:txBody>
      </p:sp>
      <p:sp>
        <p:nvSpPr>
          <p:cNvPr id="83" name="!!Zegar – wycinek 11"/>
          <p:cNvSpPr/>
          <p:nvPr/>
        </p:nvSpPr>
        <p:spPr>
          <a:xfrm>
            <a:off x="10435378" y="533400"/>
            <a:ext cx="67522" cy="218863"/>
          </a:xfrm>
          <a:custGeom>
            <a:avLst/>
            <a:gdLst/>
            <a:ahLst/>
            <a:cxnLst/>
            <a:rect l="0" t="0" r="r" b="b"/>
            <a:pathLst>
              <a:path w="67522" h="218863">
                <a:moveTo>
                  <a:pt x="67522" y="0"/>
                </a:moveTo>
                <a:lnTo>
                  <a:pt x="67522" y="218863"/>
                </a:lnTo>
                <a:lnTo>
                  <a:pt x="50292" y="218398"/>
                </a:lnTo>
                <a:lnTo>
                  <a:pt x="33062" y="216069"/>
                </a:lnTo>
                <a:lnTo>
                  <a:pt x="16298" y="212810"/>
                </a:lnTo>
                <a:lnTo>
                  <a:pt x="0" y="208153"/>
                </a:lnTo>
                <a:close/>
              </a:path>
            </a:pathLst>
          </a:custGeom>
          <a:solidFill>
            <a:srgbClr val="EE312F"/>
          </a:solidFill>
          <a:ln w="3725">
            <a:solidFill>
              <a:srgbClr val="EE312F"/>
            </a:solidFill>
            <a:round/>
          </a:ln>
        </p:spPr>
        <p:txBody>
          <a:bodyPr rtlCol="0" anchor="ctr"/>
          <a:lstStyle/>
          <a:p>
            <a:pPr algn="ctr"/>
            <a:endParaRPr lang="pl-PL" dirty="0"/>
          </a:p>
        </p:txBody>
      </p:sp>
      <p:sp>
        <p:nvSpPr>
          <p:cNvPr id="84" name="!!Zegar – kreska 1"/>
          <p:cNvSpPr/>
          <p:nvPr/>
        </p:nvSpPr>
        <p:spPr>
          <a:xfrm>
            <a:off x="10491258" y="295910"/>
            <a:ext cx="23283" cy="46567"/>
          </a:xfrm>
          <a:custGeom>
            <a:avLst/>
            <a:gdLst/>
            <a:ahLst/>
            <a:cxnLst/>
            <a:rect l="0" t="0" r="r" b="b"/>
            <a:pathLst>
              <a:path w="23283" h="46567">
                <a:moveTo>
                  <a:pt x="0" y="46567"/>
                </a:moveTo>
                <a:lnTo>
                  <a:pt x="23283" y="46567"/>
                </a:lnTo>
                <a:lnTo>
                  <a:pt x="23283" y="0"/>
                </a:lnTo>
                <a:lnTo>
                  <a:pt x="0" y="0"/>
                </a:lnTo>
                <a:close/>
              </a:path>
            </a:pathLst>
          </a:custGeom>
          <a:solidFill>
            <a:srgbClr val="151515"/>
          </a:solidFill>
          <a:ln>
            <a:noFill/>
          </a:ln>
        </p:spPr>
        <p:txBody>
          <a:bodyPr rtlCol="0" anchor="ctr"/>
          <a:lstStyle/>
          <a:p>
            <a:pPr algn="ctr"/>
            <a:endParaRPr lang="pl-PL" dirty="0"/>
          </a:p>
        </p:txBody>
      </p:sp>
      <p:sp>
        <p:nvSpPr>
          <p:cNvPr id="85" name="!!Zegar – kreska 2"/>
          <p:cNvSpPr/>
          <p:nvPr/>
        </p:nvSpPr>
        <p:spPr>
          <a:xfrm>
            <a:off x="10693823" y="521758"/>
            <a:ext cx="46567" cy="23283"/>
          </a:xfrm>
          <a:custGeom>
            <a:avLst/>
            <a:gdLst/>
            <a:ahLst/>
            <a:cxnLst/>
            <a:rect l="0" t="0" r="r" b="b"/>
            <a:pathLst>
              <a:path w="46567" h="23283">
                <a:moveTo>
                  <a:pt x="0" y="0"/>
                </a:moveTo>
                <a:lnTo>
                  <a:pt x="0" y="23283"/>
                </a:lnTo>
                <a:lnTo>
                  <a:pt x="46567" y="23283"/>
                </a:lnTo>
                <a:lnTo>
                  <a:pt x="46567" y="0"/>
                </a:lnTo>
                <a:close/>
              </a:path>
            </a:pathLst>
          </a:custGeom>
          <a:solidFill>
            <a:srgbClr val="151515"/>
          </a:solidFill>
          <a:ln>
            <a:noFill/>
          </a:ln>
        </p:spPr>
        <p:txBody>
          <a:bodyPr rtlCol="0" anchor="ctr"/>
          <a:lstStyle/>
          <a:p>
            <a:pPr algn="ctr"/>
            <a:endParaRPr lang="pl-PL" dirty="0"/>
          </a:p>
        </p:txBody>
      </p:sp>
      <p:sp>
        <p:nvSpPr>
          <p:cNvPr id="86" name="!!Zegar – kreska 3"/>
          <p:cNvSpPr/>
          <p:nvPr/>
        </p:nvSpPr>
        <p:spPr>
          <a:xfrm>
            <a:off x="10491258" y="724323"/>
            <a:ext cx="23283" cy="46567"/>
          </a:xfrm>
          <a:custGeom>
            <a:avLst/>
            <a:gdLst/>
            <a:ahLst/>
            <a:cxnLst/>
            <a:rect l="0" t="0" r="r" b="b"/>
            <a:pathLst>
              <a:path w="23283" h="46567">
                <a:moveTo>
                  <a:pt x="23283" y="0"/>
                </a:moveTo>
                <a:lnTo>
                  <a:pt x="0" y="0"/>
                </a:lnTo>
                <a:lnTo>
                  <a:pt x="0" y="46567"/>
                </a:lnTo>
                <a:lnTo>
                  <a:pt x="23283" y="46567"/>
                </a:lnTo>
                <a:close/>
              </a:path>
            </a:pathLst>
          </a:custGeom>
          <a:solidFill>
            <a:srgbClr val="151515"/>
          </a:solidFill>
          <a:ln>
            <a:noFill/>
          </a:ln>
        </p:spPr>
        <p:txBody>
          <a:bodyPr rtlCol="0" anchor="ctr"/>
          <a:lstStyle/>
          <a:p>
            <a:pPr algn="ctr"/>
            <a:endParaRPr lang="pl-PL" dirty="0"/>
          </a:p>
        </p:txBody>
      </p:sp>
      <p:sp>
        <p:nvSpPr>
          <p:cNvPr id="87" name="!!Zegar – kreska 4"/>
          <p:cNvSpPr/>
          <p:nvPr/>
        </p:nvSpPr>
        <p:spPr>
          <a:xfrm>
            <a:off x="10265410" y="521758"/>
            <a:ext cx="46567" cy="23283"/>
          </a:xfrm>
          <a:custGeom>
            <a:avLst/>
            <a:gdLst/>
            <a:ahLst/>
            <a:cxnLst/>
            <a:rect l="0" t="0" r="r" b="b"/>
            <a:pathLst>
              <a:path w="46567" h="23283">
                <a:moveTo>
                  <a:pt x="46567" y="23283"/>
                </a:moveTo>
                <a:lnTo>
                  <a:pt x="46567" y="0"/>
                </a:lnTo>
                <a:lnTo>
                  <a:pt x="0" y="0"/>
                </a:lnTo>
                <a:lnTo>
                  <a:pt x="0" y="23283"/>
                </a:lnTo>
                <a:close/>
              </a:path>
            </a:pathLst>
          </a:custGeom>
          <a:solidFill>
            <a:srgbClr val="151515"/>
          </a:solidFill>
          <a:ln>
            <a:noFill/>
          </a:ln>
        </p:spPr>
        <p:txBody>
          <a:bodyPr rtlCol="0" anchor="ctr"/>
          <a:lstStyle/>
          <a:p>
            <a:pPr algn="ctr"/>
            <a:endParaRPr lang="pl-PL" dirty="0"/>
          </a:p>
        </p:txBody>
      </p:sp>
      <p:sp>
        <p:nvSpPr>
          <p:cNvPr id="88" name="!!Zegar – wskazówka"/>
          <p:cNvSpPr/>
          <p:nvPr/>
        </p:nvSpPr>
        <p:spPr>
          <a:xfrm>
            <a:off x="10438697" y="502511"/>
            <a:ext cx="86123" cy="210198"/>
          </a:xfrm>
          <a:custGeom>
            <a:avLst/>
            <a:gdLst/>
            <a:ahLst/>
            <a:cxnLst/>
            <a:rect l="0" t="0" r="r" b="b"/>
            <a:pathLst>
              <a:path w="86123" h="210198">
                <a:moveTo>
                  <a:pt x="86123" y="8634"/>
                </a:moveTo>
                <a:lnTo>
                  <a:pt x="59550" y="0"/>
                </a:lnTo>
                <a:lnTo>
                  <a:pt x="0" y="205881"/>
                </a:lnTo>
                <a:lnTo>
                  <a:pt x="13286" y="210198"/>
                </a:lnTo>
                <a:close/>
              </a:path>
            </a:pathLst>
          </a:custGeom>
          <a:solidFill>
            <a:srgbClr val="151515"/>
          </a:solidFill>
          <a:ln>
            <a:noFill/>
          </a:ln>
        </p:spPr>
        <p:txBody>
          <a:bodyPr rtlCol="0" anchor="ctr"/>
          <a:lstStyle/>
          <a:p>
            <a:pPr algn="ctr"/>
            <a:endParaRPr lang="pl-PL" dirty="0"/>
          </a:p>
        </p:txBody>
      </p:sp>
      <p:sp>
        <p:nvSpPr>
          <p:cNvPr id="89" name="!!Zegar – oś"/>
          <p:cNvSpPr/>
          <p:nvPr/>
        </p:nvSpPr>
        <p:spPr>
          <a:xfrm>
            <a:off x="10474960" y="505460"/>
            <a:ext cx="55880" cy="55880"/>
          </a:xfrm>
          <a:prstGeom prst="ellipse">
            <a:avLst/>
          </a:prstGeom>
          <a:solidFill>
            <a:srgbClr val="151515"/>
          </a:solidFill>
          <a:ln>
            <a:noFill/>
          </a:ln>
        </p:spPr>
        <p:txBody>
          <a:bodyPr rtlCol="0" anchor="ctr"/>
          <a:lstStyle/>
          <a:p>
            <a:pPr algn="ctr"/>
            <a:endParaRPr lang="pl-PL" dirty="0"/>
          </a:p>
        </p:txBody>
      </p:sp>
      <p:sp>
        <p:nvSpPr>
          <p:cNvPr id="90" name="!!Źródło"/>
          <p:cNvSpPr txBox="1"/>
          <p:nvPr/>
        </p:nvSpPr>
        <p:spPr>
          <a:xfrm>
            <a:off x="823962" y="6425287"/>
            <a:ext cx="7913489"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666666"/>
                </a:solidFill>
                <a:latin typeface="Lato"/>
                <a:cs typeface="Lato"/>
              </a:rPr>
              <a:t>Scena ilustracyjna. Marki, ekrany i ceny są umowne. Zegar jest elementem opowieści, nie czasem dostawy.</a:t>
            </a:r>
            <a:endParaRPr lang="pl-PL" sz="1100" kern="100" dirty="0">
              <a:solidFill>
                <a:srgbClr val="666666"/>
              </a:solidFill>
              <a:latin typeface="Lato"/>
              <a:cs typeface="Lato"/>
            </a:endParaRPr>
          </a:p>
        </p:txBody>
      </p:sp>
      <p:sp>
        <p:nvSpPr>
          <p:cNvPr id="91"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666666"/>
                </a:solidFill>
                <a:latin typeface="Lato"/>
                <a:cs typeface="Lato"/>
              </a:rPr>
              <a:t>16 / 23</a:t>
            </a:r>
            <a:endParaRPr lang="pl-PL" sz="1100" kern="100" spc="66" dirty="0">
              <a:solidFill>
                <a:srgbClr val="666666"/>
              </a:solidFill>
              <a:latin typeface="Lato"/>
              <a:cs typeface="Lato"/>
            </a:endParaRPr>
          </a:p>
        </p:txBody>
      </p:sp>
      <p:sp>
        <p:nvSpPr>
          <p:cNvPr id="92" name="!!Postęp"/>
          <p:cNvSpPr/>
          <p:nvPr/>
        </p:nvSpPr>
        <p:spPr>
          <a:xfrm>
            <a:off x="-1141" y="6826250"/>
            <a:ext cx="8483600" cy="31750"/>
          </a:xfrm>
          <a:prstGeom prst="rect">
            <a:avLst/>
          </a:prstGeom>
          <a:solidFill>
            <a:srgbClr val="EE312F"/>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par>
                                <p:cTn id="11" presetID="10" presetClass="exit" presetSubtype="0" fill="hold" grpId="0" nodeType="withEffect">
                                  <p:stCondLst>
                                    <p:cond delay="0"/>
                                  </p:stCondLst>
                                  <p:childTnLst>
                                    <p:animEffect transition="out" filter="fade">
                                      <p:cBhvr>
                                        <p:cTn id="12" dur="300"/>
                                        <p:tgtEl>
                                          <p:spTgt spid="16"/>
                                        </p:tgtEl>
                                      </p:cBhvr>
                                    </p:animEffect>
                                    <p:set>
                                      <p:cBhvr>
                                        <p:cTn id="13" dur="1" fill="hold">
                                          <p:stCondLst>
                                            <p:cond delay="299"/>
                                          </p:stCondLst>
                                        </p:cTn>
                                        <p:tgtEl>
                                          <p:spTgt spid="16"/>
                                        </p:tgtEl>
                                        <p:attrNameLst>
                                          <p:attrName>style.visibility</p:attrName>
                                        </p:attrNameLst>
                                      </p:cBhvr>
                                      <p:to>
                                        <p:strVal val="hidden"/>
                                      </p:to>
                                    </p:se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4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400"/>
                                        <p:tgtEl>
                                          <p:spTgt spid="18"/>
                                        </p:tgtEl>
                                      </p:cBhvr>
                                    </p:animEffect>
                                  </p:childTnLst>
                                </p:cTn>
                              </p:par>
                              <p:par>
                                <p:cTn id="20" presetID="10" presetClass="exit" presetSubtype="0" fill="hold" grpId="0" nodeType="withEffect">
                                  <p:stCondLst>
                                    <p:cond delay="0"/>
                                  </p:stCondLst>
                                  <p:childTnLst>
                                    <p:animEffect transition="out" filter="fade">
                                      <p:cBhvr>
                                        <p:cTn id="21" dur="300"/>
                                        <p:tgtEl>
                                          <p:spTgt spid="29"/>
                                        </p:tgtEl>
                                      </p:cBhvr>
                                    </p:animEffect>
                                    <p:set>
                                      <p:cBhvr>
                                        <p:cTn id="22" dur="1" fill="hold">
                                          <p:stCondLst>
                                            <p:cond delay="299"/>
                                          </p:stCondLst>
                                        </p:cTn>
                                        <p:tgtEl>
                                          <p:spTgt spid="29"/>
                                        </p:tgtEl>
                                        <p:attrNameLst>
                                          <p:attrName>style.visibility</p:attrName>
                                        </p:attrNameLst>
                                      </p:cBhvr>
                                      <p:to>
                                        <p:strVal val="hidden"/>
                                      </p:to>
                                    </p:set>
                                  </p:childTnLst>
                                </p:cTn>
                              </p:par>
                              <p:par>
                                <p:cTn id="23" presetID="10"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400"/>
                                        <p:tgtEl>
                                          <p:spTgt spid="30"/>
                                        </p:tgtEl>
                                      </p:cBhvr>
                                    </p:animEffect>
                                  </p:childTnLst>
                                </p:cTn>
                              </p:par>
                              <p:par>
                                <p:cTn id="26" presetID="10" presetClass="exit" presetSubtype="0" fill="hold" grpId="0" nodeType="withEffect">
                                  <p:stCondLst>
                                    <p:cond delay="0"/>
                                  </p:stCondLst>
                                  <p:childTnLst>
                                    <p:animEffect transition="out" filter="fade">
                                      <p:cBhvr>
                                        <p:cTn id="27" dur="300"/>
                                        <p:tgtEl>
                                          <p:spTgt spid="31"/>
                                        </p:tgtEl>
                                      </p:cBhvr>
                                    </p:animEffect>
                                    <p:set>
                                      <p:cBhvr>
                                        <p:cTn id="28" dur="1" fill="hold">
                                          <p:stCondLst>
                                            <p:cond delay="299"/>
                                          </p:stCondLst>
                                        </p:cTn>
                                        <p:tgtEl>
                                          <p:spTgt spid="31"/>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400"/>
                                        <p:tgtEl>
                                          <p:spTgt spid="3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6"/>
                                        </p:tgtEl>
                                        <p:attrNameLst>
                                          <p:attrName>style.visibility</p:attrName>
                                        </p:attrNameLst>
                                      </p:cBhvr>
                                      <p:to>
                                        <p:strVal val="visible"/>
                                      </p:to>
                                    </p:set>
                                    <p:animEffect transition="in" filter="fade">
                                      <p:cBhvr>
                                        <p:cTn id="34" dur="400"/>
                                        <p:tgtEl>
                                          <p:spTgt spid="6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7"/>
                                        </p:tgtEl>
                                        <p:attrNameLst>
                                          <p:attrName>style.visibility</p:attrName>
                                        </p:attrNameLst>
                                      </p:cBhvr>
                                      <p:to>
                                        <p:strVal val="visible"/>
                                      </p:to>
                                    </p:set>
                                    <p:animEffect transition="in" filter="fade">
                                      <p:cBhvr>
                                        <p:cTn id="37" dur="4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6" grpId="0" animBg="1"/>
      <p:bldP spid="17" grpId="0" animBg="1"/>
      <p:bldP spid="18" grpId="0" animBg="1"/>
      <p:bldP spid="29" grpId="0" animBg="1"/>
      <p:bldP spid="30" grpId="0" animBg="1"/>
      <p:bldP spid="31" grpId="0" animBg="1"/>
      <p:bldP spid="32" grpId="0" animBg="1"/>
      <p:bldP spid="66" grpId="0" animBg="1"/>
      <p:bldP spid="67" grpId="0" animBg="1"/>
    </p:bldLst>
  </p:timing>
</p:sld>
</file>

<file path=ppt/slides/slide17.xml><?xml version="1.0" encoding="utf-8"?>
<p:sld xmlns:a="http://schemas.openxmlformats.org/drawingml/2006/main" xmlns:r="http://schemas.openxmlformats.org/officeDocument/2006/relationships" xmlns:p="http://schemas.openxmlformats.org/presentationml/2006/main" xmlns:p14="http://schemas.microsoft.com/office/powerpoint/2010/main">
  <p:cSld name="O czym zapomniałam?">
    <p:bg>
      <p:bgPr>
        <a:solidFill>
          <a:srgbClr val="FFFFFF"/>
        </a:solidFill>
        <a:effectLst/>
      </p:bgPr>
    </p:bg>
    <p:spTree>
      <p:nvGrpSpPr>
        <p:cNvPr id="1" name=""/>
        <p:cNvGrpSpPr/>
        <p:nvPr/>
      </p:nvGrpSpPr>
      <p:grpSpPr>
        <a:xfrm>
          <a:off x="0" y="0"/>
          <a:ext cx="0" cy="0"/>
          <a:chOff x="0" y="0"/>
          <a:chExt cx="0" cy="0"/>
        </a:xfrm>
      </p:grpSpPr>
      <p:sp>
        <p:nvSpPr>
          <p:cNvPr id="2" name="Tekst: Nachosy są. Czegoś do nich brakuje. · 1"/>
          <p:cNvSpPr txBox="1"/>
          <p:nvPr/>
        </p:nvSpPr>
        <p:spPr>
          <a:xfrm>
            <a:off x="824359" y="3252450"/>
            <a:ext cx="3784402" cy="379730"/>
          </a:xfrm>
          <a:prstGeom prst="rect">
            <a:avLst/>
          </a:prstGeom>
          <a:noFill/>
          <a:ln>
            <a:noFill/>
          </a:ln>
        </p:spPr>
        <p:txBody>
          <a:bodyPr wrap="none" lIns="0" tIns="0" rIns="0" bIns="0" rtlCol="0" anchor="ctr">
            <a:noAutofit/>
          </a:bodyPr>
          <a:lstStyle/>
          <a:p>
            <a:pPr algn="l">
              <a:spcBef>
                <a:spcPts val="0"/>
              </a:spcBef>
              <a:spcAft>
                <a:spcPts val="0"/>
              </a:spcAft>
              <a:buNone/>
            </a:pPr>
            <a:r>
              <a:rPr lang="pl-PL" sz="2300" kern="100" dirty="0">
                <a:solidFill>
                  <a:srgbClr val="151515"/>
                </a:solidFill>
                <a:latin typeface="Lato"/>
                <a:cs typeface="Lato"/>
              </a:rPr>
              <a:t>Nachosy są.</a:t>
            </a:r>
            <a:endParaRPr lang="pl-PL" sz="2300" kern="100" dirty="0">
              <a:solidFill>
                <a:srgbClr val="151515"/>
              </a:solidFill>
              <a:latin typeface="Lato"/>
              <a:cs typeface="Lato"/>
            </a:endParaRPr>
          </a:p>
        </p:txBody>
      </p:sp>
      <p:sp>
        <p:nvSpPr>
          <p:cNvPr id="3" name="Tekst: Nachosy są. Czegoś do nich brakuje. · 2"/>
          <p:cNvSpPr txBox="1"/>
          <p:nvPr/>
        </p:nvSpPr>
        <p:spPr>
          <a:xfrm>
            <a:off x="824359" y="3632180"/>
            <a:ext cx="3784402" cy="379730"/>
          </a:xfrm>
          <a:prstGeom prst="rect">
            <a:avLst/>
          </a:prstGeom>
          <a:noFill/>
          <a:ln>
            <a:noFill/>
          </a:ln>
        </p:spPr>
        <p:txBody>
          <a:bodyPr wrap="none" lIns="0" tIns="0" rIns="0" bIns="0" rtlCol="0" anchor="ctr">
            <a:noAutofit/>
          </a:bodyPr>
          <a:lstStyle/>
          <a:p>
            <a:pPr algn="l">
              <a:spcBef>
                <a:spcPts val="0"/>
              </a:spcBef>
              <a:spcAft>
                <a:spcPts val="0"/>
              </a:spcAft>
              <a:buNone/>
            </a:pPr>
            <a:r>
              <a:rPr lang="pl-PL" sz="2300" kern="100" dirty="0">
                <a:solidFill>
                  <a:srgbClr val="151515"/>
                </a:solidFill>
                <a:latin typeface="Lato"/>
                <a:cs typeface="Lato"/>
              </a:rPr>
              <a:t>Czegoś do nich brakuje.</a:t>
            </a:r>
            <a:endParaRPr lang="pl-PL" sz="2300" kern="100" dirty="0">
              <a:solidFill>
                <a:srgbClr val="151515"/>
              </a:solidFill>
              <a:latin typeface="Lato"/>
              <a:cs typeface="Lato"/>
            </a:endParaRPr>
          </a:p>
        </p:txBody>
      </p:sp>
      <p:sp>
        <p:nvSpPr>
          <p:cNvPr id="4" name="Tekst: Trafne uzupełnienie: dip do nachosów. · 1"/>
          <p:cNvSpPr txBox="1"/>
          <p:nvPr/>
        </p:nvSpPr>
        <p:spPr>
          <a:xfrm>
            <a:off x="825302" y="4723130"/>
            <a:ext cx="3184684" cy="349250"/>
          </a:xfrm>
          <a:prstGeom prst="rect">
            <a:avLst/>
          </a:prstGeom>
          <a:noFill/>
          <a:ln>
            <a:noFill/>
          </a:ln>
        </p:spPr>
        <p:txBody>
          <a:bodyPr wrap="none" lIns="0" tIns="0" rIns="0" bIns="0" rtlCol="0" anchor="ctr">
            <a:noAutofit/>
          </a:bodyPr>
          <a:lstStyle/>
          <a:p>
            <a:pPr algn="l">
              <a:spcBef>
                <a:spcPts val="0"/>
              </a:spcBef>
              <a:spcAft>
                <a:spcPts val="0"/>
              </a:spcAft>
              <a:buNone/>
            </a:pPr>
            <a:r>
              <a:rPr lang="pl-PL" sz="2200" b="1" kern="100" dirty="0">
                <a:solidFill>
                  <a:srgbClr val="EE312F"/>
                </a:solidFill>
                <a:latin typeface="Lato"/>
                <a:cs typeface="Lato"/>
              </a:rPr>
              <a:t>Trafne uzupełnienie:</a:t>
            </a:r>
            <a:endParaRPr lang="pl-PL" sz="2200" b="1" kern="100" dirty="0">
              <a:solidFill>
                <a:srgbClr val="EE312F"/>
              </a:solidFill>
              <a:latin typeface="Lato"/>
              <a:cs typeface="Lato"/>
            </a:endParaRPr>
          </a:p>
        </p:txBody>
      </p:sp>
      <p:sp>
        <p:nvSpPr>
          <p:cNvPr id="5" name="Tekst: Trafne uzupełnienie: dip do nachosów. · 2"/>
          <p:cNvSpPr txBox="1"/>
          <p:nvPr/>
        </p:nvSpPr>
        <p:spPr>
          <a:xfrm>
            <a:off x="825302" y="5072380"/>
            <a:ext cx="3184684" cy="349250"/>
          </a:xfrm>
          <a:prstGeom prst="rect">
            <a:avLst/>
          </a:prstGeom>
          <a:noFill/>
          <a:ln>
            <a:noFill/>
          </a:ln>
        </p:spPr>
        <p:txBody>
          <a:bodyPr wrap="none" lIns="0" tIns="0" rIns="0" bIns="0" rtlCol="0" anchor="ctr">
            <a:noAutofit/>
          </a:bodyPr>
          <a:lstStyle/>
          <a:p>
            <a:pPr algn="l">
              <a:spcBef>
                <a:spcPts val="0"/>
              </a:spcBef>
              <a:spcAft>
                <a:spcPts val="0"/>
              </a:spcAft>
              <a:buNone/>
            </a:pPr>
            <a:r>
              <a:rPr lang="pl-PL" sz="2200" b="1" kern="100" dirty="0">
                <a:solidFill>
                  <a:srgbClr val="EE312F"/>
                </a:solidFill>
                <a:latin typeface="Lato"/>
                <a:cs typeface="Lato"/>
              </a:rPr>
              <a:t>dip do nachosów.</a:t>
            </a:r>
            <a:endParaRPr lang="pl-PL" sz="2200" b="1" kern="100" dirty="0">
              <a:solidFill>
                <a:srgbClr val="EE312F"/>
              </a:solidFill>
              <a:latin typeface="Lato"/>
              <a:cs typeface="Lato"/>
            </a:endParaRPr>
          </a:p>
        </p:txBody>
      </p:sp>
      <p:sp>
        <p:nvSpPr>
          <p:cNvPr id="6" name="Tekst: 04 · Sprawdzam koszyk"/>
          <p:cNvSpPr txBox="1"/>
          <p:nvPr/>
        </p:nvSpPr>
        <p:spPr>
          <a:xfrm>
            <a:off x="827038" y="1270000"/>
            <a:ext cx="3562350" cy="182880"/>
          </a:xfrm>
          <a:prstGeom prst="rect">
            <a:avLst/>
          </a:prstGeom>
          <a:noFill/>
          <a:ln>
            <a:noFill/>
          </a:ln>
        </p:spPr>
        <p:txBody>
          <a:bodyPr wrap="none" lIns="0" tIns="0" rIns="0" bIns="0" rtlCol="0" anchor="t">
            <a:noAutofit/>
          </a:bodyPr>
          <a:lstStyle/>
          <a:p>
            <a:pPr algn="l">
              <a:spcBef>
                <a:spcPts val="0"/>
              </a:spcBef>
              <a:spcAft>
                <a:spcPts val="0"/>
              </a:spcAft>
              <a:buNone/>
            </a:pPr>
            <a:r>
              <a:rPr lang="pl-PL" sz="1200" b="1" kern="100" cap="all" spc="96" dirty="0">
                <a:solidFill>
                  <a:srgbClr val="666666"/>
                </a:solidFill>
                <a:latin typeface="Lato"/>
                <a:cs typeface="Lato"/>
              </a:rPr>
              <a:t>04 · Sprawdzam koszyk</a:t>
            </a:r>
            <a:endParaRPr lang="pl-PL" sz="1200" b="1" kern="100" cap="all" spc="96" dirty="0">
              <a:solidFill>
                <a:srgbClr val="666666"/>
              </a:solidFill>
              <a:latin typeface="Lato"/>
              <a:cs typeface="Lato"/>
            </a:endParaRPr>
          </a:p>
        </p:txBody>
      </p:sp>
      <p:sp>
        <p:nvSpPr>
          <p:cNvPr id="7" name="Tekst: „O czym zapomniałam?” · 1"/>
          <p:cNvSpPr txBox="1"/>
          <p:nvPr/>
        </p:nvSpPr>
        <p:spPr>
          <a:xfrm>
            <a:off x="827038" y="1651544"/>
            <a:ext cx="4430911" cy="592328"/>
          </a:xfrm>
          <a:prstGeom prst="rect">
            <a:avLst/>
          </a:prstGeom>
          <a:noFill/>
          <a:ln>
            <a:noFill/>
          </a:ln>
        </p:spPr>
        <p:txBody>
          <a:bodyPr wrap="none" lIns="0" tIns="0" rIns="0" bIns="0" rtlCol="0" anchor="ctr">
            <a:noAutofit/>
          </a:bodyPr>
          <a:lstStyle/>
          <a:p>
            <a:pPr algn="l">
              <a:spcBef>
                <a:spcPts val="0"/>
              </a:spcBef>
              <a:spcAft>
                <a:spcPts val="0"/>
              </a:spcAft>
              <a:buNone/>
            </a:pPr>
            <a:r>
              <a:rPr lang="pl-PL" sz="4400" kern="100" spc="-154" dirty="0">
                <a:solidFill>
                  <a:srgbClr val="151515"/>
                </a:solidFill>
                <a:latin typeface="Lato Black"/>
                <a:cs typeface="Lato Black"/>
              </a:rPr>
              <a:t>„O czym</a:t>
            </a:r>
            <a:endParaRPr lang="pl-PL" sz="4400" kern="100" spc="-154" dirty="0">
              <a:solidFill>
                <a:srgbClr val="151515"/>
              </a:solidFill>
              <a:latin typeface="Lato Black"/>
              <a:cs typeface="Lato Black"/>
            </a:endParaRPr>
          </a:p>
        </p:txBody>
      </p:sp>
      <p:sp>
        <p:nvSpPr>
          <p:cNvPr id="8" name="Tekst: „O czym zapomniałam?” · 2"/>
          <p:cNvSpPr txBox="1"/>
          <p:nvPr/>
        </p:nvSpPr>
        <p:spPr>
          <a:xfrm>
            <a:off x="827038" y="2243872"/>
            <a:ext cx="4430911" cy="592328"/>
          </a:xfrm>
          <a:prstGeom prst="rect">
            <a:avLst/>
          </a:prstGeom>
          <a:noFill/>
          <a:ln>
            <a:noFill/>
          </a:ln>
        </p:spPr>
        <p:txBody>
          <a:bodyPr wrap="none" lIns="0" tIns="0" rIns="0" bIns="0" rtlCol="0" anchor="ctr">
            <a:noAutofit/>
          </a:bodyPr>
          <a:lstStyle/>
          <a:p>
            <a:pPr algn="l">
              <a:spcBef>
                <a:spcPts val="0"/>
              </a:spcBef>
              <a:spcAft>
                <a:spcPts val="0"/>
              </a:spcAft>
              <a:buNone/>
            </a:pPr>
            <a:r>
              <a:rPr lang="pl-PL" sz="4400" kern="100" spc="-154" dirty="0">
                <a:solidFill>
                  <a:srgbClr val="151515"/>
                </a:solidFill>
                <a:latin typeface="Lato Black"/>
                <a:cs typeface="Lato Black"/>
              </a:rPr>
              <a:t>zapomniałam?”</a:t>
            </a:r>
            <a:endParaRPr lang="pl-PL" sz="4400" kern="100" spc="-154" dirty="0">
              <a:solidFill>
                <a:srgbClr val="151515"/>
              </a:solidFill>
              <a:latin typeface="Lato Black"/>
              <a:cs typeface="Lato Black"/>
            </a:endParaRPr>
          </a:p>
        </p:txBody>
      </p:sp>
      <p:sp>
        <p:nvSpPr>
          <p:cNvPr id="9" name="!!Telefon"/>
          <p:cNvSpPr/>
          <p:nvPr/>
        </p:nvSpPr>
        <p:spPr>
          <a:xfrm>
            <a:off x="7499350" y="1180902"/>
            <a:ext cx="3860800" cy="4438650"/>
          </a:xfrm>
          <a:prstGeom prst="roundRect">
            <a:avLst>
              <a:gd name="adj" fmla="val 4590"/>
            </a:avLst>
          </a:prstGeom>
          <a:solidFill>
            <a:srgbClr val="FFFFFF"/>
          </a:solidFill>
          <a:ln w="12700">
            <a:solidFill>
              <a:srgbClr val="D9D9D9"/>
            </a:solidFill>
          </a:ln>
          <a:effectLst>
            <a:outerShdw blurRad="444500" dist="152400" dir="5400000" algn="ctr" rotWithShape="0">
              <a:srgbClr val="000000">
                <a:alpha val="7000"/>
              </a:srgbClr>
            </a:outerShdw>
          </a:effectLst>
        </p:spPr>
        <p:txBody>
          <a:bodyPr rtlCol="0" anchor="ctr"/>
          <a:lstStyle/>
          <a:p>
            <a:pPr algn="ctr"/>
            <a:endParaRPr lang="pl-PL" dirty="0"/>
          </a:p>
        </p:txBody>
      </p:sp>
      <p:sp>
        <p:nvSpPr>
          <p:cNvPr id="10" name="!!Telefon – nagłówek"/>
          <p:cNvSpPr/>
          <p:nvPr/>
        </p:nvSpPr>
        <p:spPr>
          <a:xfrm>
            <a:off x="7505700" y="1187450"/>
            <a:ext cx="3848100" cy="457200"/>
          </a:xfrm>
          <a:prstGeom prst="round2SameRect">
            <a:avLst>
              <a:gd name="adj1" fmla="val 36111"/>
              <a:gd name="adj2" fmla="val 0"/>
            </a:avLst>
          </a:prstGeom>
          <a:solidFill>
            <a:srgbClr val="FFFFFF"/>
          </a:solidFill>
          <a:ln>
            <a:noFill/>
          </a:ln>
        </p:spPr>
        <p:txBody>
          <a:bodyPr rtlCol="0" anchor="ctr"/>
          <a:lstStyle/>
          <a:p>
            <a:pPr algn="ctr"/>
            <a:endParaRPr lang="pl-PL" dirty="0"/>
          </a:p>
        </p:txBody>
      </p:sp>
      <p:sp>
        <p:nvSpPr>
          <p:cNvPr id="11" name="Telefon – nagłówek (wariant)"/>
          <p:cNvSpPr/>
          <p:nvPr/>
        </p:nvSpPr>
        <p:spPr>
          <a:xfrm>
            <a:off x="7505700" y="1631950"/>
            <a:ext cx="3848100" cy="12700"/>
          </a:xfrm>
          <a:prstGeom prst="rect">
            <a:avLst/>
          </a:prstGeom>
          <a:solidFill>
            <a:srgbClr val="EDEDED"/>
          </a:solidFill>
          <a:ln>
            <a:noFill/>
          </a:ln>
        </p:spPr>
        <p:txBody>
          <a:bodyPr rtlCol="0" anchor="ctr"/>
          <a:lstStyle/>
          <a:p>
            <a:pPr algn="ctr"/>
            <a:endParaRPr lang="pl-PL" dirty="0"/>
          </a:p>
        </p:txBody>
      </p:sp>
      <p:sp>
        <p:nvSpPr>
          <p:cNvPr id="12" name="!!Telefon – aplikacja (tekst)"/>
          <p:cNvSpPr txBox="1"/>
          <p:nvPr/>
        </p:nvSpPr>
        <p:spPr>
          <a:xfrm>
            <a:off x="7697291" y="1308100"/>
            <a:ext cx="2425779" cy="198120"/>
          </a:xfrm>
          <a:prstGeom prst="rect">
            <a:avLst/>
          </a:prstGeom>
          <a:noFill/>
          <a:ln>
            <a:noFill/>
          </a:ln>
        </p:spPr>
        <p:txBody>
          <a:bodyPr wrap="none" lIns="0" tIns="0" rIns="0" bIns="0" rtlCol="0" anchor="t">
            <a:noAutofit/>
          </a:bodyPr>
          <a:lstStyle/>
          <a:p>
            <a:pPr algn="l">
              <a:spcBef>
                <a:spcPts val="0"/>
              </a:spcBef>
              <a:spcAft>
                <a:spcPts val="0"/>
              </a:spcAft>
              <a:buNone/>
            </a:pPr>
            <a:r>
              <a:rPr lang="pl-PL" sz="1300" kern="100" spc="-13" dirty="0">
                <a:solidFill>
                  <a:srgbClr val="151515"/>
                </a:solidFill>
                <a:latin typeface="Lato Black"/>
                <a:cs typeface="Lato Black"/>
              </a:rPr>
              <a:t>Aplikacja szybkich dostaw</a:t>
            </a:r>
            <a:endParaRPr lang="pl-PL" sz="1300" kern="100" spc="-13" dirty="0">
              <a:solidFill>
                <a:srgbClr val="151515"/>
              </a:solidFill>
              <a:latin typeface="Lato Black"/>
              <a:cs typeface="Lato Black"/>
            </a:endParaRPr>
          </a:p>
        </p:txBody>
      </p:sp>
      <p:sp>
        <p:nvSpPr>
          <p:cNvPr id="13" name="!!Telefon – koszyk (tekst)"/>
          <p:cNvSpPr txBox="1"/>
          <p:nvPr/>
        </p:nvSpPr>
        <p:spPr>
          <a:xfrm>
            <a:off x="10998349" y="1285875"/>
            <a:ext cx="350163" cy="228600"/>
          </a:xfrm>
          <a:prstGeom prst="rect">
            <a:avLst/>
          </a:prstGeom>
          <a:noFill/>
          <a:ln>
            <a:noFill/>
          </a:ln>
        </p:spPr>
        <p:txBody>
          <a:bodyPr wrap="none" lIns="0" tIns="0" rIns="0" bIns="0" rtlCol="0" anchor="t">
            <a:noAutofit/>
          </a:bodyPr>
          <a:lstStyle/>
          <a:p>
            <a:pPr algn="l">
              <a:spcBef>
                <a:spcPts val="0"/>
              </a:spcBef>
              <a:spcAft>
                <a:spcPts val="0"/>
              </a:spcAft>
              <a:buNone/>
            </a:pPr>
            <a:r>
              <a:rPr lang="pl-PL" sz="1500" kern="100" dirty="0">
                <a:solidFill>
                  <a:srgbClr val="151515"/>
                </a:solidFill>
                <a:latin typeface="Segoe UI Symbol"/>
                <a:cs typeface="Segoe UI Symbol"/>
              </a:rPr>
              <a:t>▣</a:t>
            </a:r>
            <a:endParaRPr lang="pl-PL" sz="1500" kern="100" dirty="0">
              <a:solidFill>
                <a:srgbClr val="151515"/>
              </a:solidFill>
              <a:latin typeface="Segoe UI Symbol"/>
              <a:cs typeface="Segoe UI Symbol"/>
            </a:endParaRPr>
          </a:p>
        </p:txBody>
      </p:sp>
      <p:sp>
        <p:nvSpPr>
          <p:cNvPr id="14" name="!!Telefon – kontekst (tekst)"/>
          <p:cNvSpPr txBox="1"/>
          <p:nvPr/>
        </p:nvSpPr>
        <p:spPr>
          <a:xfrm>
            <a:off x="7696200" y="1797050"/>
            <a:ext cx="3467100" cy="160020"/>
          </a:xfrm>
          <a:prstGeom prst="rect">
            <a:avLst/>
          </a:prstGeom>
          <a:noFill/>
          <a:ln>
            <a:noFill/>
          </a:ln>
        </p:spPr>
        <p:txBody>
          <a:bodyPr wrap="none" lIns="0" tIns="0" rIns="0" bIns="0" rtlCol="0" anchor="t">
            <a:noAutofit/>
          </a:bodyPr>
          <a:lstStyle/>
          <a:p>
            <a:pPr algn="l">
              <a:spcBef>
                <a:spcPts val="0"/>
              </a:spcBef>
              <a:spcAft>
                <a:spcPts val="0"/>
              </a:spcAft>
              <a:buNone/>
            </a:pPr>
            <a:r>
              <a:rPr lang="pl-PL" sz="1050" kern="100" dirty="0">
                <a:solidFill>
                  <a:srgbClr val="777777"/>
                </a:solidFill>
                <a:latin typeface="Lato"/>
                <a:cs typeface="Lato"/>
              </a:rPr>
              <a:t>Mój koszyk</a:t>
            </a:r>
            <a:endParaRPr lang="pl-PL" sz="1050" kern="100" dirty="0">
              <a:solidFill>
                <a:srgbClr val="777777"/>
              </a:solidFill>
              <a:latin typeface="Lato"/>
              <a:cs typeface="Lato"/>
            </a:endParaRPr>
          </a:p>
        </p:txBody>
      </p:sp>
      <p:sp>
        <p:nvSpPr>
          <p:cNvPr id="15" name="!!Telefon – tytuł (tekst)"/>
          <p:cNvSpPr txBox="1"/>
          <p:nvPr/>
        </p:nvSpPr>
        <p:spPr>
          <a:xfrm>
            <a:off x="7696200" y="2006600"/>
            <a:ext cx="3467100" cy="259080"/>
          </a:xfrm>
          <a:prstGeom prst="rect">
            <a:avLst/>
          </a:prstGeom>
          <a:noFill/>
          <a:ln>
            <a:noFill/>
          </a:ln>
        </p:spPr>
        <p:txBody>
          <a:bodyPr wrap="none" lIns="0" tIns="0" rIns="0" bIns="0" rtlCol="0" anchor="t">
            <a:noAutofit/>
          </a:bodyPr>
          <a:lstStyle/>
          <a:p>
            <a:pPr algn="l">
              <a:spcBef>
                <a:spcPts val="0"/>
              </a:spcBef>
              <a:spcAft>
                <a:spcPts val="0"/>
              </a:spcAft>
              <a:buNone/>
            </a:pPr>
            <a:r>
              <a:rPr lang="pl-PL" sz="1700" kern="100" spc="-42" dirty="0">
                <a:solidFill>
                  <a:srgbClr val="1C1C1C"/>
                </a:solidFill>
                <a:latin typeface="Lato Black"/>
                <a:cs typeface="Lato Black"/>
              </a:rPr>
              <a:t>Twój koszyk</a:t>
            </a:r>
            <a:endParaRPr lang="pl-PL" sz="1700" kern="100" spc="-42" dirty="0">
              <a:solidFill>
                <a:srgbClr val="1C1C1C"/>
              </a:solidFill>
              <a:latin typeface="Lato Black"/>
              <a:cs typeface="Lato Black"/>
            </a:endParaRPr>
          </a:p>
        </p:txBody>
      </p:sp>
      <p:sp>
        <p:nvSpPr>
          <p:cNvPr id="16" name="Linia"/>
          <p:cNvSpPr/>
          <p:nvPr/>
        </p:nvSpPr>
        <p:spPr>
          <a:xfrm>
            <a:off x="7696200" y="2882900"/>
            <a:ext cx="3467100" cy="6350"/>
          </a:xfrm>
          <a:prstGeom prst="rect">
            <a:avLst/>
          </a:prstGeom>
          <a:solidFill>
            <a:srgbClr val="EEEEEE"/>
          </a:solidFill>
          <a:ln>
            <a:noFill/>
          </a:ln>
        </p:spPr>
        <p:txBody>
          <a:bodyPr rtlCol="0" anchor="ctr"/>
          <a:lstStyle/>
          <a:p>
            <a:pPr algn="ctr"/>
            <a:endParaRPr lang="pl-PL" dirty="0"/>
          </a:p>
        </p:txBody>
      </p:sp>
      <p:sp>
        <p:nvSpPr>
          <p:cNvPr id="17" name="Kształt"/>
          <p:cNvSpPr/>
          <p:nvPr/>
        </p:nvSpPr>
        <p:spPr>
          <a:xfrm>
            <a:off x="7785100" y="2479675"/>
            <a:ext cx="190500" cy="381000"/>
          </a:xfrm>
          <a:prstGeom prst="round2SameRect">
            <a:avLst>
              <a:gd name="adj1" fmla="val 30000"/>
              <a:gd name="adj2" fmla="val 23333"/>
            </a:avLst>
          </a:prstGeom>
          <a:solidFill>
            <a:srgbClr val="2F7D5B"/>
          </a:solidFill>
          <a:ln>
            <a:noFill/>
          </a:ln>
        </p:spPr>
        <p:txBody>
          <a:bodyPr rtlCol="0" anchor="ctr"/>
          <a:lstStyle/>
          <a:p>
            <a:pPr algn="ctr"/>
            <a:endParaRPr lang="pl-PL" dirty="0"/>
          </a:p>
        </p:txBody>
      </p:sp>
      <p:sp>
        <p:nvSpPr>
          <p:cNvPr id="18" name="Kształt 2"/>
          <p:cNvSpPr/>
          <p:nvPr/>
        </p:nvSpPr>
        <p:spPr>
          <a:xfrm>
            <a:off x="7835900" y="2403475"/>
            <a:ext cx="88900" cy="88900"/>
          </a:xfrm>
          <a:prstGeom prst="rect">
            <a:avLst/>
          </a:prstGeom>
          <a:solidFill>
            <a:srgbClr val="C4C4C4"/>
          </a:solidFill>
          <a:ln>
            <a:noFill/>
          </a:ln>
        </p:spPr>
        <p:txBody>
          <a:bodyPr rtlCol="0" anchor="ctr"/>
          <a:lstStyle/>
          <a:p>
            <a:pPr algn="ctr"/>
            <a:endParaRPr lang="pl-PL" dirty="0"/>
          </a:p>
        </p:txBody>
      </p:sp>
      <p:sp>
        <p:nvSpPr>
          <p:cNvPr id="19" name="Tekst: C"/>
          <p:cNvSpPr txBox="1"/>
          <p:nvPr/>
        </p:nvSpPr>
        <p:spPr>
          <a:xfrm>
            <a:off x="7832725" y="2609215"/>
            <a:ext cx="262890" cy="139700"/>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FFFFFF"/>
                </a:solidFill>
                <a:latin typeface="Lato Black"/>
                <a:cs typeface="Lato Black"/>
              </a:rPr>
              <a:t>C</a:t>
            </a:r>
            <a:endParaRPr lang="pl-PL" sz="1100" kern="100" dirty="0">
              <a:solidFill>
                <a:srgbClr val="FFFFFF"/>
              </a:solidFill>
              <a:latin typeface="Lato Black"/>
              <a:cs typeface="Lato Black"/>
            </a:endParaRPr>
          </a:p>
        </p:txBody>
      </p:sp>
      <p:sp>
        <p:nvSpPr>
          <p:cNvPr id="20" name="Tekst: Lemoniada · marka C"/>
          <p:cNvSpPr txBox="1"/>
          <p:nvPr/>
        </p:nvSpPr>
        <p:spPr>
          <a:xfrm>
            <a:off x="8152954" y="2457400"/>
            <a:ext cx="2501900"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Lemoniada · marka C</a:t>
            </a:r>
            <a:endParaRPr lang="pl-PL" sz="1100" b="1" kern="100" dirty="0">
              <a:solidFill>
                <a:srgbClr val="1C1C1C"/>
              </a:solidFill>
              <a:latin typeface="Lato"/>
              <a:cs typeface="Lato"/>
            </a:endParaRPr>
          </a:p>
        </p:txBody>
      </p:sp>
      <p:sp>
        <p:nvSpPr>
          <p:cNvPr id="21" name="Tekst: 1 l"/>
          <p:cNvSpPr txBox="1"/>
          <p:nvPr/>
        </p:nvSpPr>
        <p:spPr>
          <a:xfrm>
            <a:off x="8152954" y="2661841"/>
            <a:ext cx="2501900" cy="137160"/>
          </a:xfrm>
          <a:prstGeom prst="rect">
            <a:avLst/>
          </a:prstGeom>
          <a:noFill/>
          <a:ln>
            <a:noFill/>
          </a:ln>
        </p:spPr>
        <p:txBody>
          <a:bodyPr wrap="none" lIns="0" tIns="0" rIns="0" bIns="0" rtlCol="0" anchor="t">
            <a:noAutofit/>
          </a:bodyPr>
          <a:lstStyle/>
          <a:p>
            <a:pPr algn="l">
              <a:spcBef>
                <a:spcPts val="0"/>
              </a:spcBef>
              <a:spcAft>
                <a:spcPts val="0"/>
              </a:spcAft>
              <a:buNone/>
            </a:pPr>
            <a:r>
              <a:rPr lang="pl-PL" sz="900" kern="100" dirty="0">
                <a:solidFill>
                  <a:srgbClr val="888888"/>
                </a:solidFill>
                <a:latin typeface="Lato"/>
                <a:cs typeface="Lato"/>
              </a:rPr>
              <a:t>1 l</a:t>
            </a:r>
            <a:endParaRPr lang="pl-PL" sz="900" kern="100" dirty="0">
              <a:solidFill>
                <a:srgbClr val="888888"/>
              </a:solidFill>
              <a:latin typeface="Lato"/>
              <a:cs typeface="Lato"/>
            </a:endParaRPr>
          </a:p>
        </p:txBody>
      </p:sp>
      <p:sp>
        <p:nvSpPr>
          <p:cNvPr id="22" name="Tekst: 7,99 zł"/>
          <p:cNvSpPr txBox="1"/>
          <p:nvPr/>
        </p:nvSpPr>
        <p:spPr>
          <a:xfrm>
            <a:off x="10743754" y="2546350"/>
            <a:ext cx="656392"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7,99 zł</a:t>
            </a:r>
            <a:endParaRPr lang="pl-PL" sz="1100" b="1" kern="100" dirty="0">
              <a:solidFill>
                <a:srgbClr val="1C1C1C"/>
              </a:solidFill>
              <a:latin typeface="Lato"/>
              <a:cs typeface="Lato"/>
            </a:endParaRPr>
          </a:p>
        </p:txBody>
      </p:sp>
      <p:sp>
        <p:nvSpPr>
          <p:cNvPr id="23" name="Linia 2"/>
          <p:cNvSpPr/>
          <p:nvPr/>
        </p:nvSpPr>
        <p:spPr>
          <a:xfrm>
            <a:off x="7696200" y="3390900"/>
            <a:ext cx="3467100" cy="6350"/>
          </a:xfrm>
          <a:prstGeom prst="rect">
            <a:avLst/>
          </a:prstGeom>
          <a:solidFill>
            <a:srgbClr val="EEEEEE"/>
          </a:solidFill>
          <a:ln>
            <a:noFill/>
          </a:ln>
        </p:spPr>
        <p:txBody>
          <a:bodyPr rtlCol="0" anchor="ctr"/>
          <a:lstStyle/>
          <a:p>
            <a:pPr algn="ctr"/>
            <a:endParaRPr lang="pl-PL" dirty="0"/>
          </a:p>
        </p:txBody>
      </p:sp>
      <p:sp>
        <p:nvSpPr>
          <p:cNvPr id="24" name="Kształt 3"/>
          <p:cNvSpPr/>
          <p:nvPr/>
        </p:nvSpPr>
        <p:spPr>
          <a:xfrm>
            <a:off x="7740650" y="2955925"/>
            <a:ext cx="279400" cy="368300"/>
          </a:xfrm>
          <a:prstGeom prst="round2SameRect">
            <a:avLst>
              <a:gd name="adj1" fmla="val 15909"/>
              <a:gd name="adj2" fmla="val 22727"/>
            </a:avLst>
          </a:prstGeom>
          <a:solidFill>
            <a:srgbClr val="E2932B"/>
          </a:solidFill>
          <a:ln>
            <a:noFill/>
          </a:ln>
        </p:spPr>
        <p:txBody>
          <a:bodyPr rtlCol="0" anchor="ctr"/>
          <a:lstStyle/>
          <a:p>
            <a:pPr algn="ctr"/>
            <a:endParaRPr lang="pl-PL" dirty="0"/>
          </a:p>
        </p:txBody>
      </p:sp>
      <p:sp>
        <p:nvSpPr>
          <p:cNvPr id="25" name="Linia 3"/>
          <p:cNvSpPr/>
          <p:nvPr/>
        </p:nvSpPr>
        <p:spPr>
          <a:xfrm>
            <a:off x="7740650" y="2955925"/>
            <a:ext cx="279400" cy="38100"/>
          </a:xfrm>
          <a:prstGeom prst="rect">
            <a:avLst/>
          </a:prstGeom>
          <a:solidFill>
            <a:srgbClr val="000000">
              <a:alpha val="20000"/>
            </a:srgbClr>
          </a:solidFill>
          <a:ln>
            <a:noFill/>
          </a:ln>
        </p:spPr>
        <p:txBody>
          <a:bodyPr rtlCol="0" anchor="ctr"/>
          <a:lstStyle/>
          <a:p>
            <a:pPr algn="ctr"/>
            <a:endParaRPr lang="pl-PL" dirty="0"/>
          </a:p>
        </p:txBody>
      </p:sp>
      <p:sp>
        <p:nvSpPr>
          <p:cNvPr id="26" name="Linia 4"/>
          <p:cNvSpPr/>
          <p:nvPr/>
        </p:nvSpPr>
        <p:spPr>
          <a:xfrm>
            <a:off x="7740650" y="3286125"/>
            <a:ext cx="279400" cy="38100"/>
          </a:xfrm>
          <a:prstGeom prst="rect">
            <a:avLst/>
          </a:prstGeom>
          <a:solidFill>
            <a:srgbClr val="000000">
              <a:alpha val="20000"/>
            </a:srgbClr>
          </a:solidFill>
          <a:ln>
            <a:noFill/>
          </a:ln>
        </p:spPr>
        <p:txBody>
          <a:bodyPr rtlCol="0" anchor="ctr"/>
          <a:lstStyle/>
          <a:p>
            <a:pPr algn="ctr"/>
            <a:endParaRPr lang="pl-PL" dirty="0"/>
          </a:p>
        </p:txBody>
      </p:sp>
      <p:sp>
        <p:nvSpPr>
          <p:cNvPr id="27" name="Tekst: A"/>
          <p:cNvSpPr txBox="1"/>
          <p:nvPr/>
        </p:nvSpPr>
        <p:spPr>
          <a:xfrm>
            <a:off x="7832675" y="3079115"/>
            <a:ext cx="270153" cy="139700"/>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FFFFFF"/>
                </a:solidFill>
                <a:latin typeface="Lato Black"/>
                <a:cs typeface="Lato Black"/>
              </a:rPr>
              <a:t>A</a:t>
            </a:r>
            <a:endParaRPr lang="pl-PL" sz="1100" kern="100" dirty="0">
              <a:solidFill>
                <a:srgbClr val="FFFFFF"/>
              </a:solidFill>
              <a:latin typeface="Lato Black"/>
              <a:cs typeface="Lato Black"/>
            </a:endParaRPr>
          </a:p>
        </p:txBody>
      </p:sp>
      <p:sp>
        <p:nvSpPr>
          <p:cNvPr id="28" name="Tekst: Nachosy solone · marka A"/>
          <p:cNvSpPr txBox="1"/>
          <p:nvPr/>
        </p:nvSpPr>
        <p:spPr>
          <a:xfrm>
            <a:off x="8152954" y="2965400"/>
            <a:ext cx="2501900"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Nachosy solone · marka A</a:t>
            </a:r>
            <a:endParaRPr lang="pl-PL" sz="1100" b="1" kern="100" dirty="0">
              <a:solidFill>
                <a:srgbClr val="1C1C1C"/>
              </a:solidFill>
              <a:latin typeface="Lato"/>
              <a:cs typeface="Lato"/>
            </a:endParaRPr>
          </a:p>
        </p:txBody>
      </p:sp>
      <p:sp>
        <p:nvSpPr>
          <p:cNvPr id="29" name="Tekst: 200 g"/>
          <p:cNvSpPr txBox="1"/>
          <p:nvPr/>
        </p:nvSpPr>
        <p:spPr>
          <a:xfrm>
            <a:off x="8152954" y="3169841"/>
            <a:ext cx="2501900" cy="137160"/>
          </a:xfrm>
          <a:prstGeom prst="rect">
            <a:avLst/>
          </a:prstGeom>
          <a:noFill/>
          <a:ln>
            <a:noFill/>
          </a:ln>
        </p:spPr>
        <p:txBody>
          <a:bodyPr wrap="none" lIns="0" tIns="0" rIns="0" bIns="0" rtlCol="0" anchor="t">
            <a:noAutofit/>
          </a:bodyPr>
          <a:lstStyle/>
          <a:p>
            <a:pPr algn="l">
              <a:spcBef>
                <a:spcPts val="0"/>
              </a:spcBef>
              <a:spcAft>
                <a:spcPts val="0"/>
              </a:spcAft>
              <a:buNone/>
            </a:pPr>
            <a:r>
              <a:rPr lang="pl-PL" sz="900" kern="100" dirty="0">
                <a:solidFill>
                  <a:srgbClr val="888888"/>
                </a:solidFill>
                <a:latin typeface="Lato"/>
                <a:cs typeface="Lato"/>
              </a:rPr>
              <a:t>200 g</a:t>
            </a:r>
            <a:endParaRPr lang="pl-PL" sz="900" kern="100" dirty="0">
              <a:solidFill>
                <a:srgbClr val="888888"/>
              </a:solidFill>
              <a:latin typeface="Lato"/>
              <a:cs typeface="Lato"/>
            </a:endParaRPr>
          </a:p>
        </p:txBody>
      </p:sp>
      <p:sp>
        <p:nvSpPr>
          <p:cNvPr id="30" name="Tekst: 8,99 zł"/>
          <p:cNvSpPr txBox="1"/>
          <p:nvPr/>
        </p:nvSpPr>
        <p:spPr>
          <a:xfrm>
            <a:off x="10743754" y="3054350"/>
            <a:ext cx="656392"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8,99 zł</a:t>
            </a:r>
            <a:endParaRPr lang="pl-PL" sz="1100" b="1" kern="100" dirty="0">
              <a:solidFill>
                <a:srgbClr val="1C1C1C"/>
              </a:solidFill>
              <a:latin typeface="Lato"/>
              <a:cs typeface="Lato"/>
            </a:endParaRPr>
          </a:p>
        </p:txBody>
      </p:sp>
      <p:sp>
        <p:nvSpPr>
          <p:cNvPr id="31" name="Linia 5"/>
          <p:cNvSpPr/>
          <p:nvPr/>
        </p:nvSpPr>
        <p:spPr>
          <a:xfrm>
            <a:off x="7696200" y="3898900"/>
            <a:ext cx="3467100" cy="6350"/>
          </a:xfrm>
          <a:prstGeom prst="rect">
            <a:avLst/>
          </a:prstGeom>
          <a:solidFill>
            <a:srgbClr val="EEEEEE"/>
          </a:solidFill>
          <a:ln>
            <a:noFill/>
          </a:ln>
        </p:spPr>
        <p:txBody>
          <a:bodyPr rtlCol="0" anchor="ctr"/>
          <a:lstStyle/>
          <a:p>
            <a:pPr algn="ctr"/>
            <a:endParaRPr lang="pl-PL" dirty="0"/>
          </a:p>
        </p:txBody>
      </p:sp>
      <p:sp>
        <p:nvSpPr>
          <p:cNvPr id="32" name="Kształt 4"/>
          <p:cNvSpPr/>
          <p:nvPr/>
        </p:nvSpPr>
        <p:spPr>
          <a:xfrm>
            <a:off x="7696200" y="3533775"/>
            <a:ext cx="368300" cy="228600"/>
          </a:xfrm>
          <a:prstGeom prst="roundRect">
            <a:avLst>
              <a:gd name="adj" fmla="val 13889"/>
            </a:avLst>
          </a:prstGeom>
          <a:solidFill>
            <a:srgbClr val="23305E"/>
          </a:solidFill>
          <a:ln>
            <a:noFill/>
          </a:ln>
        </p:spPr>
        <p:txBody>
          <a:bodyPr rtlCol="0" anchor="ctr"/>
          <a:lstStyle/>
          <a:p>
            <a:pPr algn="ctr"/>
            <a:endParaRPr lang="pl-PL" dirty="0"/>
          </a:p>
        </p:txBody>
      </p:sp>
      <p:sp>
        <p:nvSpPr>
          <p:cNvPr id="33" name="Linia 6"/>
          <p:cNvSpPr/>
          <p:nvPr/>
        </p:nvSpPr>
        <p:spPr>
          <a:xfrm>
            <a:off x="7696200" y="3533775"/>
            <a:ext cx="69850" cy="228600"/>
          </a:xfrm>
          <a:prstGeom prst="rect">
            <a:avLst/>
          </a:prstGeom>
          <a:solidFill>
            <a:srgbClr val="D6B15E"/>
          </a:solidFill>
          <a:ln>
            <a:noFill/>
          </a:ln>
        </p:spPr>
        <p:txBody>
          <a:bodyPr rtlCol="0" anchor="ctr"/>
          <a:lstStyle/>
          <a:p>
            <a:pPr algn="ctr"/>
            <a:endParaRPr lang="pl-PL" dirty="0"/>
          </a:p>
        </p:txBody>
      </p:sp>
      <p:sp>
        <p:nvSpPr>
          <p:cNvPr id="34" name="Tekst: B"/>
          <p:cNvSpPr txBox="1"/>
          <p:nvPr/>
        </p:nvSpPr>
        <p:spPr>
          <a:xfrm>
            <a:off x="7867600" y="3587115"/>
            <a:ext cx="263723" cy="139700"/>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FFFFFF"/>
                </a:solidFill>
                <a:latin typeface="Lato Black"/>
                <a:cs typeface="Lato Black"/>
              </a:rPr>
              <a:t>B</a:t>
            </a:r>
            <a:endParaRPr lang="pl-PL" sz="1100" kern="100" dirty="0">
              <a:solidFill>
                <a:srgbClr val="FFFFFF"/>
              </a:solidFill>
              <a:latin typeface="Lato Black"/>
              <a:cs typeface="Lato Black"/>
            </a:endParaRPr>
          </a:p>
        </p:txBody>
      </p:sp>
      <p:sp>
        <p:nvSpPr>
          <p:cNvPr id="35" name="Tekst: Czekolada z orzechami · marka B"/>
          <p:cNvSpPr txBox="1"/>
          <p:nvPr/>
        </p:nvSpPr>
        <p:spPr>
          <a:xfrm>
            <a:off x="8152954" y="3473400"/>
            <a:ext cx="2584013"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Czekolada z orzechami · marka B</a:t>
            </a:r>
            <a:endParaRPr lang="pl-PL" sz="1100" b="1" kern="100" dirty="0">
              <a:solidFill>
                <a:srgbClr val="1C1C1C"/>
              </a:solidFill>
              <a:latin typeface="Lato"/>
              <a:cs typeface="Lato"/>
            </a:endParaRPr>
          </a:p>
        </p:txBody>
      </p:sp>
      <p:sp>
        <p:nvSpPr>
          <p:cNvPr id="36" name="Tekst: 100 g"/>
          <p:cNvSpPr txBox="1"/>
          <p:nvPr/>
        </p:nvSpPr>
        <p:spPr>
          <a:xfrm>
            <a:off x="8152954" y="3677841"/>
            <a:ext cx="2501900" cy="137160"/>
          </a:xfrm>
          <a:prstGeom prst="rect">
            <a:avLst/>
          </a:prstGeom>
          <a:noFill/>
          <a:ln>
            <a:noFill/>
          </a:ln>
        </p:spPr>
        <p:txBody>
          <a:bodyPr wrap="none" lIns="0" tIns="0" rIns="0" bIns="0" rtlCol="0" anchor="t">
            <a:noAutofit/>
          </a:bodyPr>
          <a:lstStyle/>
          <a:p>
            <a:pPr algn="l">
              <a:spcBef>
                <a:spcPts val="0"/>
              </a:spcBef>
              <a:spcAft>
                <a:spcPts val="0"/>
              </a:spcAft>
              <a:buNone/>
            </a:pPr>
            <a:r>
              <a:rPr lang="pl-PL" sz="900" kern="100" dirty="0">
                <a:solidFill>
                  <a:srgbClr val="888888"/>
                </a:solidFill>
                <a:latin typeface="Lato"/>
                <a:cs typeface="Lato"/>
              </a:rPr>
              <a:t>100 g</a:t>
            </a:r>
            <a:endParaRPr lang="pl-PL" sz="900" kern="100" dirty="0">
              <a:solidFill>
                <a:srgbClr val="888888"/>
              </a:solidFill>
              <a:latin typeface="Lato"/>
              <a:cs typeface="Lato"/>
            </a:endParaRPr>
          </a:p>
        </p:txBody>
      </p:sp>
      <p:sp>
        <p:nvSpPr>
          <p:cNvPr id="37" name="Tekst: 6,49 zł"/>
          <p:cNvSpPr txBox="1"/>
          <p:nvPr/>
        </p:nvSpPr>
        <p:spPr>
          <a:xfrm>
            <a:off x="10743754" y="3562350"/>
            <a:ext cx="656392"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6,49 zł</a:t>
            </a:r>
            <a:endParaRPr lang="pl-PL" sz="1100" b="1" kern="100" dirty="0">
              <a:solidFill>
                <a:srgbClr val="1C1C1C"/>
              </a:solidFill>
              <a:latin typeface="Lato"/>
              <a:cs typeface="Lato"/>
            </a:endParaRPr>
          </a:p>
        </p:txBody>
      </p:sp>
      <p:sp>
        <p:nvSpPr>
          <p:cNvPr id="38" name="Kształt 5"/>
          <p:cNvSpPr/>
          <p:nvPr/>
        </p:nvSpPr>
        <p:spPr>
          <a:xfrm>
            <a:off x="7696200" y="4006850"/>
            <a:ext cx="3467100" cy="749300"/>
          </a:xfrm>
          <a:prstGeom prst="roundRect">
            <a:avLst>
              <a:gd name="adj" fmla="val 3390"/>
            </a:avLst>
          </a:prstGeom>
          <a:solidFill>
            <a:srgbClr val="FAF6F0"/>
          </a:solidFill>
          <a:ln>
            <a:noFill/>
          </a:ln>
        </p:spPr>
        <p:txBody>
          <a:bodyPr rtlCol="0" anchor="ctr"/>
          <a:lstStyle/>
          <a:p>
            <a:pPr algn="ctr"/>
            <a:endParaRPr lang="pl-PL" dirty="0"/>
          </a:p>
        </p:txBody>
      </p:sp>
      <p:sp>
        <p:nvSpPr>
          <p:cNvPr id="39" name="Kształt 6"/>
          <p:cNvSpPr/>
          <p:nvPr/>
        </p:nvSpPr>
        <p:spPr>
          <a:xfrm>
            <a:off x="7696200" y="4006850"/>
            <a:ext cx="3467100" cy="749300"/>
          </a:xfrm>
          <a:prstGeom prst="roundRect">
            <a:avLst>
              <a:gd name="adj" fmla="val 3390"/>
            </a:avLst>
          </a:prstGeom>
          <a:solidFill>
            <a:srgbClr val="FDECEC"/>
          </a:solidFill>
          <a:ln>
            <a:noFill/>
          </a:ln>
        </p:spPr>
        <p:txBody>
          <a:bodyPr rtlCol="0" anchor="ctr"/>
          <a:lstStyle/>
          <a:p>
            <a:pPr algn="ctr"/>
            <a:endParaRPr lang="pl-PL" dirty="0"/>
          </a:p>
        </p:txBody>
      </p:sp>
      <p:sp>
        <p:nvSpPr>
          <p:cNvPr id="40" name="Linia 7"/>
          <p:cNvSpPr/>
          <p:nvPr/>
        </p:nvSpPr>
        <p:spPr>
          <a:xfrm>
            <a:off x="7696200" y="4006850"/>
            <a:ext cx="31750" cy="749300"/>
          </a:xfrm>
          <a:prstGeom prst="rect">
            <a:avLst/>
          </a:prstGeom>
          <a:solidFill>
            <a:srgbClr val="EE312F"/>
          </a:solidFill>
          <a:ln>
            <a:noFill/>
          </a:ln>
        </p:spPr>
        <p:txBody>
          <a:bodyPr rtlCol="0" anchor="ctr"/>
          <a:lstStyle/>
          <a:p>
            <a:pPr algn="ctr"/>
            <a:endParaRPr lang="pl-PL" dirty="0"/>
          </a:p>
        </p:txBody>
      </p:sp>
      <p:sp>
        <p:nvSpPr>
          <p:cNvPr id="41" name="Linia 8"/>
          <p:cNvSpPr/>
          <p:nvPr/>
        </p:nvSpPr>
        <p:spPr>
          <a:xfrm>
            <a:off x="7696200" y="4006850"/>
            <a:ext cx="31750" cy="749300"/>
          </a:xfrm>
          <a:prstGeom prst="rect">
            <a:avLst/>
          </a:prstGeom>
          <a:solidFill>
            <a:srgbClr val="EE312F"/>
          </a:solidFill>
          <a:ln>
            <a:noFill/>
          </a:ln>
        </p:spPr>
        <p:txBody>
          <a:bodyPr rtlCol="0" anchor="ctr"/>
          <a:lstStyle/>
          <a:p>
            <a:pPr algn="ctr"/>
            <a:endParaRPr lang="pl-PL" dirty="0"/>
          </a:p>
        </p:txBody>
      </p:sp>
      <p:sp>
        <p:nvSpPr>
          <p:cNvPr id="42" name="Tekst: Pasuje do Twojego koszyka"/>
          <p:cNvSpPr txBox="1"/>
          <p:nvPr/>
        </p:nvSpPr>
        <p:spPr>
          <a:xfrm>
            <a:off x="7817396" y="4083050"/>
            <a:ext cx="1990130" cy="152400"/>
          </a:xfrm>
          <a:prstGeom prst="rect">
            <a:avLst/>
          </a:prstGeom>
          <a:noFill/>
          <a:ln>
            <a:noFill/>
          </a:ln>
        </p:spPr>
        <p:txBody>
          <a:bodyPr wrap="none" lIns="0" tIns="0" rIns="0" bIns="0" rtlCol="0" anchor="t">
            <a:noAutofit/>
          </a:bodyPr>
          <a:lstStyle/>
          <a:p>
            <a:pPr algn="l">
              <a:spcBef>
                <a:spcPts val="0"/>
              </a:spcBef>
              <a:spcAft>
                <a:spcPts val="0"/>
              </a:spcAft>
              <a:buNone/>
            </a:pPr>
            <a:r>
              <a:rPr lang="pl-PL" sz="1000" b="1" kern="100" dirty="0">
                <a:solidFill>
                  <a:srgbClr val="1C1C1C"/>
                </a:solidFill>
                <a:latin typeface="Lato"/>
                <a:cs typeface="Lato"/>
              </a:rPr>
              <a:t>Pasuje do Twojego koszyka</a:t>
            </a:r>
            <a:endParaRPr lang="pl-PL" sz="1000" b="1" kern="100" dirty="0">
              <a:solidFill>
                <a:srgbClr val="1C1C1C"/>
              </a:solidFill>
              <a:latin typeface="Lato"/>
              <a:cs typeface="Lato"/>
            </a:endParaRPr>
          </a:p>
        </p:txBody>
      </p:sp>
      <p:sp>
        <p:nvSpPr>
          <p:cNvPr id="43" name="Tekst: Sponsorowane · przykład"/>
          <p:cNvSpPr txBox="1"/>
          <p:nvPr/>
        </p:nvSpPr>
        <p:spPr>
          <a:xfrm>
            <a:off x="9981555" y="4114800"/>
            <a:ext cx="1464588" cy="114300"/>
          </a:xfrm>
          <a:prstGeom prst="rect">
            <a:avLst/>
          </a:prstGeom>
          <a:noFill/>
          <a:ln>
            <a:noFill/>
          </a:ln>
        </p:spPr>
        <p:txBody>
          <a:bodyPr wrap="none" lIns="0" tIns="0" rIns="0" bIns="0" rtlCol="0" anchor="t">
            <a:noAutofit/>
          </a:bodyPr>
          <a:lstStyle/>
          <a:p>
            <a:pPr algn="l">
              <a:spcBef>
                <a:spcPts val="0"/>
              </a:spcBef>
              <a:spcAft>
                <a:spcPts val="0"/>
              </a:spcAft>
              <a:buNone/>
            </a:pPr>
            <a:r>
              <a:rPr lang="pl-PL" sz="750" kern="100" spc="15" dirty="0">
                <a:solidFill>
                  <a:srgbClr val="7A7A7A"/>
                </a:solidFill>
                <a:latin typeface="Lato"/>
                <a:cs typeface="Lato"/>
              </a:rPr>
              <a:t>Sponsorowane · przykład</a:t>
            </a:r>
            <a:endParaRPr lang="pl-PL" sz="750" kern="100" spc="15" dirty="0">
              <a:solidFill>
                <a:srgbClr val="7A7A7A"/>
              </a:solidFill>
              <a:latin typeface="Lato"/>
              <a:cs typeface="Lato"/>
            </a:endParaRPr>
          </a:p>
        </p:txBody>
      </p:sp>
      <p:sp>
        <p:nvSpPr>
          <p:cNvPr id="44" name="Kształt 7"/>
          <p:cNvSpPr/>
          <p:nvPr/>
        </p:nvSpPr>
        <p:spPr>
          <a:xfrm>
            <a:off x="7848600" y="4368800"/>
            <a:ext cx="304800" cy="292100"/>
          </a:xfrm>
          <a:prstGeom prst="roundRect">
            <a:avLst>
              <a:gd name="adj" fmla="val 19565"/>
            </a:avLst>
          </a:prstGeom>
          <a:solidFill>
            <a:srgbClr val="E2932B"/>
          </a:solidFill>
          <a:ln>
            <a:noFill/>
          </a:ln>
        </p:spPr>
        <p:txBody>
          <a:bodyPr rtlCol="0" anchor="ctr"/>
          <a:lstStyle/>
          <a:p>
            <a:pPr algn="ctr"/>
            <a:endParaRPr lang="pl-PL" dirty="0"/>
          </a:p>
        </p:txBody>
      </p:sp>
      <p:sp>
        <p:nvSpPr>
          <p:cNvPr id="45" name="Kształt 8"/>
          <p:cNvSpPr/>
          <p:nvPr/>
        </p:nvSpPr>
        <p:spPr>
          <a:xfrm>
            <a:off x="7835900" y="4311650"/>
            <a:ext cx="330200" cy="69850"/>
          </a:xfrm>
          <a:prstGeom prst="rect">
            <a:avLst/>
          </a:prstGeom>
          <a:solidFill>
            <a:srgbClr val="3A3A3A"/>
          </a:solidFill>
          <a:ln>
            <a:noFill/>
          </a:ln>
        </p:spPr>
        <p:txBody>
          <a:bodyPr rtlCol="0" anchor="ctr"/>
          <a:lstStyle/>
          <a:p>
            <a:pPr algn="ctr"/>
            <a:endParaRPr lang="pl-PL" dirty="0"/>
          </a:p>
        </p:txBody>
      </p:sp>
      <p:sp>
        <p:nvSpPr>
          <p:cNvPr id="46" name="Tekst: A 2"/>
          <p:cNvSpPr txBox="1"/>
          <p:nvPr/>
        </p:nvSpPr>
        <p:spPr>
          <a:xfrm>
            <a:off x="7953325" y="4453890"/>
            <a:ext cx="270153" cy="139700"/>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FFFFFF"/>
                </a:solidFill>
                <a:latin typeface="Lato Black"/>
                <a:cs typeface="Lato Black"/>
              </a:rPr>
              <a:t>A</a:t>
            </a:r>
            <a:endParaRPr lang="pl-PL" sz="1100" kern="100" dirty="0">
              <a:solidFill>
                <a:srgbClr val="FFFFFF"/>
              </a:solidFill>
              <a:latin typeface="Lato Black"/>
              <a:cs typeface="Lato Black"/>
            </a:endParaRPr>
          </a:p>
        </p:txBody>
      </p:sp>
      <p:sp>
        <p:nvSpPr>
          <p:cNvPr id="47" name="Tekst: Dip salsa · marka A"/>
          <p:cNvSpPr txBox="1"/>
          <p:nvPr/>
        </p:nvSpPr>
        <p:spPr>
          <a:xfrm>
            <a:off x="8273604" y="4314775"/>
            <a:ext cx="2000250"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Dip salsa · marka A</a:t>
            </a:r>
            <a:endParaRPr lang="pl-PL" sz="1100" b="1" kern="100" dirty="0">
              <a:solidFill>
                <a:srgbClr val="1C1C1C"/>
              </a:solidFill>
              <a:latin typeface="Lato"/>
              <a:cs typeface="Lato"/>
            </a:endParaRPr>
          </a:p>
        </p:txBody>
      </p:sp>
      <p:sp>
        <p:nvSpPr>
          <p:cNvPr id="48" name="Tekst: 200 g · do nachosów"/>
          <p:cNvSpPr txBox="1"/>
          <p:nvPr/>
        </p:nvSpPr>
        <p:spPr>
          <a:xfrm>
            <a:off x="8273604" y="4519216"/>
            <a:ext cx="2000250" cy="137160"/>
          </a:xfrm>
          <a:prstGeom prst="rect">
            <a:avLst/>
          </a:prstGeom>
          <a:noFill/>
          <a:ln>
            <a:noFill/>
          </a:ln>
        </p:spPr>
        <p:txBody>
          <a:bodyPr wrap="none" lIns="0" tIns="0" rIns="0" bIns="0" rtlCol="0" anchor="t">
            <a:noAutofit/>
          </a:bodyPr>
          <a:lstStyle/>
          <a:p>
            <a:pPr algn="l">
              <a:spcBef>
                <a:spcPts val="0"/>
              </a:spcBef>
              <a:spcAft>
                <a:spcPts val="0"/>
              </a:spcAft>
              <a:buNone/>
            </a:pPr>
            <a:r>
              <a:rPr lang="pl-PL" sz="900" kern="100" dirty="0">
                <a:solidFill>
                  <a:srgbClr val="888888"/>
                </a:solidFill>
                <a:latin typeface="Lato"/>
                <a:cs typeface="Lato"/>
              </a:rPr>
              <a:t>200 g · do nachosów</a:t>
            </a:r>
            <a:endParaRPr lang="pl-PL" sz="900" kern="100" dirty="0">
              <a:solidFill>
                <a:srgbClr val="888888"/>
              </a:solidFill>
              <a:latin typeface="Lato"/>
              <a:cs typeface="Lato"/>
            </a:endParaRPr>
          </a:p>
        </p:txBody>
      </p:sp>
      <p:sp>
        <p:nvSpPr>
          <p:cNvPr id="49" name="Tekst: 9,99 zł"/>
          <p:cNvSpPr txBox="1"/>
          <p:nvPr/>
        </p:nvSpPr>
        <p:spPr>
          <a:xfrm>
            <a:off x="10362754" y="4403725"/>
            <a:ext cx="656392" cy="167640"/>
          </a:xfrm>
          <a:prstGeom prst="rect">
            <a:avLst/>
          </a:prstGeom>
          <a:noFill/>
          <a:ln>
            <a:noFill/>
          </a:ln>
        </p:spPr>
        <p:txBody>
          <a:bodyPr wrap="none" lIns="0" tIns="0" rIns="0" bIns="0" rtlCol="0" anchor="t">
            <a:noAutofit/>
          </a:bodyPr>
          <a:lstStyle/>
          <a:p>
            <a:pPr algn="l">
              <a:spcBef>
                <a:spcPts val="0"/>
              </a:spcBef>
              <a:spcAft>
                <a:spcPts val="0"/>
              </a:spcAft>
              <a:buNone/>
            </a:pPr>
            <a:r>
              <a:rPr lang="pl-PL" sz="1100" b="1" kern="100" dirty="0">
                <a:solidFill>
                  <a:srgbClr val="1C1C1C"/>
                </a:solidFill>
                <a:latin typeface="Lato"/>
                <a:cs typeface="Lato"/>
              </a:rPr>
              <a:t>9,99 zł</a:t>
            </a:r>
            <a:endParaRPr lang="pl-PL" sz="1100" b="1" kern="100" dirty="0">
              <a:solidFill>
                <a:srgbClr val="1C1C1C"/>
              </a:solidFill>
              <a:latin typeface="Lato"/>
              <a:cs typeface="Lato"/>
            </a:endParaRPr>
          </a:p>
        </p:txBody>
      </p:sp>
      <p:sp>
        <p:nvSpPr>
          <p:cNvPr id="50" name="Kształt 9"/>
          <p:cNvSpPr/>
          <p:nvPr/>
        </p:nvSpPr>
        <p:spPr>
          <a:xfrm>
            <a:off x="10871200" y="4387850"/>
            <a:ext cx="203200" cy="203200"/>
          </a:xfrm>
          <a:prstGeom prst="ellipse">
            <a:avLst/>
          </a:prstGeom>
          <a:solidFill>
            <a:srgbClr val="F1F1F1"/>
          </a:solidFill>
          <a:ln>
            <a:noFill/>
          </a:ln>
        </p:spPr>
        <p:txBody>
          <a:bodyPr rtlCol="0" anchor="ctr"/>
          <a:lstStyle/>
          <a:p>
            <a:pPr algn="ctr"/>
            <a:endParaRPr lang="pl-PL" dirty="0"/>
          </a:p>
        </p:txBody>
      </p:sp>
      <p:sp>
        <p:nvSpPr>
          <p:cNvPr id="51" name="Kształt 10"/>
          <p:cNvSpPr/>
          <p:nvPr/>
        </p:nvSpPr>
        <p:spPr>
          <a:xfrm>
            <a:off x="10871200" y="4387850"/>
            <a:ext cx="203200" cy="203200"/>
          </a:xfrm>
          <a:prstGeom prst="ellipse">
            <a:avLst/>
          </a:prstGeom>
          <a:solidFill>
            <a:srgbClr val="EE312F"/>
          </a:solidFill>
          <a:ln>
            <a:noFill/>
          </a:ln>
        </p:spPr>
        <p:txBody>
          <a:bodyPr rtlCol="0" anchor="ctr"/>
          <a:lstStyle/>
          <a:p>
            <a:pPr algn="ctr"/>
            <a:endParaRPr lang="pl-PL" dirty="0"/>
          </a:p>
        </p:txBody>
      </p:sp>
      <p:sp>
        <p:nvSpPr>
          <p:cNvPr id="52" name="Tekst: +"/>
          <p:cNvSpPr txBox="1"/>
          <p:nvPr/>
        </p:nvSpPr>
        <p:spPr>
          <a:xfrm>
            <a:off x="10871200" y="4400550"/>
            <a:ext cx="254079" cy="175260"/>
          </a:xfrm>
          <a:prstGeom prst="rect">
            <a:avLst/>
          </a:prstGeom>
          <a:noFill/>
          <a:ln>
            <a:noFill/>
          </a:ln>
        </p:spPr>
        <p:txBody>
          <a:bodyPr wrap="none" lIns="0" tIns="0" rIns="0" bIns="0" rtlCol="0" anchor="t">
            <a:noAutofit/>
          </a:bodyPr>
          <a:lstStyle/>
          <a:p>
            <a:pPr algn="l">
              <a:spcBef>
                <a:spcPts val="0"/>
              </a:spcBef>
              <a:spcAft>
                <a:spcPts val="0"/>
              </a:spcAft>
              <a:buNone/>
            </a:pPr>
            <a:r>
              <a:rPr lang="pl-PL" sz="1150" b="1" kern="100" dirty="0">
                <a:solidFill>
                  <a:srgbClr val="151515"/>
                </a:solidFill>
                <a:latin typeface="Lato"/>
                <a:cs typeface="Lato"/>
              </a:rPr>
              <a:t>+</a:t>
            </a:r>
            <a:endParaRPr lang="pl-PL" sz="1150" b="1" kern="100" dirty="0">
              <a:solidFill>
                <a:srgbClr val="151515"/>
              </a:solidFill>
              <a:latin typeface="Lato"/>
              <a:cs typeface="Lato"/>
            </a:endParaRPr>
          </a:p>
        </p:txBody>
      </p:sp>
      <p:sp>
        <p:nvSpPr>
          <p:cNvPr id="53" name="Tekst: ✓"/>
          <p:cNvSpPr txBox="1"/>
          <p:nvPr/>
        </p:nvSpPr>
        <p:spPr>
          <a:xfrm>
            <a:off x="10871200" y="4387850"/>
            <a:ext cx="203200" cy="203200"/>
          </a:xfrm>
          <a:prstGeom prst="rect">
            <a:avLst/>
          </a:prstGeom>
          <a:noFill/>
          <a:ln>
            <a:noFill/>
          </a:ln>
        </p:spPr>
        <p:txBody>
          <a:bodyPr wrap="none" lIns="0" tIns="0" rIns="0" bIns="0" rtlCol="0" anchor="ctr">
            <a:noAutofit/>
          </a:bodyPr>
          <a:lstStyle/>
          <a:p>
            <a:pPr algn="ctr">
              <a:spcBef>
                <a:spcPts val="0"/>
              </a:spcBef>
              <a:spcAft>
                <a:spcPts val="0"/>
              </a:spcAft>
              <a:buNone/>
            </a:pPr>
            <a:r>
              <a:rPr lang="pl-PL" sz="1000" kern="100" dirty="0">
                <a:solidFill>
                  <a:srgbClr val="FFFFFF"/>
                </a:solidFill>
                <a:latin typeface="Segoe UI Symbol"/>
                <a:cs typeface="Segoe UI Symbol"/>
              </a:rPr>
              <a:t>✓</a:t>
            </a:r>
            <a:endParaRPr lang="pl-PL" sz="1000" kern="100" dirty="0">
              <a:solidFill>
                <a:srgbClr val="FFFFFF"/>
              </a:solidFill>
              <a:latin typeface="Segoe UI Symbol"/>
              <a:cs typeface="Segoe UI Symbol"/>
            </a:endParaRPr>
          </a:p>
        </p:txBody>
      </p:sp>
      <p:sp>
        <p:nvSpPr>
          <p:cNvPr id="54" name="Kształt 11"/>
          <p:cNvSpPr/>
          <p:nvPr/>
        </p:nvSpPr>
        <p:spPr>
          <a:xfrm>
            <a:off x="7696200" y="4857750"/>
            <a:ext cx="3467100" cy="393700"/>
          </a:xfrm>
          <a:prstGeom prst="roundRect">
            <a:avLst>
              <a:gd name="adj" fmla="val 16129"/>
            </a:avLst>
          </a:prstGeom>
          <a:solidFill>
            <a:srgbClr val="151515"/>
          </a:solidFill>
          <a:ln>
            <a:noFill/>
          </a:ln>
        </p:spPr>
        <p:txBody>
          <a:bodyPr rtlCol="0" anchor="ctr"/>
          <a:lstStyle/>
          <a:p>
            <a:pPr algn="ctr"/>
            <a:endParaRPr lang="pl-PL" dirty="0"/>
          </a:p>
        </p:txBody>
      </p:sp>
      <p:sp>
        <p:nvSpPr>
          <p:cNvPr id="55" name="Tekst: Przejdź do podsumowania"/>
          <p:cNvSpPr txBox="1"/>
          <p:nvPr/>
        </p:nvSpPr>
        <p:spPr>
          <a:xfrm>
            <a:off x="7804150" y="4965700"/>
            <a:ext cx="3251200" cy="175260"/>
          </a:xfrm>
          <a:prstGeom prst="rect">
            <a:avLst/>
          </a:prstGeom>
          <a:noFill/>
          <a:ln>
            <a:noFill/>
          </a:ln>
        </p:spPr>
        <p:txBody>
          <a:bodyPr wrap="none" lIns="0" tIns="0" rIns="0" bIns="0" rtlCol="0" anchor="t">
            <a:noAutofit/>
          </a:bodyPr>
          <a:lstStyle/>
          <a:p>
            <a:pPr algn="ctr">
              <a:spcBef>
                <a:spcPts val="0"/>
              </a:spcBef>
              <a:spcAft>
                <a:spcPts val="0"/>
              </a:spcAft>
              <a:buNone/>
            </a:pPr>
            <a:r>
              <a:rPr lang="pl-PL" sz="1150" b="1" kern="100" dirty="0">
                <a:solidFill>
                  <a:srgbClr val="FFFFFF"/>
                </a:solidFill>
                <a:latin typeface="Lato"/>
                <a:cs typeface="Lato"/>
              </a:rPr>
              <a:t>Przejdź do podsumowania</a:t>
            </a:r>
            <a:endParaRPr lang="pl-PL" sz="1150" b="1" kern="100" dirty="0">
              <a:solidFill>
                <a:srgbClr val="FFFFFF"/>
              </a:solidFill>
              <a:latin typeface="Lato"/>
              <a:cs typeface="Lato"/>
            </a:endParaRPr>
          </a:p>
        </p:txBody>
      </p:sp>
      <p:sp>
        <p:nvSpPr>
          <p:cNvPr id="56" name="Tekst: Przykładowe ceny. Dostawa i opłaty widoc"/>
          <p:cNvSpPr txBox="1"/>
          <p:nvPr/>
        </p:nvSpPr>
        <p:spPr>
          <a:xfrm>
            <a:off x="7696200" y="5311259"/>
            <a:ext cx="3698557" cy="145733"/>
          </a:xfrm>
          <a:prstGeom prst="rect">
            <a:avLst/>
          </a:prstGeom>
          <a:noFill/>
          <a:ln>
            <a:noFill/>
          </a:ln>
        </p:spPr>
        <p:txBody>
          <a:bodyPr wrap="none" lIns="0" tIns="0" rIns="0" bIns="0" rtlCol="0" anchor="t">
            <a:noAutofit/>
          </a:bodyPr>
          <a:lstStyle/>
          <a:p>
            <a:pPr algn="l">
              <a:spcBef>
                <a:spcPts val="0"/>
              </a:spcBef>
              <a:spcAft>
                <a:spcPts val="0"/>
              </a:spcAft>
              <a:buNone/>
            </a:pPr>
            <a:r>
              <a:rPr lang="pl-PL" sz="850" kern="100" dirty="0">
                <a:solidFill>
                  <a:srgbClr val="888888"/>
                </a:solidFill>
                <a:latin typeface="Lato"/>
                <a:cs typeface="Lato"/>
              </a:rPr>
              <a:t>Przykładowe ceny. Dostawa i opłaty widoczne przed zakupem.</a:t>
            </a:r>
            <a:endParaRPr lang="pl-PL" sz="850" kern="100" dirty="0">
              <a:solidFill>
                <a:srgbClr val="888888"/>
              </a:solidFill>
              <a:latin typeface="Lato"/>
              <a:cs typeface="Lato"/>
            </a:endParaRPr>
          </a:p>
        </p:txBody>
      </p:sp>
      <p:pic>
        <p:nvPicPr>
          <p:cNvPr id="57" name="!!Logo" descr="I love marketing &amp; technology"/>
          <p:cNvPicPr>
            <a:picLocks noChangeAspect="1"/>
          </p:cNvPicPr>
          <p:nvPr/>
        </p:nvPicPr>
        <p:blipFill>
          <a:blip r:embed="rId3"/>
          <a:stretch>
            <a:fillRect/>
          </a:stretch>
        </p:blipFill>
        <p:spPr>
          <a:xfrm>
            <a:off x="825500" y="363240"/>
            <a:ext cx="3048000" cy="273050"/>
          </a:xfrm>
          <a:prstGeom prst="rect">
            <a:avLst/>
          </a:prstGeom>
        </p:spPr>
      </p:pic>
      <p:pic>
        <p:nvPicPr>
          <p:cNvPr id="58" name="!!Serce w rogu"/>
          <p:cNvPicPr>
            <a:picLocks noChangeAspect="1"/>
          </p:cNvPicPr>
          <p:nvPr/>
        </p:nvPicPr>
        <p:blipFill>
          <a:blip r:embed="rId4"/>
          <a:stretch>
            <a:fillRect/>
          </a:stretch>
        </p:blipFill>
        <p:spPr>
          <a:xfrm>
            <a:off x="10966450" y="330349"/>
            <a:ext cx="431800" cy="355600"/>
          </a:xfrm>
          <a:prstGeom prst="rect">
            <a:avLst/>
          </a:prstGeom>
        </p:spPr>
      </p:pic>
      <p:sp>
        <p:nvSpPr>
          <p:cNvPr id="59" name="!!Zegar – napis · 1"/>
          <p:cNvSpPr txBox="1"/>
          <p:nvPr/>
        </p:nvSpPr>
        <p:spPr>
          <a:xfrm>
            <a:off x="9093369" y="39052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777777"/>
                </a:solidFill>
                <a:latin typeface="Lato Black"/>
                <a:cs typeface="Lato Black"/>
              </a:rPr>
              <a:t>Goście</a:t>
            </a:r>
            <a:endParaRPr lang="pl-PL" sz="900" kern="100" cap="all" spc="108" dirty="0">
              <a:solidFill>
                <a:srgbClr val="777777"/>
              </a:solidFill>
              <a:latin typeface="Lato Black"/>
              <a:cs typeface="Lato Black"/>
            </a:endParaRPr>
          </a:p>
        </p:txBody>
      </p:sp>
      <p:sp>
        <p:nvSpPr>
          <p:cNvPr id="60" name="!!Zegar – napis · 2"/>
          <p:cNvSpPr txBox="1"/>
          <p:nvPr/>
        </p:nvSpPr>
        <p:spPr>
          <a:xfrm>
            <a:off x="9093369" y="52768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777777"/>
                </a:solidFill>
                <a:latin typeface="Lato Black"/>
                <a:cs typeface="Lato Black"/>
              </a:rPr>
              <a:t>w drodze</a:t>
            </a:r>
            <a:endParaRPr lang="pl-PL" sz="900" kern="100" cap="all" spc="108" dirty="0">
              <a:solidFill>
                <a:srgbClr val="777777"/>
              </a:solidFill>
              <a:latin typeface="Lato Black"/>
              <a:cs typeface="Lato Black"/>
            </a:endParaRPr>
          </a:p>
        </p:txBody>
      </p:sp>
      <p:sp>
        <p:nvSpPr>
          <p:cNvPr id="61" name="!!Zegar – tarcza"/>
          <p:cNvSpPr/>
          <p:nvPr/>
        </p:nvSpPr>
        <p:spPr>
          <a:xfrm>
            <a:off x="10251440" y="281940"/>
            <a:ext cx="502920" cy="502920"/>
          </a:xfrm>
          <a:prstGeom prst="ellipse">
            <a:avLst/>
          </a:prstGeom>
          <a:solidFill>
            <a:srgbClr val="FFFFFF"/>
          </a:solidFill>
          <a:ln w="23283">
            <a:solidFill>
              <a:srgbClr val="151515"/>
            </a:solidFill>
            <a:round/>
          </a:ln>
        </p:spPr>
        <p:txBody>
          <a:bodyPr rtlCol="0" anchor="ctr"/>
          <a:lstStyle/>
          <a:p>
            <a:pPr algn="ctr"/>
            <a:endParaRPr lang="pl-PL" dirty="0"/>
          </a:p>
        </p:txBody>
      </p:sp>
      <p:sp>
        <p:nvSpPr>
          <p:cNvPr id="62" name="!!Zegar – wycinek 1"/>
          <p:cNvSpPr/>
          <p:nvPr/>
        </p:nvSpPr>
        <p:spPr>
          <a:xfrm>
            <a:off x="10502900" y="314537"/>
            <a:ext cx="67522" cy="218863"/>
          </a:xfrm>
          <a:custGeom>
            <a:avLst/>
            <a:gdLst/>
            <a:ahLst/>
            <a:cxnLst/>
            <a:rect l="0" t="0" r="r" b="b"/>
            <a:pathLst>
              <a:path w="67522" h="218863">
                <a:moveTo>
                  <a:pt x="0" y="218863"/>
                </a:moveTo>
                <a:lnTo>
                  <a:pt x="0" y="0"/>
                </a:lnTo>
                <a:lnTo>
                  <a:pt x="17230" y="466"/>
                </a:lnTo>
                <a:lnTo>
                  <a:pt x="34459" y="2794"/>
                </a:lnTo>
                <a:lnTo>
                  <a:pt x="51223" y="6054"/>
                </a:lnTo>
                <a:lnTo>
                  <a:pt x="67522" y="10710"/>
                </a:lnTo>
                <a:close/>
              </a:path>
            </a:pathLst>
          </a:custGeom>
          <a:solidFill>
            <a:srgbClr val="EE312F"/>
          </a:solidFill>
          <a:ln w="3725">
            <a:solidFill>
              <a:srgbClr val="EE312F"/>
            </a:solidFill>
            <a:round/>
          </a:ln>
        </p:spPr>
        <p:txBody>
          <a:bodyPr rtlCol="0" anchor="ctr"/>
          <a:lstStyle/>
          <a:p>
            <a:pPr algn="ctr"/>
            <a:endParaRPr lang="pl-PL" dirty="0"/>
          </a:p>
        </p:txBody>
      </p:sp>
      <p:sp>
        <p:nvSpPr>
          <p:cNvPr id="63" name="!!Zegar – wycinek 2"/>
          <p:cNvSpPr/>
          <p:nvPr/>
        </p:nvSpPr>
        <p:spPr>
          <a:xfrm>
            <a:off x="10502900" y="325247"/>
            <a:ext cx="128524" cy="208153"/>
          </a:xfrm>
          <a:custGeom>
            <a:avLst/>
            <a:gdLst/>
            <a:ahLst/>
            <a:cxnLst/>
            <a:rect l="0" t="0" r="r" b="b"/>
            <a:pathLst>
              <a:path w="128524" h="208153">
                <a:moveTo>
                  <a:pt x="0" y="208153"/>
                </a:moveTo>
                <a:lnTo>
                  <a:pt x="67522" y="0"/>
                </a:lnTo>
                <a:lnTo>
                  <a:pt x="83820" y="6054"/>
                </a:lnTo>
                <a:lnTo>
                  <a:pt x="99187" y="13039"/>
                </a:lnTo>
                <a:lnTo>
                  <a:pt x="114554" y="21421"/>
                </a:lnTo>
                <a:lnTo>
                  <a:pt x="128524" y="31200"/>
                </a:lnTo>
                <a:close/>
              </a:path>
            </a:pathLst>
          </a:custGeom>
          <a:solidFill>
            <a:srgbClr val="EE312F"/>
          </a:solidFill>
          <a:ln w="3725">
            <a:solidFill>
              <a:srgbClr val="EE312F"/>
            </a:solidFill>
            <a:round/>
          </a:ln>
        </p:spPr>
        <p:txBody>
          <a:bodyPr rtlCol="0" anchor="ctr"/>
          <a:lstStyle/>
          <a:p>
            <a:pPr algn="ctr"/>
            <a:endParaRPr lang="pl-PL" dirty="0"/>
          </a:p>
        </p:txBody>
      </p:sp>
      <p:sp>
        <p:nvSpPr>
          <p:cNvPr id="64" name="!!Zegar – wycinek 3"/>
          <p:cNvSpPr/>
          <p:nvPr/>
        </p:nvSpPr>
        <p:spPr>
          <a:xfrm>
            <a:off x="10502900" y="356447"/>
            <a:ext cx="176953" cy="176953"/>
          </a:xfrm>
          <a:custGeom>
            <a:avLst/>
            <a:gdLst/>
            <a:ahLst/>
            <a:cxnLst/>
            <a:rect l="0" t="0" r="r" b="b"/>
            <a:pathLst>
              <a:path w="176953" h="176953">
                <a:moveTo>
                  <a:pt x="0" y="176953"/>
                </a:moveTo>
                <a:lnTo>
                  <a:pt x="128524" y="0"/>
                </a:lnTo>
                <a:lnTo>
                  <a:pt x="142028" y="10710"/>
                </a:lnTo>
                <a:lnTo>
                  <a:pt x="154601" y="22352"/>
                </a:lnTo>
                <a:lnTo>
                  <a:pt x="166243" y="34925"/>
                </a:lnTo>
                <a:lnTo>
                  <a:pt x="176953" y="48429"/>
                </a:lnTo>
                <a:close/>
              </a:path>
            </a:pathLst>
          </a:custGeom>
          <a:solidFill>
            <a:srgbClr val="EE312F"/>
          </a:solidFill>
          <a:ln w="3725">
            <a:solidFill>
              <a:srgbClr val="EE312F"/>
            </a:solidFill>
            <a:round/>
          </a:ln>
        </p:spPr>
        <p:txBody>
          <a:bodyPr rtlCol="0" anchor="ctr"/>
          <a:lstStyle/>
          <a:p>
            <a:pPr algn="ctr"/>
            <a:endParaRPr lang="pl-PL" dirty="0"/>
          </a:p>
        </p:txBody>
      </p:sp>
      <p:sp>
        <p:nvSpPr>
          <p:cNvPr id="65" name="!!Zegar – wycinek 4"/>
          <p:cNvSpPr/>
          <p:nvPr/>
        </p:nvSpPr>
        <p:spPr>
          <a:xfrm>
            <a:off x="10502900" y="404876"/>
            <a:ext cx="208153" cy="128524"/>
          </a:xfrm>
          <a:custGeom>
            <a:avLst/>
            <a:gdLst/>
            <a:ahLst/>
            <a:cxnLst/>
            <a:rect l="0" t="0" r="r" b="b"/>
            <a:pathLst>
              <a:path w="208153" h="128524">
                <a:moveTo>
                  <a:pt x="0" y="128524"/>
                </a:moveTo>
                <a:lnTo>
                  <a:pt x="176953" y="0"/>
                </a:lnTo>
                <a:lnTo>
                  <a:pt x="186732" y="13970"/>
                </a:lnTo>
                <a:lnTo>
                  <a:pt x="195114" y="29337"/>
                </a:lnTo>
                <a:lnTo>
                  <a:pt x="202099" y="44704"/>
                </a:lnTo>
                <a:lnTo>
                  <a:pt x="208153" y="61002"/>
                </a:lnTo>
                <a:close/>
              </a:path>
            </a:pathLst>
          </a:custGeom>
          <a:solidFill>
            <a:srgbClr val="EE312F"/>
          </a:solidFill>
          <a:ln w="3725">
            <a:solidFill>
              <a:srgbClr val="EE312F"/>
            </a:solidFill>
            <a:round/>
          </a:ln>
        </p:spPr>
        <p:txBody>
          <a:bodyPr rtlCol="0" anchor="ctr"/>
          <a:lstStyle/>
          <a:p>
            <a:pPr algn="ctr"/>
            <a:endParaRPr lang="pl-PL" dirty="0"/>
          </a:p>
        </p:txBody>
      </p:sp>
      <p:sp>
        <p:nvSpPr>
          <p:cNvPr id="66" name="!!Zegar – wycinek 5"/>
          <p:cNvSpPr/>
          <p:nvPr/>
        </p:nvSpPr>
        <p:spPr>
          <a:xfrm>
            <a:off x="10502900" y="465878"/>
            <a:ext cx="218863" cy="67522"/>
          </a:xfrm>
          <a:custGeom>
            <a:avLst/>
            <a:gdLst/>
            <a:ahLst/>
            <a:cxnLst/>
            <a:rect l="0" t="0" r="r" b="b"/>
            <a:pathLst>
              <a:path w="218863" h="67522">
                <a:moveTo>
                  <a:pt x="0" y="67522"/>
                </a:moveTo>
                <a:lnTo>
                  <a:pt x="208153" y="0"/>
                </a:lnTo>
                <a:lnTo>
                  <a:pt x="212810" y="16298"/>
                </a:lnTo>
                <a:lnTo>
                  <a:pt x="216069" y="33062"/>
                </a:lnTo>
                <a:lnTo>
                  <a:pt x="218398" y="50292"/>
                </a:lnTo>
                <a:lnTo>
                  <a:pt x="218863" y="67522"/>
                </a:lnTo>
                <a:close/>
              </a:path>
            </a:pathLst>
          </a:custGeom>
          <a:solidFill>
            <a:srgbClr val="EE312F"/>
          </a:solidFill>
          <a:ln w="3725">
            <a:solidFill>
              <a:srgbClr val="EE312F"/>
            </a:solidFill>
            <a:round/>
          </a:ln>
        </p:spPr>
        <p:txBody>
          <a:bodyPr rtlCol="0" anchor="ctr"/>
          <a:lstStyle/>
          <a:p>
            <a:pPr algn="ctr"/>
            <a:endParaRPr lang="pl-PL" dirty="0"/>
          </a:p>
        </p:txBody>
      </p:sp>
      <p:sp>
        <p:nvSpPr>
          <p:cNvPr id="67" name="!!Zegar – wycinek 6"/>
          <p:cNvSpPr/>
          <p:nvPr/>
        </p:nvSpPr>
        <p:spPr>
          <a:xfrm>
            <a:off x="10502900" y="533400"/>
            <a:ext cx="218863" cy="67522"/>
          </a:xfrm>
          <a:custGeom>
            <a:avLst/>
            <a:gdLst/>
            <a:ahLst/>
            <a:cxnLst/>
            <a:rect l="0" t="0" r="r" b="b"/>
            <a:pathLst>
              <a:path w="218863" h="67522">
                <a:moveTo>
                  <a:pt x="0" y="0"/>
                </a:moveTo>
                <a:lnTo>
                  <a:pt x="218863" y="0"/>
                </a:lnTo>
                <a:lnTo>
                  <a:pt x="218398" y="17230"/>
                </a:lnTo>
                <a:lnTo>
                  <a:pt x="216069" y="34459"/>
                </a:lnTo>
                <a:lnTo>
                  <a:pt x="212810" y="51223"/>
                </a:lnTo>
                <a:lnTo>
                  <a:pt x="208153" y="67522"/>
                </a:lnTo>
                <a:close/>
              </a:path>
            </a:pathLst>
          </a:custGeom>
          <a:solidFill>
            <a:srgbClr val="EE312F"/>
          </a:solidFill>
          <a:ln w="3725">
            <a:solidFill>
              <a:srgbClr val="EE312F"/>
            </a:solidFill>
            <a:round/>
          </a:ln>
        </p:spPr>
        <p:txBody>
          <a:bodyPr rtlCol="0" anchor="ctr"/>
          <a:lstStyle/>
          <a:p>
            <a:pPr algn="ctr"/>
            <a:endParaRPr lang="pl-PL" dirty="0"/>
          </a:p>
        </p:txBody>
      </p:sp>
      <p:sp>
        <p:nvSpPr>
          <p:cNvPr id="68" name="!!Zegar – wycinek 7"/>
          <p:cNvSpPr/>
          <p:nvPr/>
        </p:nvSpPr>
        <p:spPr>
          <a:xfrm>
            <a:off x="10502900" y="533400"/>
            <a:ext cx="208153" cy="128524"/>
          </a:xfrm>
          <a:custGeom>
            <a:avLst/>
            <a:gdLst/>
            <a:ahLst/>
            <a:cxnLst/>
            <a:rect l="0" t="0" r="r" b="b"/>
            <a:pathLst>
              <a:path w="208153" h="128524">
                <a:moveTo>
                  <a:pt x="0" y="0"/>
                </a:moveTo>
                <a:lnTo>
                  <a:pt x="208153" y="67522"/>
                </a:lnTo>
                <a:lnTo>
                  <a:pt x="202099" y="83820"/>
                </a:lnTo>
                <a:lnTo>
                  <a:pt x="195114" y="99187"/>
                </a:lnTo>
                <a:lnTo>
                  <a:pt x="186732" y="114554"/>
                </a:lnTo>
                <a:lnTo>
                  <a:pt x="176953" y="128524"/>
                </a:lnTo>
                <a:close/>
              </a:path>
            </a:pathLst>
          </a:custGeom>
          <a:solidFill>
            <a:srgbClr val="EE312F"/>
          </a:solidFill>
          <a:ln w="3725">
            <a:solidFill>
              <a:srgbClr val="EE312F"/>
            </a:solidFill>
            <a:round/>
          </a:ln>
        </p:spPr>
        <p:txBody>
          <a:bodyPr rtlCol="0" anchor="ctr"/>
          <a:lstStyle/>
          <a:p>
            <a:pPr algn="ctr"/>
            <a:endParaRPr lang="pl-PL" dirty="0"/>
          </a:p>
        </p:txBody>
      </p:sp>
      <p:sp>
        <p:nvSpPr>
          <p:cNvPr id="69" name="!!Zegar – wycinek 8"/>
          <p:cNvSpPr/>
          <p:nvPr/>
        </p:nvSpPr>
        <p:spPr>
          <a:xfrm>
            <a:off x="10502900" y="533400"/>
            <a:ext cx="176953" cy="176953"/>
          </a:xfrm>
          <a:custGeom>
            <a:avLst/>
            <a:gdLst/>
            <a:ahLst/>
            <a:cxnLst/>
            <a:rect l="0" t="0" r="r" b="b"/>
            <a:pathLst>
              <a:path w="176953" h="176953">
                <a:moveTo>
                  <a:pt x="0" y="0"/>
                </a:moveTo>
                <a:lnTo>
                  <a:pt x="176953" y="128524"/>
                </a:lnTo>
                <a:lnTo>
                  <a:pt x="166243" y="142028"/>
                </a:lnTo>
                <a:lnTo>
                  <a:pt x="154601" y="154601"/>
                </a:lnTo>
                <a:lnTo>
                  <a:pt x="142028" y="166243"/>
                </a:lnTo>
                <a:lnTo>
                  <a:pt x="128524" y="176953"/>
                </a:lnTo>
                <a:close/>
              </a:path>
            </a:pathLst>
          </a:custGeom>
          <a:solidFill>
            <a:srgbClr val="EE312F"/>
          </a:solidFill>
          <a:ln w="3725">
            <a:solidFill>
              <a:srgbClr val="EE312F"/>
            </a:solidFill>
            <a:round/>
          </a:ln>
        </p:spPr>
        <p:txBody>
          <a:bodyPr rtlCol="0" anchor="ctr"/>
          <a:lstStyle/>
          <a:p>
            <a:pPr algn="ctr"/>
            <a:endParaRPr lang="pl-PL" dirty="0"/>
          </a:p>
        </p:txBody>
      </p:sp>
      <p:sp>
        <p:nvSpPr>
          <p:cNvPr id="70" name="!!Zegar – wycinek 9"/>
          <p:cNvSpPr/>
          <p:nvPr/>
        </p:nvSpPr>
        <p:spPr>
          <a:xfrm>
            <a:off x="10502900" y="533400"/>
            <a:ext cx="128524" cy="208153"/>
          </a:xfrm>
          <a:custGeom>
            <a:avLst/>
            <a:gdLst/>
            <a:ahLst/>
            <a:cxnLst/>
            <a:rect l="0" t="0" r="r" b="b"/>
            <a:pathLst>
              <a:path w="128524" h="208153">
                <a:moveTo>
                  <a:pt x="0" y="0"/>
                </a:moveTo>
                <a:lnTo>
                  <a:pt x="128524" y="176953"/>
                </a:lnTo>
                <a:lnTo>
                  <a:pt x="114554" y="186732"/>
                </a:lnTo>
                <a:lnTo>
                  <a:pt x="99187" y="195114"/>
                </a:lnTo>
                <a:lnTo>
                  <a:pt x="83820" y="202099"/>
                </a:lnTo>
                <a:lnTo>
                  <a:pt x="67522" y="208153"/>
                </a:lnTo>
                <a:close/>
              </a:path>
            </a:pathLst>
          </a:custGeom>
          <a:solidFill>
            <a:srgbClr val="EE312F"/>
          </a:solidFill>
          <a:ln w="3725">
            <a:solidFill>
              <a:srgbClr val="EE312F"/>
            </a:solidFill>
            <a:round/>
          </a:ln>
        </p:spPr>
        <p:txBody>
          <a:bodyPr rtlCol="0" anchor="ctr"/>
          <a:lstStyle/>
          <a:p>
            <a:pPr algn="ctr"/>
            <a:endParaRPr lang="pl-PL" dirty="0"/>
          </a:p>
        </p:txBody>
      </p:sp>
      <p:sp>
        <p:nvSpPr>
          <p:cNvPr id="71" name="!!Zegar – wycinek 10"/>
          <p:cNvSpPr/>
          <p:nvPr/>
        </p:nvSpPr>
        <p:spPr>
          <a:xfrm>
            <a:off x="10502900" y="533400"/>
            <a:ext cx="67522" cy="218863"/>
          </a:xfrm>
          <a:custGeom>
            <a:avLst/>
            <a:gdLst/>
            <a:ahLst/>
            <a:cxnLst/>
            <a:rect l="0" t="0" r="r" b="b"/>
            <a:pathLst>
              <a:path w="67522" h="218863">
                <a:moveTo>
                  <a:pt x="0" y="0"/>
                </a:moveTo>
                <a:lnTo>
                  <a:pt x="67522" y="208153"/>
                </a:lnTo>
                <a:lnTo>
                  <a:pt x="51223" y="212810"/>
                </a:lnTo>
                <a:lnTo>
                  <a:pt x="34459" y="216069"/>
                </a:lnTo>
                <a:lnTo>
                  <a:pt x="17230" y="218398"/>
                </a:lnTo>
                <a:lnTo>
                  <a:pt x="0" y="218863"/>
                </a:lnTo>
                <a:close/>
              </a:path>
            </a:pathLst>
          </a:custGeom>
          <a:solidFill>
            <a:srgbClr val="EE312F"/>
          </a:solidFill>
          <a:ln w="3725">
            <a:solidFill>
              <a:srgbClr val="EE312F"/>
            </a:solidFill>
            <a:round/>
          </a:ln>
        </p:spPr>
        <p:txBody>
          <a:bodyPr rtlCol="0" anchor="ctr"/>
          <a:lstStyle/>
          <a:p>
            <a:pPr algn="ctr"/>
            <a:endParaRPr lang="pl-PL" dirty="0"/>
          </a:p>
        </p:txBody>
      </p:sp>
      <p:sp>
        <p:nvSpPr>
          <p:cNvPr id="72" name="!!Zegar – wycinek 11"/>
          <p:cNvSpPr/>
          <p:nvPr/>
        </p:nvSpPr>
        <p:spPr>
          <a:xfrm>
            <a:off x="10435378" y="533400"/>
            <a:ext cx="67522" cy="218863"/>
          </a:xfrm>
          <a:custGeom>
            <a:avLst/>
            <a:gdLst/>
            <a:ahLst/>
            <a:cxnLst/>
            <a:rect l="0" t="0" r="r" b="b"/>
            <a:pathLst>
              <a:path w="67522" h="218863">
                <a:moveTo>
                  <a:pt x="67522" y="0"/>
                </a:moveTo>
                <a:lnTo>
                  <a:pt x="67522" y="218863"/>
                </a:lnTo>
                <a:lnTo>
                  <a:pt x="50292" y="218398"/>
                </a:lnTo>
                <a:lnTo>
                  <a:pt x="33062" y="216069"/>
                </a:lnTo>
                <a:lnTo>
                  <a:pt x="16298" y="212810"/>
                </a:lnTo>
                <a:lnTo>
                  <a:pt x="0" y="208153"/>
                </a:lnTo>
                <a:close/>
              </a:path>
            </a:pathLst>
          </a:custGeom>
          <a:solidFill>
            <a:srgbClr val="EE312F"/>
          </a:solidFill>
          <a:ln w="3725">
            <a:solidFill>
              <a:srgbClr val="EE312F"/>
            </a:solidFill>
            <a:round/>
          </a:ln>
        </p:spPr>
        <p:txBody>
          <a:bodyPr rtlCol="0" anchor="ctr"/>
          <a:lstStyle/>
          <a:p>
            <a:pPr algn="ctr"/>
            <a:endParaRPr lang="pl-PL" dirty="0"/>
          </a:p>
        </p:txBody>
      </p:sp>
      <p:sp>
        <p:nvSpPr>
          <p:cNvPr id="73" name="!!Zegar – wycinek 12"/>
          <p:cNvSpPr/>
          <p:nvPr/>
        </p:nvSpPr>
        <p:spPr>
          <a:xfrm>
            <a:off x="10374376" y="533400"/>
            <a:ext cx="128524" cy="208153"/>
          </a:xfrm>
          <a:custGeom>
            <a:avLst/>
            <a:gdLst/>
            <a:ahLst/>
            <a:cxnLst/>
            <a:rect l="0" t="0" r="r" b="b"/>
            <a:pathLst>
              <a:path w="128524" h="208153">
                <a:moveTo>
                  <a:pt x="128524" y="0"/>
                </a:moveTo>
                <a:lnTo>
                  <a:pt x="61002" y="208153"/>
                </a:lnTo>
                <a:lnTo>
                  <a:pt x="44704" y="202099"/>
                </a:lnTo>
                <a:lnTo>
                  <a:pt x="29337" y="195114"/>
                </a:lnTo>
                <a:lnTo>
                  <a:pt x="13970" y="186732"/>
                </a:lnTo>
                <a:lnTo>
                  <a:pt x="0" y="176953"/>
                </a:lnTo>
                <a:close/>
              </a:path>
            </a:pathLst>
          </a:custGeom>
          <a:solidFill>
            <a:srgbClr val="EE312F"/>
          </a:solidFill>
          <a:ln w="3725">
            <a:solidFill>
              <a:srgbClr val="EE312F"/>
            </a:solidFill>
            <a:round/>
          </a:ln>
        </p:spPr>
        <p:txBody>
          <a:bodyPr rtlCol="0" anchor="ctr"/>
          <a:lstStyle/>
          <a:p>
            <a:pPr algn="ctr"/>
            <a:endParaRPr lang="pl-PL" dirty="0"/>
          </a:p>
        </p:txBody>
      </p:sp>
      <p:sp>
        <p:nvSpPr>
          <p:cNvPr id="74" name="!!Zegar – wycinek 13"/>
          <p:cNvSpPr/>
          <p:nvPr/>
        </p:nvSpPr>
        <p:spPr>
          <a:xfrm>
            <a:off x="10325947" y="533400"/>
            <a:ext cx="176953" cy="176953"/>
          </a:xfrm>
          <a:custGeom>
            <a:avLst/>
            <a:gdLst/>
            <a:ahLst/>
            <a:cxnLst/>
            <a:rect l="0" t="0" r="r" b="b"/>
            <a:pathLst>
              <a:path w="176953" h="176953">
                <a:moveTo>
                  <a:pt x="176953" y="0"/>
                </a:moveTo>
                <a:lnTo>
                  <a:pt x="48429" y="176953"/>
                </a:lnTo>
                <a:lnTo>
                  <a:pt x="34925" y="166243"/>
                </a:lnTo>
                <a:lnTo>
                  <a:pt x="22352" y="154601"/>
                </a:lnTo>
                <a:lnTo>
                  <a:pt x="10710" y="142028"/>
                </a:lnTo>
                <a:lnTo>
                  <a:pt x="0" y="128524"/>
                </a:lnTo>
                <a:close/>
              </a:path>
            </a:pathLst>
          </a:custGeom>
          <a:solidFill>
            <a:srgbClr val="EE312F"/>
          </a:solidFill>
          <a:ln w="3725">
            <a:solidFill>
              <a:srgbClr val="EE312F"/>
            </a:solidFill>
            <a:round/>
          </a:ln>
        </p:spPr>
        <p:txBody>
          <a:bodyPr rtlCol="0" anchor="ctr"/>
          <a:lstStyle/>
          <a:p>
            <a:pPr algn="ctr"/>
            <a:endParaRPr lang="pl-PL" dirty="0"/>
          </a:p>
        </p:txBody>
      </p:sp>
      <p:sp>
        <p:nvSpPr>
          <p:cNvPr id="75" name="!!Zegar – kreska 1"/>
          <p:cNvSpPr/>
          <p:nvPr/>
        </p:nvSpPr>
        <p:spPr>
          <a:xfrm>
            <a:off x="10491258" y="295910"/>
            <a:ext cx="23283" cy="46567"/>
          </a:xfrm>
          <a:custGeom>
            <a:avLst/>
            <a:gdLst/>
            <a:ahLst/>
            <a:cxnLst/>
            <a:rect l="0" t="0" r="r" b="b"/>
            <a:pathLst>
              <a:path w="23283" h="46567">
                <a:moveTo>
                  <a:pt x="0" y="46567"/>
                </a:moveTo>
                <a:lnTo>
                  <a:pt x="23283" y="46567"/>
                </a:lnTo>
                <a:lnTo>
                  <a:pt x="23283" y="0"/>
                </a:lnTo>
                <a:lnTo>
                  <a:pt x="0" y="0"/>
                </a:lnTo>
                <a:close/>
              </a:path>
            </a:pathLst>
          </a:custGeom>
          <a:solidFill>
            <a:srgbClr val="151515"/>
          </a:solidFill>
          <a:ln>
            <a:noFill/>
          </a:ln>
        </p:spPr>
        <p:txBody>
          <a:bodyPr rtlCol="0" anchor="ctr"/>
          <a:lstStyle/>
          <a:p>
            <a:pPr algn="ctr"/>
            <a:endParaRPr lang="pl-PL" dirty="0"/>
          </a:p>
        </p:txBody>
      </p:sp>
      <p:sp>
        <p:nvSpPr>
          <p:cNvPr id="76" name="!!Zegar – kreska 2"/>
          <p:cNvSpPr/>
          <p:nvPr/>
        </p:nvSpPr>
        <p:spPr>
          <a:xfrm>
            <a:off x="10693823" y="521758"/>
            <a:ext cx="46567" cy="23283"/>
          </a:xfrm>
          <a:custGeom>
            <a:avLst/>
            <a:gdLst/>
            <a:ahLst/>
            <a:cxnLst/>
            <a:rect l="0" t="0" r="r" b="b"/>
            <a:pathLst>
              <a:path w="46567" h="23283">
                <a:moveTo>
                  <a:pt x="0" y="0"/>
                </a:moveTo>
                <a:lnTo>
                  <a:pt x="0" y="23283"/>
                </a:lnTo>
                <a:lnTo>
                  <a:pt x="46567" y="23283"/>
                </a:lnTo>
                <a:lnTo>
                  <a:pt x="46567" y="0"/>
                </a:lnTo>
                <a:close/>
              </a:path>
            </a:pathLst>
          </a:custGeom>
          <a:solidFill>
            <a:srgbClr val="151515"/>
          </a:solidFill>
          <a:ln>
            <a:noFill/>
          </a:ln>
        </p:spPr>
        <p:txBody>
          <a:bodyPr rtlCol="0" anchor="ctr"/>
          <a:lstStyle/>
          <a:p>
            <a:pPr algn="ctr"/>
            <a:endParaRPr lang="pl-PL" dirty="0"/>
          </a:p>
        </p:txBody>
      </p:sp>
      <p:sp>
        <p:nvSpPr>
          <p:cNvPr id="77" name="!!Zegar – kreska 3"/>
          <p:cNvSpPr/>
          <p:nvPr/>
        </p:nvSpPr>
        <p:spPr>
          <a:xfrm>
            <a:off x="10491258" y="724323"/>
            <a:ext cx="23283" cy="46567"/>
          </a:xfrm>
          <a:custGeom>
            <a:avLst/>
            <a:gdLst/>
            <a:ahLst/>
            <a:cxnLst/>
            <a:rect l="0" t="0" r="r" b="b"/>
            <a:pathLst>
              <a:path w="23283" h="46567">
                <a:moveTo>
                  <a:pt x="23283" y="0"/>
                </a:moveTo>
                <a:lnTo>
                  <a:pt x="0" y="0"/>
                </a:lnTo>
                <a:lnTo>
                  <a:pt x="0" y="46567"/>
                </a:lnTo>
                <a:lnTo>
                  <a:pt x="23283" y="46567"/>
                </a:lnTo>
                <a:close/>
              </a:path>
            </a:pathLst>
          </a:custGeom>
          <a:solidFill>
            <a:srgbClr val="151515"/>
          </a:solidFill>
          <a:ln>
            <a:noFill/>
          </a:ln>
        </p:spPr>
        <p:txBody>
          <a:bodyPr rtlCol="0" anchor="ctr"/>
          <a:lstStyle/>
          <a:p>
            <a:pPr algn="ctr"/>
            <a:endParaRPr lang="pl-PL" dirty="0"/>
          </a:p>
        </p:txBody>
      </p:sp>
      <p:sp>
        <p:nvSpPr>
          <p:cNvPr id="78" name="!!Zegar – kreska 4"/>
          <p:cNvSpPr/>
          <p:nvPr/>
        </p:nvSpPr>
        <p:spPr>
          <a:xfrm>
            <a:off x="10265410" y="521758"/>
            <a:ext cx="46567" cy="23283"/>
          </a:xfrm>
          <a:custGeom>
            <a:avLst/>
            <a:gdLst/>
            <a:ahLst/>
            <a:cxnLst/>
            <a:rect l="0" t="0" r="r" b="b"/>
            <a:pathLst>
              <a:path w="46567" h="23283">
                <a:moveTo>
                  <a:pt x="46567" y="23283"/>
                </a:moveTo>
                <a:lnTo>
                  <a:pt x="46567" y="0"/>
                </a:lnTo>
                <a:lnTo>
                  <a:pt x="0" y="0"/>
                </a:lnTo>
                <a:lnTo>
                  <a:pt x="0" y="23283"/>
                </a:lnTo>
                <a:close/>
              </a:path>
            </a:pathLst>
          </a:custGeom>
          <a:solidFill>
            <a:srgbClr val="151515"/>
          </a:solidFill>
          <a:ln>
            <a:noFill/>
          </a:ln>
        </p:spPr>
        <p:txBody>
          <a:bodyPr rtlCol="0" anchor="ctr"/>
          <a:lstStyle/>
          <a:p>
            <a:pPr algn="ctr"/>
            <a:endParaRPr lang="pl-PL" dirty="0"/>
          </a:p>
        </p:txBody>
      </p:sp>
      <p:sp>
        <p:nvSpPr>
          <p:cNvPr id="79" name="!!Zegar – wskazówka"/>
          <p:cNvSpPr/>
          <p:nvPr/>
        </p:nvSpPr>
        <p:spPr>
          <a:xfrm>
            <a:off x="10348101" y="505675"/>
            <a:ext cx="185614" cy="142860"/>
          </a:xfrm>
          <a:custGeom>
            <a:avLst/>
            <a:gdLst/>
            <a:ahLst/>
            <a:cxnLst/>
            <a:rect l="0" t="0" r="r" b="b"/>
            <a:pathLst>
              <a:path w="185614" h="142860">
                <a:moveTo>
                  <a:pt x="185614" y="22604"/>
                </a:moveTo>
                <a:lnTo>
                  <a:pt x="169191" y="0"/>
                </a:lnTo>
                <a:lnTo>
                  <a:pt x="0" y="131559"/>
                </a:lnTo>
                <a:lnTo>
                  <a:pt x="8211" y="142860"/>
                </a:lnTo>
                <a:close/>
              </a:path>
            </a:pathLst>
          </a:custGeom>
          <a:solidFill>
            <a:srgbClr val="151515"/>
          </a:solidFill>
          <a:ln>
            <a:noFill/>
          </a:ln>
        </p:spPr>
        <p:txBody>
          <a:bodyPr rtlCol="0" anchor="ctr"/>
          <a:lstStyle/>
          <a:p>
            <a:pPr algn="ctr"/>
            <a:endParaRPr lang="pl-PL" dirty="0"/>
          </a:p>
        </p:txBody>
      </p:sp>
      <p:sp>
        <p:nvSpPr>
          <p:cNvPr id="80" name="!!Zegar – oś"/>
          <p:cNvSpPr/>
          <p:nvPr/>
        </p:nvSpPr>
        <p:spPr>
          <a:xfrm>
            <a:off x="10474960" y="505460"/>
            <a:ext cx="55880" cy="55880"/>
          </a:xfrm>
          <a:prstGeom prst="ellipse">
            <a:avLst/>
          </a:prstGeom>
          <a:solidFill>
            <a:srgbClr val="151515"/>
          </a:solidFill>
          <a:ln>
            <a:noFill/>
          </a:ln>
        </p:spPr>
        <p:txBody>
          <a:bodyPr rtlCol="0" anchor="ctr"/>
          <a:lstStyle/>
          <a:p>
            <a:pPr algn="ctr"/>
            <a:endParaRPr lang="pl-PL" dirty="0"/>
          </a:p>
        </p:txBody>
      </p:sp>
      <p:sp>
        <p:nvSpPr>
          <p:cNvPr id="81" name="!!Źródło"/>
          <p:cNvSpPr txBox="1"/>
          <p:nvPr/>
        </p:nvSpPr>
        <p:spPr>
          <a:xfrm>
            <a:off x="823962" y="6425287"/>
            <a:ext cx="7913489"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666666"/>
                </a:solidFill>
                <a:latin typeface="Lato"/>
                <a:cs typeface="Lato"/>
              </a:rPr>
              <a:t>Scena ilustracyjna. Marki, ekrany i ceny są umowne. Zegar jest elementem opowieści, nie czasem dostawy.</a:t>
            </a:r>
            <a:endParaRPr lang="pl-PL" sz="1100" kern="100" dirty="0">
              <a:solidFill>
                <a:srgbClr val="666666"/>
              </a:solidFill>
              <a:latin typeface="Lato"/>
              <a:cs typeface="Lato"/>
            </a:endParaRPr>
          </a:p>
        </p:txBody>
      </p:sp>
      <p:sp>
        <p:nvSpPr>
          <p:cNvPr id="82"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666666"/>
                </a:solidFill>
                <a:latin typeface="Lato"/>
                <a:cs typeface="Lato"/>
              </a:rPr>
              <a:t>17 / 23</a:t>
            </a:r>
            <a:endParaRPr lang="pl-PL" sz="1100" kern="100" spc="66" dirty="0">
              <a:solidFill>
                <a:srgbClr val="666666"/>
              </a:solidFill>
              <a:latin typeface="Lato"/>
              <a:cs typeface="Lato"/>
            </a:endParaRPr>
          </a:p>
        </p:txBody>
      </p:sp>
      <p:sp>
        <p:nvSpPr>
          <p:cNvPr id="83" name="!!Postęp"/>
          <p:cNvSpPr/>
          <p:nvPr/>
        </p:nvSpPr>
        <p:spPr>
          <a:xfrm>
            <a:off x="397" y="6826250"/>
            <a:ext cx="9010650" cy="31750"/>
          </a:xfrm>
          <a:prstGeom prst="rect">
            <a:avLst/>
          </a:prstGeom>
          <a:solidFill>
            <a:srgbClr val="EE312F"/>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par>
                                <p:cTn id="11" presetID="10" presetClass="exit" presetSubtype="0" fill="hold" grpId="0" nodeType="withEffect">
                                  <p:stCondLst>
                                    <p:cond delay="0"/>
                                  </p:stCondLst>
                                  <p:childTnLst>
                                    <p:animEffect transition="out" filter="fade">
                                      <p:cBhvr>
                                        <p:cTn id="12" dur="300"/>
                                        <p:tgtEl>
                                          <p:spTgt spid="38"/>
                                        </p:tgtEl>
                                      </p:cBhvr>
                                    </p:animEffect>
                                    <p:set>
                                      <p:cBhvr>
                                        <p:cTn id="13" dur="1" fill="hold">
                                          <p:stCondLst>
                                            <p:cond delay="299"/>
                                          </p:stCondLst>
                                        </p:cTn>
                                        <p:tgtEl>
                                          <p:spTgt spid="38"/>
                                        </p:tgtEl>
                                        <p:attrNameLst>
                                          <p:attrName>style.visibility</p:attrName>
                                        </p:attrNameLst>
                                      </p:cBhvr>
                                      <p:to>
                                        <p:strVal val="hidden"/>
                                      </p:to>
                                    </p:set>
                                  </p:childTnLst>
                                </p:cTn>
                              </p:par>
                              <p:par>
                                <p:cTn id="14" presetID="10" presetClass="entr" presetSubtype="0" fill="hold" grpId="0"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400"/>
                                        <p:tgtEl>
                                          <p:spTgt spid="39"/>
                                        </p:tgtEl>
                                      </p:cBhvr>
                                    </p:animEffect>
                                  </p:childTnLst>
                                </p:cTn>
                              </p:par>
                              <p:par>
                                <p:cTn id="17" presetID="10" presetClass="exit" presetSubtype="0" fill="hold" grpId="0" nodeType="withEffect">
                                  <p:stCondLst>
                                    <p:cond delay="0"/>
                                  </p:stCondLst>
                                  <p:childTnLst>
                                    <p:animEffect transition="out" filter="fade">
                                      <p:cBhvr>
                                        <p:cTn id="18" dur="300"/>
                                        <p:tgtEl>
                                          <p:spTgt spid="40"/>
                                        </p:tgtEl>
                                      </p:cBhvr>
                                    </p:animEffect>
                                    <p:set>
                                      <p:cBhvr>
                                        <p:cTn id="19" dur="1" fill="hold">
                                          <p:stCondLst>
                                            <p:cond delay="299"/>
                                          </p:stCondLst>
                                        </p:cTn>
                                        <p:tgtEl>
                                          <p:spTgt spid="40"/>
                                        </p:tgtEl>
                                        <p:attrNameLst>
                                          <p:attrName>style.visibility</p:attrName>
                                        </p:attrNameLst>
                                      </p:cBhvr>
                                      <p:to>
                                        <p:strVal val="hidden"/>
                                      </p:to>
                                    </p:set>
                                  </p:childTnLst>
                                </p:cTn>
                              </p:par>
                              <p:par>
                                <p:cTn id="20" presetID="10" presetClass="entr" presetSubtype="0" fill="hold" grpId="0" nodeType="with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400"/>
                                        <p:tgtEl>
                                          <p:spTgt spid="41"/>
                                        </p:tgtEl>
                                      </p:cBhvr>
                                    </p:animEffect>
                                  </p:childTnLst>
                                </p:cTn>
                              </p:par>
                              <p:par>
                                <p:cTn id="23" presetID="10" presetClass="exit" presetSubtype="0" fill="hold" grpId="0" nodeType="withEffect">
                                  <p:stCondLst>
                                    <p:cond delay="0"/>
                                  </p:stCondLst>
                                  <p:childTnLst>
                                    <p:animEffect transition="out" filter="fade">
                                      <p:cBhvr>
                                        <p:cTn id="24" dur="300"/>
                                        <p:tgtEl>
                                          <p:spTgt spid="50"/>
                                        </p:tgtEl>
                                      </p:cBhvr>
                                    </p:animEffect>
                                    <p:set>
                                      <p:cBhvr>
                                        <p:cTn id="25" dur="1" fill="hold">
                                          <p:stCondLst>
                                            <p:cond delay="299"/>
                                          </p:stCondLst>
                                        </p:cTn>
                                        <p:tgtEl>
                                          <p:spTgt spid="50"/>
                                        </p:tgtEl>
                                        <p:attrNameLst>
                                          <p:attrName>style.visibility</p:attrName>
                                        </p:attrNameLst>
                                      </p:cBhvr>
                                      <p:to>
                                        <p:strVal val="hidden"/>
                                      </p:to>
                                    </p:set>
                                  </p:childTnLst>
                                </p:cTn>
                              </p:par>
                              <p:par>
                                <p:cTn id="26" presetID="10" presetClass="entr" presetSubtype="0" fill="hold" grpId="0" nodeType="withEffect">
                                  <p:stCondLst>
                                    <p:cond delay="0"/>
                                  </p:stCondLst>
                                  <p:childTnLst>
                                    <p:set>
                                      <p:cBhvr>
                                        <p:cTn id="27" dur="1" fill="hold">
                                          <p:stCondLst>
                                            <p:cond delay="0"/>
                                          </p:stCondLst>
                                        </p:cTn>
                                        <p:tgtEl>
                                          <p:spTgt spid="51"/>
                                        </p:tgtEl>
                                        <p:attrNameLst>
                                          <p:attrName>style.visibility</p:attrName>
                                        </p:attrNameLst>
                                      </p:cBhvr>
                                      <p:to>
                                        <p:strVal val="visible"/>
                                      </p:to>
                                    </p:set>
                                    <p:animEffect transition="in" filter="fade">
                                      <p:cBhvr>
                                        <p:cTn id="28" dur="400"/>
                                        <p:tgtEl>
                                          <p:spTgt spid="51"/>
                                        </p:tgtEl>
                                      </p:cBhvr>
                                    </p:animEffect>
                                  </p:childTnLst>
                                </p:cTn>
                              </p:par>
                              <p:par>
                                <p:cTn id="29" presetID="10" presetClass="exit" presetSubtype="0" fill="hold" grpId="0" nodeType="withEffect">
                                  <p:stCondLst>
                                    <p:cond delay="0"/>
                                  </p:stCondLst>
                                  <p:childTnLst>
                                    <p:animEffect transition="out" filter="fade">
                                      <p:cBhvr>
                                        <p:cTn id="30" dur="300"/>
                                        <p:tgtEl>
                                          <p:spTgt spid="52"/>
                                        </p:tgtEl>
                                      </p:cBhvr>
                                    </p:animEffect>
                                    <p:set>
                                      <p:cBhvr>
                                        <p:cTn id="31" dur="1" fill="hold">
                                          <p:stCondLst>
                                            <p:cond delay="299"/>
                                          </p:stCondLst>
                                        </p:cTn>
                                        <p:tgtEl>
                                          <p:spTgt spid="52"/>
                                        </p:tgtEl>
                                        <p:attrNameLst>
                                          <p:attrName>style.visibility</p:attrName>
                                        </p:attrNameLst>
                                      </p:cBhvr>
                                      <p:to>
                                        <p:strVal val="hidden"/>
                                      </p:to>
                                    </p:set>
                                  </p:childTnLst>
                                </p:cTn>
                              </p:par>
                              <p:par>
                                <p:cTn id="32" presetID="10" presetClass="entr" presetSubtype="0" fill="hold" grpId="0" nodeType="withEffect">
                                  <p:stCondLst>
                                    <p:cond delay="0"/>
                                  </p:stCondLst>
                                  <p:childTnLst>
                                    <p:set>
                                      <p:cBhvr>
                                        <p:cTn id="33" dur="1" fill="hold">
                                          <p:stCondLst>
                                            <p:cond delay="0"/>
                                          </p:stCondLst>
                                        </p:cTn>
                                        <p:tgtEl>
                                          <p:spTgt spid="53"/>
                                        </p:tgtEl>
                                        <p:attrNameLst>
                                          <p:attrName>style.visibility</p:attrName>
                                        </p:attrNameLst>
                                      </p:cBhvr>
                                      <p:to>
                                        <p:strVal val="visible"/>
                                      </p:to>
                                    </p:set>
                                    <p:animEffect transition="in" filter="fade">
                                      <p:cBhvr>
                                        <p:cTn id="34"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38" grpId="0" animBg="1"/>
      <p:bldP spid="39" grpId="0" animBg="1"/>
      <p:bldP spid="40" grpId="0" animBg="1"/>
      <p:bldP spid="41" grpId="0" animBg="1"/>
      <p:bldP spid="50" grpId="0" animBg="1"/>
      <p:bldP spid="51" grpId="0" animBg="1"/>
      <p:bldP spid="52" grpId="0" animBg="1"/>
      <p:bldP spid="53" grpId="0" animBg="1"/>
    </p:bldLst>
  </p:timing>
</p:sld>
</file>

<file path=ppt/slides/slide18.xml><?xml version="1.0" encoding="utf-8"?>
<p:sld xmlns:a="http://schemas.openxmlformats.org/drawingml/2006/main" xmlns:r="http://schemas.openxmlformats.org/officeDocument/2006/relationships" xmlns:p="http://schemas.openxmlformats.org/presentationml/2006/main" xmlns:p14="http://schemas.microsoft.com/office/powerpoint/2010/main">
  <p:cSld name="Dopasowanie zwraca uwagę">
    <p:bg>
      <p:bgPr>
        <a:solidFill>
          <a:srgbClr val="FFFFFF"/>
        </a:solidFill>
        <a:effectLst/>
      </p:bgPr>
    </p:bg>
    <p:spTree>
      <p:nvGrpSpPr>
        <p:cNvPr id="1" name=""/>
        <p:cNvGrpSpPr/>
        <p:nvPr/>
      </p:nvGrpSpPr>
      <p:grpSpPr>
        <a:xfrm>
          <a:off x="0" y="0"/>
          <a:ext cx="0" cy="0"/>
          <a:chOff x="0" y="0"/>
          <a:chExt cx="0" cy="0"/>
        </a:xfrm>
      </p:grpSpPr>
      <p:sp>
        <p:nvSpPr>
          <p:cNvPr id="2" name="Kształt"/>
          <p:cNvSpPr/>
          <p:nvPr/>
        </p:nvSpPr>
        <p:spPr>
          <a:xfrm>
            <a:off x="2050653" y="2685653"/>
            <a:ext cx="2375694" cy="2375694"/>
          </a:xfrm>
          <a:prstGeom prst="ellipse">
            <a:avLst/>
          </a:prstGeom>
          <a:noFill/>
          <a:ln w="89495">
            <a:solidFill>
              <a:srgbClr val="E3E3E3"/>
            </a:solidFill>
            <a:round/>
          </a:ln>
        </p:spPr>
        <p:txBody>
          <a:bodyPr rtlCol="0" anchor="ctr"/>
          <a:lstStyle/>
          <a:p>
            <a:pPr algn="ctr"/>
            <a:endParaRPr lang="pl-PL" dirty="0"/>
          </a:p>
        </p:txBody>
      </p:sp>
      <p:sp>
        <p:nvSpPr>
          <p:cNvPr id="3" name="Kształt 2"/>
          <p:cNvSpPr/>
          <p:nvPr/>
        </p:nvSpPr>
        <p:spPr>
          <a:xfrm rot="16200000">
            <a:off x="2050653" y="2685653"/>
            <a:ext cx="2375694" cy="2375694"/>
          </a:xfrm>
          <a:prstGeom prst="arc">
            <a:avLst>
              <a:gd name="adj1" fmla="val 0"/>
              <a:gd name="adj2" fmla="val 5832000"/>
            </a:avLst>
          </a:prstGeom>
          <a:noFill/>
          <a:ln w="89495" cap="rnd">
            <a:solidFill>
              <a:srgbClr val="EE312F"/>
            </a:solidFill>
            <a:round/>
          </a:ln>
        </p:spPr>
        <p:txBody>
          <a:bodyPr rtlCol="0" anchor="ctr"/>
          <a:lstStyle/>
          <a:p>
            <a:pPr algn="ctr"/>
            <a:endParaRPr lang="pl-PL" dirty="0"/>
          </a:p>
        </p:txBody>
      </p:sp>
      <p:sp>
        <p:nvSpPr>
          <p:cNvPr id="4" name="Tekst: 27 %"/>
          <p:cNvSpPr txBox="1"/>
          <p:nvPr/>
        </p:nvSpPr>
        <p:spPr>
          <a:xfrm>
            <a:off x="2183606" y="3403020"/>
            <a:ext cx="2109788" cy="1168400"/>
          </a:xfrm>
          <a:prstGeom prst="rect">
            <a:avLst/>
          </a:prstGeom>
          <a:noFill/>
          <a:ln>
            <a:noFill/>
          </a:ln>
        </p:spPr>
        <p:txBody>
          <a:bodyPr wrap="none" lIns="0" tIns="0" rIns="0" bIns="0" rtlCol="0" anchor="t">
            <a:noAutofit/>
          </a:bodyPr>
          <a:lstStyle/>
          <a:p>
            <a:pPr algn="ctr">
              <a:spcBef>
                <a:spcPts val="0"/>
              </a:spcBef>
              <a:spcAft>
                <a:spcPts val="0"/>
              </a:spcAft>
              <a:buNone/>
            </a:pPr>
            <a:r>
              <a:rPr lang="pl-PL" sz="9200" kern="100" spc="-644" dirty="0">
                <a:solidFill>
                  <a:srgbClr val="EE312F"/>
                </a:solidFill>
                <a:latin typeface="Lato Black"/>
                <a:cs typeface="Lato Black"/>
              </a:rPr>
              <a:t>27</a:t>
            </a:r>
            <a:r>
              <a:rPr lang="pl-PL" sz="4100" kern="100" spc="-82" dirty="0">
                <a:solidFill>
                  <a:srgbClr val="EE312F"/>
                </a:solidFill>
                <a:latin typeface="Lato Black"/>
                <a:cs typeface="Lato Black"/>
              </a:rPr>
              <a:t>%</a:t>
            </a:r>
            <a:endParaRPr lang="pl-PL" sz="4100" kern="100" spc="-82" dirty="0">
              <a:solidFill>
                <a:srgbClr val="EE312F"/>
              </a:solidFill>
              <a:latin typeface="Lato Black"/>
              <a:cs typeface="Lato Black"/>
            </a:endParaRPr>
          </a:p>
        </p:txBody>
      </p:sp>
      <p:sp>
        <p:nvSpPr>
          <p:cNvPr id="5" name="Tekst: Zwraca uwagę na nieplanowany produkt, bo · 1"/>
          <p:cNvSpPr txBox="1"/>
          <p:nvPr/>
        </p:nvSpPr>
        <p:spPr>
          <a:xfrm>
            <a:off x="705148" y="5365115"/>
            <a:ext cx="5066705" cy="293688"/>
          </a:xfrm>
          <a:prstGeom prst="rect">
            <a:avLst/>
          </a:prstGeom>
          <a:noFill/>
          <a:ln>
            <a:noFill/>
          </a:ln>
        </p:spPr>
        <p:txBody>
          <a:bodyPr wrap="none" lIns="0" tIns="0" rIns="0" bIns="0" rtlCol="0" anchor="ctr">
            <a:noAutofit/>
          </a:bodyPr>
          <a:lstStyle/>
          <a:p>
            <a:pPr algn="ctr">
              <a:spcBef>
                <a:spcPts val="0"/>
              </a:spcBef>
              <a:spcAft>
                <a:spcPts val="0"/>
              </a:spcAft>
              <a:buNone/>
            </a:pPr>
            <a:r>
              <a:rPr lang="pl-PL" sz="1850" kern="100" spc="-22" dirty="0">
                <a:solidFill>
                  <a:srgbClr val="151515"/>
                </a:solidFill>
                <a:latin typeface="Lato"/>
                <a:cs typeface="Lato"/>
              </a:rPr>
              <a:t>Zwraca uwagę na nieplanowany produkt,</a:t>
            </a:r>
            <a:endParaRPr lang="pl-PL" sz="1850" kern="100" spc="-22" dirty="0">
              <a:solidFill>
                <a:srgbClr val="151515"/>
              </a:solidFill>
              <a:latin typeface="Lato"/>
              <a:cs typeface="Lato"/>
            </a:endParaRPr>
          </a:p>
        </p:txBody>
      </p:sp>
      <p:sp>
        <p:nvSpPr>
          <p:cNvPr id="6" name="Tekst: Zwraca uwagę na nieplanowany produkt, bo · 2"/>
          <p:cNvSpPr txBox="1"/>
          <p:nvPr/>
        </p:nvSpPr>
        <p:spPr>
          <a:xfrm>
            <a:off x="705148" y="5658803"/>
            <a:ext cx="5066705" cy="293688"/>
          </a:xfrm>
          <a:prstGeom prst="rect">
            <a:avLst/>
          </a:prstGeom>
          <a:noFill/>
          <a:ln>
            <a:noFill/>
          </a:ln>
        </p:spPr>
        <p:txBody>
          <a:bodyPr wrap="none" lIns="0" tIns="0" rIns="0" bIns="0" rtlCol="0" anchor="ctr">
            <a:noAutofit/>
          </a:bodyPr>
          <a:lstStyle/>
          <a:p>
            <a:pPr algn="ctr">
              <a:spcBef>
                <a:spcPts val="0"/>
              </a:spcBef>
              <a:spcAft>
                <a:spcPts val="0"/>
              </a:spcAft>
              <a:buNone/>
            </a:pPr>
            <a:r>
              <a:rPr lang="pl-PL" sz="1850" kern="100" spc="-22" dirty="0">
                <a:solidFill>
                  <a:srgbClr val="151515"/>
                </a:solidFill>
                <a:latin typeface="Lato"/>
                <a:cs typeface="Lato"/>
              </a:rPr>
              <a:t>bo pasuje do reszty zakupów</a:t>
            </a:r>
            <a:endParaRPr lang="pl-PL" sz="1850" kern="100" spc="-22" dirty="0">
              <a:solidFill>
                <a:srgbClr val="151515"/>
              </a:solidFill>
              <a:latin typeface="Lato"/>
              <a:cs typeface="Lato"/>
            </a:endParaRPr>
          </a:p>
        </p:txBody>
      </p:sp>
      <p:sp>
        <p:nvSpPr>
          <p:cNvPr id="7" name="Tekst: W naszej historii"/>
          <p:cNvSpPr txBox="1"/>
          <p:nvPr/>
        </p:nvSpPr>
        <p:spPr>
          <a:xfrm>
            <a:off x="6762750" y="2952750"/>
            <a:ext cx="4286250" cy="205740"/>
          </a:xfrm>
          <a:prstGeom prst="rect">
            <a:avLst/>
          </a:prstGeom>
          <a:noFill/>
          <a:ln>
            <a:noFill/>
          </a:ln>
        </p:spPr>
        <p:txBody>
          <a:bodyPr wrap="none" lIns="0" tIns="0" rIns="0" bIns="0" rtlCol="0" anchor="t">
            <a:noAutofit/>
          </a:bodyPr>
          <a:lstStyle/>
          <a:p>
            <a:pPr algn="l">
              <a:spcBef>
                <a:spcPts val="0"/>
              </a:spcBef>
              <a:spcAft>
                <a:spcPts val="0"/>
              </a:spcAft>
              <a:buNone/>
            </a:pPr>
            <a:r>
              <a:rPr lang="pl-PL" sz="1350" b="1" kern="100" cap="all" spc="189" dirty="0">
                <a:solidFill>
                  <a:srgbClr val="EE312F"/>
                </a:solidFill>
                <a:latin typeface="Lato"/>
                <a:cs typeface="Lato"/>
              </a:rPr>
              <a:t>W naszej historii</a:t>
            </a:r>
            <a:endParaRPr lang="pl-PL" sz="1350" b="1" kern="100" cap="all" spc="189" dirty="0">
              <a:solidFill>
                <a:srgbClr val="EE312F"/>
              </a:solidFill>
              <a:latin typeface="Lato"/>
              <a:cs typeface="Lato"/>
            </a:endParaRPr>
          </a:p>
        </p:txBody>
      </p:sp>
      <p:sp>
        <p:nvSpPr>
          <p:cNvPr id="8" name="Tekst: Dip nie był w planie. Pasował do koszyka · 1"/>
          <p:cNvSpPr txBox="1"/>
          <p:nvPr/>
        </p:nvSpPr>
        <p:spPr>
          <a:xfrm>
            <a:off x="6762750" y="3357229"/>
            <a:ext cx="4286250" cy="512064"/>
          </a:xfrm>
          <a:prstGeom prst="rect">
            <a:avLst/>
          </a:prstGeom>
          <a:noFill/>
          <a:ln>
            <a:noFill/>
          </a:ln>
        </p:spPr>
        <p:txBody>
          <a:bodyPr wrap="none" lIns="0" tIns="0" rIns="0" bIns="0" rtlCol="0" anchor="ctr">
            <a:noAutofit/>
          </a:bodyPr>
          <a:lstStyle/>
          <a:p>
            <a:pPr algn="l">
              <a:spcBef>
                <a:spcPts val="0"/>
              </a:spcBef>
              <a:spcAft>
                <a:spcPts val="0"/>
              </a:spcAft>
              <a:buNone/>
            </a:pPr>
            <a:r>
              <a:rPr lang="pl-PL" sz="3600" kern="100" spc="-108" dirty="0">
                <a:solidFill>
                  <a:srgbClr val="151515"/>
                </a:solidFill>
                <a:latin typeface="Lato Black"/>
                <a:cs typeface="Lato Black"/>
              </a:rPr>
              <a:t>Dip nie był</a:t>
            </a:r>
            <a:endParaRPr lang="pl-PL" sz="3600" kern="100" spc="-108" dirty="0">
              <a:solidFill>
                <a:srgbClr val="151515"/>
              </a:solidFill>
              <a:latin typeface="Lato Black"/>
              <a:cs typeface="Lato Black"/>
            </a:endParaRPr>
          </a:p>
        </p:txBody>
      </p:sp>
      <p:sp>
        <p:nvSpPr>
          <p:cNvPr id="9" name="Tekst: Dip nie był w planie. Pasował do koszyka · 2"/>
          <p:cNvSpPr txBox="1"/>
          <p:nvPr/>
        </p:nvSpPr>
        <p:spPr>
          <a:xfrm>
            <a:off x="6762750" y="3869293"/>
            <a:ext cx="4286250" cy="512064"/>
          </a:xfrm>
          <a:prstGeom prst="rect">
            <a:avLst/>
          </a:prstGeom>
          <a:noFill/>
          <a:ln>
            <a:noFill/>
          </a:ln>
        </p:spPr>
        <p:txBody>
          <a:bodyPr wrap="none" lIns="0" tIns="0" rIns="0" bIns="0" rtlCol="0" anchor="ctr">
            <a:noAutofit/>
          </a:bodyPr>
          <a:lstStyle/>
          <a:p>
            <a:pPr algn="l">
              <a:spcBef>
                <a:spcPts val="0"/>
              </a:spcBef>
              <a:spcAft>
                <a:spcPts val="0"/>
              </a:spcAft>
              <a:buNone/>
            </a:pPr>
            <a:r>
              <a:rPr lang="pl-PL" sz="3600" kern="100" spc="-108" dirty="0">
                <a:solidFill>
                  <a:srgbClr val="151515"/>
                </a:solidFill>
                <a:latin typeface="Lato Black"/>
                <a:cs typeface="Lato Black"/>
              </a:rPr>
              <a:t>w planie. Pasował</a:t>
            </a:r>
            <a:endParaRPr lang="pl-PL" sz="3600" kern="100" spc="-108" dirty="0">
              <a:solidFill>
                <a:srgbClr val="151515"/>
              </a:solidFill>
              <a:latin typeface="Lato Black"/>
              <a:cs typeface="Lato Black"/>
            </a:endParaRPr>
          </a:p>
        </p:txBody>
      </p:sp>
      <p:sp>
        <p:nvSpPr>
          <p:cNvPr id="10" name="Tekst: Dip nie był w planie. Pasował do koszyka · 3"/>
          <p:cNvSpPr txBox="1"/>
          <p:nvPr/>
        </p:nvSpPr>
        <p:spPr>
          <a:xfrm>
            <a:off x="6762750" y="4381357"/>
            <a:ext cx="4286250" cy="512064"/>
          </a:xfrm>
          <a:prstGeom prst="rect">
            <a:avLst/>
          </a:prstGeom>
          <a:noFill/>
          <a:ln>
            <a:noFill/>
          </a:ln>
        </p:spPr>
        <p:txBody>
          <a:bodyPr wrap="none" lIns="0" tIns="0" rIns="0" bIns="0" rtlCol="0" anchor="ctr">
            <a:noAutofit/>
          </a:bodyPr>
          <a:lstStyle/>
          <a:p>
            <a:pPr algn="l">
              <a:spcBef>
                <a:spcPts val="0"/>
              </a:spcBef>
              <a:spcAft>
                <a:spcPts val="0"/>
              </a:spcAft>
              <a:buNone/>
            </a:pPr>
            <a:r>
              <a:rPr lang="pl-PL" sz="3600" kern="100" spc="-108" dirty="0">
                <a:solidFill>
                  <a:srgbClr val="151515"/>
                </a:solidFill>
                <a:latin typeface="Lato Black"/>
                <a:cs typeface="Lato Black"/>
              </a:rPr>
              <a:t>do </a:t>
            </a:r>
            <a:r>
              <a:rPr lang="pl-PL" sz="3600" kern="100" spc="-108" dirty="0">
                <a:solidFill>
                  <a:srgbClr val="EE312F"/>
                </a:solidFill>
                <a:latin typeface="Lato Black"/>
                <a:cs typeface="Lato Black"/>
              </a:rPr>
              <a:t>koszyka.</a:t>
            </a:r>
            <a:endParaRPr lang="pl-PL" sz="3600" kern="100" spc="-108" dirty="0">
              <a:solidFill>
                <a:srgbClr val="EE312F"/>
              </a:solidFill>
              <a:latin typeface="Lato Black"/>
              <a:cs typeface="Lato Black"/>
            </a:endParaRPr>
          </a:p>
        </p:txBody>
      </p:sp>
      <p:sp>
        <p:nvSpPr>
          <p:cNvPr id="11" name="Kształt 3"/>
          <p:cNvSpPr/>
          <p:nvPr/>
        </p:nvSpPr>
        <p:spPr>
          <a:xfrm>
            <a:off x="6762750" y="5149056"/>
            <a:ext cx="1651000" cy="31750"/>
          </a:xfrm>
          <a:prstGeom prst="rect">
            <a:avLst/>
          </a:prstGeom>
          <a:solidFill>
            <a:srgbClr val="EE312F"/>
          </a:solidFill>
          <a:ln>
            <a:noFill/>
          </a:ln>
        </p:spPr>
        <p:txBody>
          <a:bodyPr rtlCol="0" anchor="ctr"/>
          <a:lstStyle/>
          <a:p>
            <a:pPr algn="ctr"/>
            <a:endParaRPr lang="pl-PL" dirty="0"/>
          </a:p>
        </p:txBody>
      </p:sp>
      <p:sp>
        <p:nvSpPr>
          <p:cNvPr id="12" name="Tekst: Dopasowanie zwraca uwagę. · 1"/>
          <p:cNvSpPr txBox="1"/>
          <p:nvPr/>
        </p:nvSpPr>
        <p:spPr>
          <a:xfrm>
            <a:off x="824260" y="1153704"/>
            <a:ext cx="4622363" cy="643128"/>
          </a:xfrm>
          <a:prstGeom prst="rect">
            <a:avLst/>
          </a:prstGeom>
          <a:noFill/>
          <a:ln>
            <a:noFill/>
          </a:ln>
        </p:spPr>
        <p:txBody>
          <a:bodyPr wrap="none" lIns="0" tIns="0" rIns="0" bIns="0" rtlCol="0" anchor="ctr">
            <a:noAutofit/>
          </a:bodyPr>
          <a:lstStyle/>
          <a:p>
            <a:pPr algn="l">
              <a:spcBef>
                <a:spcPts val="0"/>
              </a:spcBef>
              <a:spcAft>
                <a:spcPts val="0"/>
              </a:spcAft>
              <a:buNone/>
            </a:pPr>
            <a:r>
              <a:rPr lang="pl-PL" sz="4800" kern="100" spc="-168" dirty="0">
                <a:solidFill>
                  <a:srgbClr val="151515"/>
                </a:solidFill>
                <a:latin typeface="Lato Black"/>
                <a:cs typeface="Lato Black"/>
              </a:rPr>
              <a:t>Dopasowanie</a:t>
            </a:r>
            <a:endParaRPr lang="pl-PL" sz="4800" kern="100" spc="-168" dirty="0">
              <a:solidFill>
                <a:srgbClr val="151515"/>
              </a:solidFill>
              <a:latin typeface="Lato Black"/>
              <a:cs typeface="Lato Black"/>
            </a:endParaRPr>
          </a:p>
        </p:txBody>
      </p:sp>
      <p:sp>
        <p:nvSpPr>
          <p:cNvPr id="13" name="Tekst: Dopasowanie zwraca uwagę. · 2"/>
          <p:cNvSpPr txBox="1"/>
          <p:nvPr/>
        </p:nvSpPr>
        <p:spPr>
          <a:xfrm>
            <a:off x="824260" y="1796832"/>
            <a:ext cx="4622363" cy="643128"/>
          </a:xfrm>
          <a:prstGeom prst="rect">
            <a:avLst/>
          </a:prstGeom>
          <a:noFill/>
          <a:ln>
            <a:noFill/>
          </a:ln>
        </p:spPr>
        <p:txBody>
          <a:bodyPr wrap="none" lIns="0" tIns="0" rIns="0" bIns="0" rtlCol="0" anchor="ctr">
            <a:noAutofit/>
          </a:bodyPr>
          <a:lstStyle/>
          <a:p>
            <a:pPr algn="l">
              <a:spcBef>
                <a:spcPts val="0"/>
              </a:spcBef>
              <a:spcAft>
                <a:spcPts val="0"/>
              </a:spcAft>
              <a:buNone/>
            </a:pPr>
            <a:r>
              <a:rPr lang="pl-PL" sz="4800" kern="100" spc="-168" dirty="0">
                <a:solidFill>
                  <a:srgbClr val="151515"/>
                </a:solidFill>
                <a:latin typeface="Lato Black"/>
                <a:cs typeface="Lato Black"/>
              </a:rPr>
              <a:t>zwraca uwagę.</a:t>
            </a:r>
            <a:endParaRPr lang="pl-PL" sz="4800" kern="100" spc="-168" dirty="0">
              <a:solidFill>
                <a:srgbClr val="151515"/>
              </a:solidFill>
              <a:latin typeface="Lato Black"/>
              <a:cs typeface="Lato Black"/>
            </a:endParaRPr>
          </a:p>
        </p:txBody>
      </p:sp>
      <p:pic>
        <p:nvPicPr>
          <p:cNvPr id="14" name="!!Logo" descr="I love marketing &amp; technology"/>
          <p:cNvPicPr>
            <a:picLocks noChangeAspect="1"/>
          </p:cNvPicPr>
          <p:nvPr/>
        </p:nvPicPr>
        <p:blipFill>
          <a:blip r:embed="rId3"/>
          <a:stretch>
            <a:fillRect/>
          </a:stretch>
        </p:blipFill>
        <p:spPr>
          <a:xfrm>
            <a:off x="825500" y="363240"/>
            <a:ext cx="3048000" cy="273050"/>
          </a:xfrm>
          <a:prstGeom prst="rect">
            <a:avLst/>
          </a:prstGeom>
        </p:spPr>
      </p:pic>
      <p:pic>
        <p:nvPicPr>
          <p:cNvPr id="15" name="!!Serce w rogu"/>
          <p:cNvPicPr>
            <a:picLocks noChangeAspect="1"/>
          </p:cNvPicPr>
          <p:nvPr/>
        </p:nvPicPr>
        <p:blipFill>
          <a:blip r:embed="rId4"/>
          <a:stretch>
            <a:fillRect/>
          </a:stretch>
        </p:blipFill>
        <p:spPr>
          <a:xfrm>
            <a:off x="10966450" y="330349"/>
            <a:ext cx="431800" cy="355600"/>
          </a:xfrm>
          <a:prstGeom prst="rect">
            <a:avLst/>
          </a:prstGeom>
        </p:spPr>
      </p:pic>
      <p:sp>
        <p:nvSpPr>
          <p:cNvPr id="16" name="!!Zegar – napis · 1"/>
          <p:cNvSpPr txBox="1"/>
          <p:nvPr/>
        </p:nvSpPr>
        <p:spPr>
          <a:xfrm>
            <a:off x="9093369" y="39052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777777"/>
                </a:solidFill>
                <a:latin typeface="Lato Black"/>
                <a:cs typeface="Lato Black"/>
              </a:rPr>
              <a:t>Goście</a:t>
            </a:r>
            <a:endParaRPr lang="pl-PL" sz="900" kern="100" cap="all" spc="108" dirty="0">
              <a:solidFill>
                <a:srgbClr val="777777"/>
              </a:solidFill>
              <a:latin typeface="Lato Black"/>
              <a:cs typeface="Lato Black"/>
            </a:endParaRPr>
          </a:p>
        </p:txBody>
      </p:sp>
      <p:sp>
        <p:nvSpPr>
          <p:cNvPr id="17" name="!!Zegar – napis · 2"/>
          <p:cNvSpPr txBox="1"/>
          <p:nvPr/>
        </p:nvSpPr>
        <p:spPr>
          <a:xfrm>
            <a:off x="9093369" y="527685"/>
            <a:ext cx="1028581" cy="137160"/>
          </a:xfrm>
          <a:prstGeom prst="rect">
            <a:avLst/>
          </a:prstGeom>
          <a:noFill/>
          <a:ln>
            <a:noFill/>
          </a:ln>
        </p:spPr>
        <p:txBody>
          <a:bodyPr wrap="none" lIns="0" tIns="0" rIns="0" bIns="0" rtlCol="0" anchor="ctr">
            <a:noAutofit/>
          </a:bodyPr>
          <a:lstStyle/>
          <a:p>
            <a:pPr algn="r">
              <a:spcBef>
                <a:spcPts val="0"/>
              </a:spcBef>
              <a:spcAft>
                <a:spcPts val="0"/>
              </a:spcAft>
              <a:buNone/>
            </a:pPr>
            <a:r>
              <a:rPr lang="pl-PL" sz="900" kern="100" cap="all" spc="108" dirty="0">
                <a:solidFill>
                  <a:srgbClr val="777777"/>
                </a:solidFill>
                <a:latin typeface="Lato Black"/>
                <a:cs typeface="Lato Black"/>
              </a:rPr>
              <a:t>w drodze</a:t>
            </a:r>
            <a:endParaRPr lang="pl-PL" sz="900" kern="100" cap="all" spc="108" dirty="0">
              <a:solidFill>
                <a:srgbClr val="777777"/>
              </a:solidFill>
              <a:latin typeface="Lato Black"/>
              <a:cs typeface="Lato Black"/>
            </a:endParaRPr>
          </a:p>
        </p:txBody>
      </p:sp>
      <p:sp>
        <p:nvSpPr>
          <p:cNvPr id="18" name="!!Zegar – tarcza"/>
          <p:cNvSpPr/>
          <p:nvPr/>
        </p:nvSpPr>
        <p:spPr>
          <a:xfrm>
            <a:off x="10251440" y="281940"/>
            <a:ext cx="502920" cy="502920"/>
          </a:xfrm>
          <a:prstGeom prst="ellipse">
            <a:avLst/>
          </a:prstGeom>
          <a:solidFill>
            <a:srgbClr val="FFFFFF"/>
          </a:solidFill>
          <a:ln w="23283">
            <a:solidFill>
              <a:srgbClr val="151515"/>
            </a:solidFill>
            <a:round/>
          </a:ln>
        </p:spPr>
        <p:txBody>
          <a:bodyPr rtlCol="0" anchor="ctr"/>
          <a:lstStyle/>
          <a:p>
            <a:pPr algn="ctr"/>
            <a:endParaRPr lang="pl-PL" dirty="0"/>
          </a:p>
        </p:txBody>
      </p:sp>
      <p:sp>
        <p:nvSpPr>
          <p:cNvPr id="19" name="!!Zegar – wycinek 1"/>
          <p:cNvSpPr/>
          <p:nvPr/>
        </p:nvSpPr>
        <p:spPr>
          <a:xfrm>
            <a:off x="10502900" y="314537"/>
            <a:ext cx="67522" cy="218863"/>
          </a:xfrm>
          <a:custGeom>
            <a:avLst/>
            <a:gdLst/>
            <a:ahLst/>
            <a:cxnLst/>
            <a:rect l="0" t="0" r="r" b="b"/>
            <a:pathLst>
              <a:path w="67522" h="218863">
                <a:moveTo>
                  <a:pt x="0" y="218863"/>
                </a:moveTo>
                <a:lnTo>
                  <a:pt x="0" y="0"/>
                </a:lnTo>
                <a:lnTo>
                  <a:pt x="17230" y="466"/>
                </a:lnTo>
                <a:lnTo>
                  <a:pt x="34459" y="2794"/>
                </a:lnTo>
                <a:lnTo>
                  <a:pt x="51223" y="6054"/>
                </a:lnTo>
                <a:lnTo>
                  <a:pt x="67522" y="10710"/>
                </a:lnTo>
                <a:close/>
              </a:path>
            </a:pathLst>
          </a:custGeom>
          <a:solidFill>
            <a:srgbClr val="EE312F"/>
          </a:solidFill>
          <a:ln w="3725">
            <a:solidFill>
              <a:srgbClr val="EE312F"/>
            </a:solidFill>
            <a:round/>
          </a:ln>
        </p:spPr>
        <p:txBody>
          <a:bodyPr rtlCol="0" anchor="ctr"/>
          <a:lstStyle/>
          <a:p>
            <a:pPr algn="ctr"/>
            <a:endParaRPr lang="pl-PL" dirty="0"/>
          </a:p>
        </p:txBody>
      </p:sp>
      <p:sp>
        <p:nvSpPr>
          <p:cNvPr id="20" name="!!Zegar – wycinek 2"/>
          <p:cNvSpPr/>
          <p:nvPr/>
        </p:nvSpPr>
        <p:spPr>
          <a:xfrm>
            <a:off x="10502900" y="325247"/>
            <a:ext cx="128524" cy="208153"/>
          </a:xfrm>
          <a:custGeom>
            <a:avLst/>
            <a:gdLst/>
            <a:ahLst/>
            <a:cxnLst/>
            <a:rect l="0" t="0" r="r" b="b"/>
            <a:pathLst>
              <a:path w="128524" h="208153">
                <a:moveTo>
                  <a:pt x="0" y="208153"/>
                </a:moveTo>
                <a:lnTo>
                  <a:pt x="67522" y="0"/>
                </a:lnTo>
                <a:lnTo>
                  <a:pt x="83820" y="6054"/>
                </a:lnTo>
                <a:lnTo>
                  <a:pt x="99187" y="13039"/>
                </a:lnTo>
                <a:lnTo>
                  <a:pt x="114554" y="21421"/>
                </a:lnTo>
                <a:lnTo>
                  <a:pt x="128524" y="31200"/>
                </a:lnTo>
                <a:close/>
              </a:path>
            </a:pathLst>
          </a:custGeom>
          <a:solidFill>
            <a:srgbClr val="EE312F"/>
          </a:solidFill>
          <a:ln w="3725">
            <a:solidFill>
              <a:srgbClr val="EE312F"/>
            </a:solidFill>
            <a:round/>
          </a:ln>
        </p:spPr>
        <p:txBody>
          <a:bodyPr rtlCol="0" anchor="ctr"/>
          <a:lstStyle/>
          <a:p>
            <a:pPr algn="ctr"/>
            <a:endParaRPr lang="pl-PL" dirty="0"/>
          </a:p>
        </p:txBody>
      </p:sp>
      <p:sp>
        <p:nvSpPr>
          <p:cNvPr id="21" name="!!Zegar – wycinek 3"/>
          <p:cNvSpPr/>
          <p:nvPr/>
        </p:nvSpPr>
        <p:spPr>
          <a:xfrm>
            <a:off x="10502900" y="356447"/>
            <a:ext cx="176953" cy="176953"/>
          </a:xfrm>
          <a:custGeom>
            <a:avLst/>
            <a:gdLst/>
            <a:ahLst/>
            <a:cxnLst/>
            <a:rect l="0" t="0" r="r" b="b"/>
            <a:pathLst>
              <a:path w="176953" h="176953">
                <a:moveTo>
                  <a:pt x="0" y="176953"/>
                </a:moveTo>
                <a:lnTo>
                  <a:pt x="128524" y="0"/>
                </a:lnTo>
                <a:lnTo>
                  <a:pt x="142028" y="10710"/>
                </a:lnTo>
                <a:lnTo>
                  <a:pt x="154601" y="22352"/>
                </a:lnTo>
                <a:lnTo>
                  <a:pt x="166243" y="34925"/>
                </a:lnTo>
                <a:lnTo>
                  <a:pt x="176953" y="48429"/>
                </a:lnTo>
                <a:close/>
              </a:path>
            </a:pathLst>
          </a:custGeom>
          <a:solidFill>
            <a:srgbClr val="EE312F"/>
          </a:solidFill>
          <a:ln w="3725">
            <a:solidFill>
              <a:srgbClr val="EE312F"/>
            </a:solidFill>
            <a:round/>
          </a:ln>
        </p:spPr>
        <p:txBody>
          <a:bodyPr rtlCol="0" anchor="ctr"/>
          <a:lstStyle/>
          <a:p>
            <a:pPr algn="ctr"/>
            <a:endParaRPr lang="pl-PL" dirty="0"/>
          </a:p>
        </p:txBody>
      </p:sp>
      <p:sp>
        <p:nvSpPr>
          <p:cNvPr id="22" name="!!Zegar – wycinek 4"/>
          <p:cNvSpPr/>
          <p:nvPr/>
        </p:nvSpPr>
        <p:spPr>
          <a:xfrm>
            <a:off x="10502900" y="404876"/>
            <a:ext cx="208153" cy="128524"/>
          </a:xfrm>
          <a:custGeom>
            <a:avLst/>
            <a:gdLst/>
            <a:ahLst/>
            <a:cxnLst/>
            <a:rect l="0" t="0" r="r" b="b"/>
            <a:pathLst>
              <a:path w="208153" h="128524">
                <a:moveTo>
                  <a:pt x="0" y="128524"/>
                </a:moveTo>
                <a:lnTo>
                  <a:pt x="176953" y="0"/>
                </a:lnTo>
                <a:lnTo>
                  <a:pt x="186732" y="13970"/>
                </a:lnTo>
                <a:lnTo>
                  <a:pt x="195114" y="29337"/>
                </a:lnTo>
                <a:lnTo>
                  <a:pt x="202099" y="44704"/>
                </a:lnTo>
                <a:lnTo>
                  <a:pt x="208153" y="61002"/>
                </a:lnTo>
                <a:close/>
              </a:path>
            </a:pathLst>
          </a:custGeom>
          <a:solidFill>
            <a:srgbClr val="EE312F"/>
          </a:solidFill>
          <a:ln w="3725">
            <a:solidFill>
              <a:srgbClr val="EE312F"/>
            </a:solidFill>
            <a:round/>
          </a:ln>
        </p:spPr>
        <p:txBody>
          <a:bodyPr rtlCol="0" anchor="ctr"/>
          <a:lstStyle/>
          <a:p>
            <a:pPr algn="ctr"/>
            <a:endParaRPr lang="pl-PL" dirty="0"/>
          </a:p>
        </p:txBody>
      </p:sp>
      <p:sp>
        <p:nvSpPr>
          <p:cNvPr id="23" name="!!Zegar – wycinek 5"/>
          <p:cNvSpPr/>
          <p:nvPr/>
        </p:nvSpPr>
        <p:spPr>
          <a:xfrm>
            <a:off x="10502900" y="465878"/>
            <a:ext cx="218863" cy="67522"/>
          </a:xfrm>
          <a:custGeom>
            <a:avLst/>
            <a:gdLst/>
            <a:ahLst/>
            <a:cxnLst/>
            <a:rect l="0" t="0" r="r" b="b"/>
            <a:pathLst>
              <a:path w="218863" h="67522">
                <a:moveTo>
                  <a:pt x="0" y="67522"/>
                </a:moveTo>
                <a:lnTo>
                  <a:pt x="208153" y="0"/>
                </a:lnTo>
                <a:lnTo>
                  <a:pt x="212810" y="16298"/>
                </a:lnTo>
                <a:lnTo>
                  <a:pt x="216069" y="33062"/>
                </a:lnTo>
                <a:lnTo>
                  <a:pt x="218398" y="50292"/>
                </a:lnTo>
                <a:lnTo>
                  <a:pt x="218863" y="67522"/>
                </a:lnTo>
                <a:close/>
              </a:path>
            </a:pathLst>
          </a:custGeom>
          <a:solidFill>
            <a:srgbClr val="EE312F"/>
          </a:solidFill>
          <a:ln w="3725">
            <a:solidFill>
              <a:srgbClr val="EE312F"/>
            </a:solidFill>
            <a:round/>
          </a:ln>
        </p:spPr>
        <p:txBody>
          <a:bodyPr rtlCol="0" anchor="ctr"/>
          <a:lstStyle/>
          <a:p>
            <a:pPr algn="ctr"/>
            <a:endParaRPr lang="pl-PL" dirty="0"/>
          </a:p>
        </p:txBody>
      </p:sp>
      <p:sp>
        <p:nvSpPr>
          <p:cNvPr id="24" name="!!Zegar – wycinek 6"/>
          <p:cNvSpPr/>
          <p:nvPr/>
        </p:nvSpPr>
        <p:spPr>
          <a:xfrm>
            <a:off x="10502900" y="533400"/>
            <a:ext cx="218863" cy="67522"/>
          </a:xfrm>
          <a:custGeom>
            <a:avLst/>
            <a:gdLst/>
            <a:ahLst/>
            <a:cxnLst/>
            <a:rect l="0" t="0" r="r" b="b"/>
            <a:pathLst>
              <a:path w="218863" h="67522">
                <a:moveTo>
                  <a:pt x="0" y="0"/>
                </a:moveTo>
                <a:lnTo>
                  <a:pt x="218863" y="0"/>
                </a:lnTo>
                <a:lnTo>
                  <a:pt x="218398" y="17230"/>
                </a:lnTo>
                <a:lnTo>
                  <a:pt x="216069" y="34459"/>
                </a:lnTo>
                <a:lnTo>
                  <a:pt x="212810" y="51223"/>
                </a:lnTo>
                <a:lnTo>
                  <a:pt x="208153" y="67522"/>
                </a:lnTo>
                <a:close/>
              </a:path>
            </a:pathLst>
          </a:custGeom>
          <a:solidFill>
            <a:srgbClr val="EE312F"/>
          </a:solidFill>
          <a:ln w="3725">
            <a:solidFill>
              <a:srgbClr val="EE312F"/>
            </a:solidFill>
            <a:round/>
          </a:ln>
        </p:spPr>
        <p:txBody>
          <a:bodyPr rtlCol="0" anchor="ctr"/>
          <a:lstStyle/>
          <a:p>
            <a:pPr algn="ctr"/>
            <a:endParaRPr lang="pl-PL" dirty="0"/>
          </a:p>
        </p:txBody>
      </p:sp>
      <p:sp>
        <p:nvSpPr>
          <p:cNvPr id="25" name="!!Zegar – wycinek 7"/>
          <p:cNvSpPr/>
          <p:nvPr/>
        </p:nvSpPr>
        <p:spPr>
          <a:xfrm>
            <a:off x="10502900" y="533400"/>
            <a:ext cx="208153" cy="128524"/>
          </a:xfrm>
          <a:custGeom>
            <a:avLst/>
            <a:gdLst/>
            <a:ahLst/>
            <a:cxnLst/>
            <a:rect l="0" t="0" r="r" b="b"/>
            <a:pathLst>
              <a:path w="208153" h="128524">
                <a:moveTo>
                  <a:pt x="0" y="0"/>
                </a:moveTo>
                <a:lnTo>
                  <a:pt x="208153" y="67522"/>
                </a:lnTo>
                <a:lnTo>
                  <a:pt x="202099" y="83820"/>
                </a:lnTo>
                <a:lnTo>
                  <a:pt x="195114" y="99187"/>
                </a:lnTo>
                <a:lnTo>
                  <a:pt x="186732" y="114554"/>
                </a:lnTo>
                <a:lnTo>
                  <a:pt x="176953" y="128524"/>
                </a:lnTo>
                <a:close/>
              </a:path>
            </a:pathLst>
          </a:custGeom>
          <a:solidFill>
            <a:srgbClr val="EE312F"/>
          </a:solidFill>
          <a:ln w="3725">
            <a:solidFill>
              <a:srgbClr val="EE312F"/>
            </a:solidFill>
            <a:round/>
          </a:ln>
        </p:spPr>
        <p:txBody>
          <a:bodyPr rtlCol="0" anchor="ctr"/>
          <a:lstStyle/>
          <a:p>
            <a:pPr algn="ctr"/>
            <a:endParaRPr lang="pl-PL" dirty="0"/>
          </a:p>
        </p:txBody>
      </p:sp>
      <p:sp>
        <p:nvSpPr>
          <p:cNvPr id="26" name="!!Zegar – wycinek 8"/>
          <p:cNvSpPr/>
          <p:nvPr/>
        </p:nvSpPr>
        <p:spPr>
          <a:xfrm>
            <a:off x="10502900" y="533400"/>
            <a:ext cx="176953" cy="176953"/>
          </a:xfrm>
          <a:custGeom>
            <a:avLst/>
            <a:gdLst/>
            <a:ahLst/>
            <a:cxnLst/>
            <a:rect l="0" t="0" r="r" b="b"/>
            <a:pathLst>
              <a:path w="176953" h="176953">
                <a:moveTo>
                  <a:pt x="0" y="0"/>
                </a:moveTo>
                <a:lnTo>
                  <a:pt x="176953" y="128524"/>
                </a:lnTo>
                <a:lnTo>
                  <a:pt x="166243" y="142028"/>
                </a:lnTo>
                <a:lnTo>
                  <a:pt x="154601" y="154601"/>
                </a:lnTo>
                <a:lnTo>
                  <a:pt x="142028" y="166243"/>
                </a:lnTo>
                <a:lnTo>
                  <a:pt x="128524" y="176953"/>
                </a:lnTo>
                <a:close/>
              </a:path>
            </a:pathLst>
          </a:custGeom>
          <a:solidFill>
            <a:srgbClr val="EE312F"/>
          </a:solidFill>
          <a:ln w="3725">
            <a:solidFill>
              <a:srgbClr val="EE312F"/>
            </a:solidFill>
            <a:round/>
          </a:ln>
        </p:spPr>
        <p:txBody>
          <a:bodyPr rtlCol="0" anchor="ctr"/>
          <a:lstStyle/>
          <a:p>
            <a:pPr algn="ctr"/>
            <a:endParaRPr lang="pl-PL" dirty="0"/>
          </a:p>
        </p:txBody>
      </p:sp>
      <p:sp>
        <p:nvSpPr>
          <p:cNvPr id="27" name="!!Zegar – wycinek 9"/>
          <p:cNvSpPr/>
          <p:nvPr/>
        </p:nvSpPr>
        <p:spPr>
          <a:xfrm>
            <a:off x="10502900" y="533400"/>
            <a:ext cx="128524" cy="208153"/>
          </a:xfrm>
          <a:custGeom>
            <a:avLst/>
            <a:gdLst/>
            <a:ahLst/>
            <a:cxnLst/>
            <a:rect l="0" t="0" r="r" b="b"/>
            <a:pathLst>
              <a:path w="128524" h="208153">
                <a:moveTo>
                  <a:pt x="0" y="0"/>
                </a:moveTo>
                <a:lnTo>
                  <a:pt x="128524" y="176953"/>
                </a:lnTo>
                <a:lnTo>
                  <a:pt x="114554" y="186732"/>
                </a:lnTo>
                <a:lnTo>
                  <a:pt x="99187" y="195114"/>
                </a:lnTo>
                <a:lnTo>
                  <a:pt x="83820" y="202099"/>
                </a:lnTo>
                <a:lnTo>
                  <a:pt x="67522" y="208153"/>
                </a:lnTo>
                <a:close/>
              </a:path>
            </a:pathLst>
          </a:custGeom>
          <a:solidFill>
            <a:srgbClr val="EE312F"/>
          </a:solidFill>
          <a:ln w="3725">
            <a:solidFill>
              <a:srgbClr val="EE312F"/>
            </a:solidFill>
            <a:round/>
          </a:ln>
        </p:spPr>
        <p:txBody>
          <a:bodyPr rtlCol="0" anchor="ctr"/>
          <a:lstStyle/>
          <a:p>
            <a:pPr algn="ctr"/>
            <a:endParaRPr lang="pl-PL" dirty="0"/>
          </a:p>
        </p:txBody>
      </p:sp>
      <p:sp>
        <p:nvSpPr>
          <p:cNvPr id="28" name="!!Zegar – wycinek 10"/>
          <p:cNvSpPr/>
          <p:nvPr/>
        </p:nvSpPr>
        <p:spPr>
          <a:xfrm>
            <a:off x="10502900" y="533400"/>
            <a:ext cx="67522" cy="218863"/>
          </a:xfrm>
          <a:custGeom>
            <a:avLst/>
            <a:gdLst/>
            <a:ahLst/>
            <a:cxnLst/>
            <a:rect l="0" t="0" r="r" b="b"/>
            <a:pathLst>
              <a:path w="67522" h="218863">
                <a:moveTo>
                  <a:pt x="0" y="0"/>
                </a:moveTo>
                <a:lnTo>
                  <a:pt x="67522" y="208153"/>
                </a:lnTo>
                <a:lnTo>
                  <a:pt x="51223" y="212810"/>
                </a:lnTo>
                <a:lnTo>
                  <a:pt x="34459" y="216069"/>
                </a:lnTo>
                <a:lnTo>
                  <a:pt x="17230" y="218398"/>
                </a:lnTo>
                <a:lnTo>
                  <a:pt x="0" y="218863"/>
                </a:lnTo>
                <a:close/>
              </a:path>
            </a:pathLst>
          </a:custGeom>
          <a:solidFill>
            <a:srgbClr val="EE312F"/>
          </a:solidFill>
          <a:ln w="3725">
            <a:solidFill>
              <a:srgbClr val="EE312F"/>
            </a:solidFill>
            <a:round/>
          </a:ln>
        </p:spPr>
        <p:txBody>
          <a:bodyPr rtlCol="0" anchor="ctr"/>
          <a:lstStyle/>
          <a:p>
            <a:pPr algn="ctr"/>
            <a:endParaRPr lang="pl-PL" dirty="0"/>
          </a:p>
        </p:txBody>
      </p:sp>
      <p:sp>
        <p:nvSpPr>
          <p:cNvPr id="29" name="!!Zegar – wycinek 11"/>
          <p:cNvSpPr/>
          <p:nvPr/>
        </p:nvSpPr>
        <p:spPr>
          <a:xfrm>
            <a:off x="10435378" y="533400"/>
            <a:ext cx="67522" cy="218863"/>
          </a:xfrm>
          <a:custGeom>
            <a:avLst/>
            <a:gdLst/>
            <a:ahLst/>
            <a:cxnLst/>
            <a:rect l="0" t="0" r="r" b="b"/>
            <a:pathLst>
              <a:path w="67522" h="218863">
                <a:moveTo>
                  <a:pt x="67522" y="0"/>
                </a:moveTo>
                <a:lnTo>
                  <a:pt x="67522" y="218863"/>
                </a:lnTo>
                <a:lnTo>
                  <a:pt x="50292" y="218398"/>
                </a:lnTo>
                <a:lnTo>
                  <a:pt x="33062" y="216069"/>
                </a:lnTo>
                <a:lnTo>
                  <a:pt x="16298" y="212810"/>
                </a:lnTo>
                <a:lnTo>
                  <a:pt x="0" y="208153"/>
                </a:lnTo>
                <a:close/>
              </a:path>
            </a:pathLst>
          </a:custGeom>
          <a:solidFill>
            <a:srgbClr val="EE312F"/>
          </a:solidFill>
          <a:ln w="3725">
            <a:solidFill>
              <a:srgbClr val="EE312F"/>
            </a:solidFill>
            <a:round/>
          </a:ln>
        </p:spPr>
        <p:txBody>
          <a:bodyPr rtlCol="0" anchor="ctr"/>
          <a:lstStyle/>
          <a:p>
            <a:pPr algn="ctr"/>
            <a:endParaRPr lang="pl-PL" dirty="0"/>
          </a:p>
        </p:txBody>
      </p:sp>
      <p:sp>
        <p:nvSpPr>
          <p:cNvPr id="30" name="!!Zegar – wycinek 12"/>
          <p:cNvSpPr/>
          <p:nvPr/>
        </p:nvSpPr>
        <p:spPr>
          <a:xfrm>
            <a:off x="10374376" y="533400"/>
            <a:ext cx="128524" cy="208153"/>
          </a:xfrm>
          <a:custGeom>
            <a:avLst/>
            <a:gdLst/>
            <a:ahLst/>
            <a:cxnLst/>
            <a:rect l="0" t="0" r="r" b="b"/>
            <a:pathLst>
              <a:path w="128524" h="208153">
                <a:moveTo>
                  <a:pt x="128524" y="0"/>
                </a:moveTo>
                <a:lnTo>
                  <a:pt x="61002" y="208153"/>
                </a:lnTo>
                <a:lnTo>
                  <a:pt x="44704" y="202099"/>
                </a:lnTo>
                <a:lnTo>
                  <a:pt x="29337" y="195114"/>
                </a:lnTo>
                <a:lnTo>
                  <a:pt x="13970" y="186732"/>
                </a:lnTo>
                <a:lnTo>
                  <a:pt x="0" y="176953"/>
                </a:lnTo>
                <a:close/>
              </a:path>
            </a:pathLst>
          </a:custGeom>
          <a:solidFill>
            <a:srgbClr val="EE312F"/>
          </a:solidFill>
          <a:ln w="3725">
            <a:solidFill>
              <a:srgbClr val="EE312F"/>
            </a:solidFill>
            <a:round/>
          </a:ln>
        </p:spPr>
        <p:txBody>
          <a:bodyPr rtlCol="0" anchor="ctr"/>
          <a:lstStyle/>
          <a:p>
            <a:pPr algn="ctr"/>
            <a:endParaRPr lang="pl-PL" dirty="0"/>
          </a:p>
        </p:txBody>
      </p:sp>
      <p:sp>
        <p:nvSpPr>
          <p:cNvPr id="31" name="!!Zegar – wycinek 13"/>
          <p:cNvSpPr/>
          <p:nvPr/>
        </p:nvSpPr>
        <p:spPr>
          <a:xfrm>
            <a:off x="10325947" y="533400"/>
            <a:ext cx="176953" cy="176953"/>
          </a:xfrm>
          <a:custGeom>
            <a:avLst/>
            <a:gdLst/>
            <a:ahLst/>
            <a:cxnLst/>
            <a:rect l="0" t="0" r="r" b="b"/>
            <a:pathLst>
              <a:path w="176953" h="176953">
                <a:moveTo>
                  <a:pt x="176953" y="0"/>
                </a:moveTo>
                <a:lnTo>
                  <a:pt x="48429" y="176953"/>
                </a:lnTo>
                <a:lnTo>
                  <a:pt x="34925" y="166243"/>
                </a:lnTo>
                <a:lnTo>
                  <a:pt x="22352" y="154601"/>
                </a:lnTo>
                <a:lnTo>
                  <a:pt x="10710" y="142028"/>
                </a:lnTo>
                <a:lnTo>
                  <a:pt x="0" y="128524"/>
                </a:lnTo>
                <a:close/>
              </a:path>
            </a:pathLst>
          </a:custGeom>
          <a:solidFill>
            <a:srgbClr val="EE312F"/>
          </a:solidFill>
          <a:ln w="3725">
            <a:solidFill>
              <a:srgbClr val="EE312F"/>
            </a:solidFill>
            <a:round/>
          </a:ln>
        </p:spPr>
        <p:txBody>
          <a:bodyPr rtlCol="0" anchor="ctr"/>
          <a:lstStyle/>
          <a:p>
            <a:pPr algn="ctr"/>
            <a:endParaRPr lang="pl-PL" dirty="0"/>
          </a:p>
        </p:txBody>
      </p:sp>
      <p:sp>
        <p:nvSpPr>
          <p:cNvPr id="32" name="!!Zegar – wycinek 14"/>
          <p:cNvSpPr/>
          <p:nvPr/>
        </p:nvSpPr>
        <p:spPr>
          <a:xfrm>
            <a:off x="10294747" y="533400"/>
            <a:ext cx="208153" cy="128524"/>
          </a:xfrm>
          <a:custGeom>
            <a:avLst/>
            <a:gdLst/>
            <a:ahLst/>
            <a:cxnLst/>
            <a:rect l="0" t="0" r="r" b="b"/>
            <a:pathLst>
              <a:path w="208153" h="128524">
                <a:moveTo>
                  <a:pt x="208153" y="0"/>
                </a:moveTo>
                <a:lnTo>
                  <a:pt x="31200" y="128524"/>
                </a:lnTo>
                <a:lnTo>
                  <a:pt x="21421" y="114554"/>
                </a:lnTo>
                <a:lnTo>
                  <a:pt x="13039" y="99187"/>
                </a:lnTo>
                <a:lnTo>
                  <a:pt x="6054" y="83820"/>
                </a:lnTo>
                <a:lnTo>
                  <a:pt x="0" y="67522"/>
                </a:lnTo>
                <a:close/>
              </a:path>
            </a:pathLst>
          </a:custGeom>
          <a:solidFill>
            <a:srgbClr val="EE312F"/>
          </a:solidFill>
          <a:ln w="3725">
            <a:solidFill>
              <a:srgbClr val="EE312F"/>
            </a:solidFill>
            <a:round/>
          </a:ln>
        </p:spPr>
        <p:txBody>
          <a:bodyPr rtlCol="0" anchor="ctr"/>
          <a:lstStyle/>
          <a:p>
            <a:pPr algn="ctr"/>
            <a:endParaRPr lang="pl-PL" dirty="0"/>
          </a:p>
        </p:txBody>
      </p:sp>
      <p:sp>
        <p:nvSpPr>
          <p:cNvPr id="33" name="!!Zegar – kreska 1"/>
          <p:cNvSpPr/>
          <p:nvPr/>
        </p:nvSpPr>
        <p:spPr>
          <a:xfrm>
            <a:off x="10491258" y="295910"/>
            <a:ext cx="23283" cy="46567"/>
          </a:xfrm>
          <a:custGeom>
            <a:avLst/>
            <a:gdLst/>
            <a:ahLst/>
            <a:cxnLst/>
            <a:rect l="0" t="0" r="r" b="b"/>
            <a:pathLst>
              <a:path w="23283" h="46567">
                <a:moveTo>
                  <a:pt x="0" y="46567"/>
                </a:moveTo>
                <a:lnTo>
                  <a:pt x="23283" y="46567"/>
                </a:lnTo>
                <a:lnTo>
                  <a:pt x="23283" y="0"/>
                </a:lnTo>
                <a:lnTo>
                  <a:pt x="0" y="0"/>
                </a:lnTo>
                <a:close/>
              </a:path>
            </a:pathLst>
          </a:custGeom>
          <a:solidFill>
            <a:srgbClr val="151515"/>
          </a:solidFill>
          <a:ln>
            <a:noFill/>
          </a:ln>
        </p:spPr>
        <p:txBody>
          <a:bodyPr rtlCol="0" anchor="ctr"/>
          <a:lstStyle/>
          <a:p>
            <a:pPr algn="ctr"/>
            <a:endParaRPr lang="pl-PL" dirty="0"/>
          </a:p>
        </p:txBody>
      </p:sp>
      <p:sp>
        <p:nvSpPr>
          <p:cNvPr id="34" name="!!Zegar – kreska 2"/>
          <p:cNvSpPr/>
          <p:nvPr/>
        </p:nvSpPr>
        <p:spPr>
          <a:xfrm>
            <a:off x="10693823" y="521758"/>
            <a:ext cx="46567" cy="23283"/>
          </a:xfrm>
          <a:custGeom>
            <a:avLst/>
            <a:gdLst/>
            <a:ahLst/>
            <a:cxnLst/>
            <a:rect l="0" t="0" r="r" b="b"/>
            <a:pathLst>
              <a:path w="46567" h="23283">
                <a:moveTo>
                  <a:pt x="0" y="0"/>
                </a:moveTo>
                <a:lnTo>
                  <a:pt x="0" y="23283"/>
                </a:lnTo>
                <a:lnTo>
                  <a:pt x="46567" y="23283"/>
                </a:lnTo>
                <a:lnTo>
                  <a:pt x="46567" y="0"/>
                </a:lnTo>
                <a:close/>
              </a:path>
            </a:pathLst>
          </a:custGeom>
          <a:solidFill>
            <a:srgbClr val="151515"/>
          </a:solidFill>
          <a:ln>
            <a:noFill/>
          </a:ln>
        </p:spPr>
        <p:txBody>
          <a:bodyPr rtlCol="0" anchor="ctr"/>
          <a:lstStyle/>
          <a:p>
            <a:pPr algn="ctr"/>
            <a:endParaRPr lang="pl-PL" dirty="0"/>
          </a:p>
        </p:txBody>
      </p:sp>
      <p:sp>
        <p:nvSpPr>
          <p:cNvPr id="35" name="!!Zegar – kreska 3"/>
          <p:cNvSpPr/>
          <p:nvPr/>
        </p:nvSpPr>
        <p:spPr>
          <a:xfrm>
            <a:off x="10491258" y="724323"/>
            <a:ext cx="23283" cy="46567"/>
          </a:xfrm>
          <a:custGeom>
            <a:avLst/>
            <a:gdLst/>
            <a:ahLst/>
            <a:cxnLst/>
            <a:rect l="0" t="0" r="r" b="b"/>
            <a:pathLst>
              <a:path w="23283" h="46567">
                <a:moveTo>
                  <a:pt x="23283" y="0"/>
                </a:moveTo>
                <a:lnTo>
                  <a:pt x="0" y="0"/>
                </a:lnTo>
                <a:lnTo>
                  <a:pt x="0" y="46567"/>
                </a:lnTo>
                <a:lnTo>
                  <a:pt x="23283" y="46567"/>
                </a:lnTo>
                <a:close/>
              </a:path>
            </a:pathLst>
          </a:custGeom>
          <a:solidFill>
            <a:srgbClr val="151515"/>
          </a:solidFill>
          <a:ln>
            <a:noFill/>
          </a:ln>
        </p:spPr>
        <p:txBody>
          <a:bodyPr rtlCol="0" anchor="ctr"/>
          <a:lstStyle/>
          <a:p>
            <a:pPr algn="ctr"/>
            <a:endParaRPr lang="pl-PL" dirty="0"/>
          </a:p>
        </p:txBody>
      </p:sp>
      <p:sp>
        <p:nvSpPr>
          <p:cNvPr id="36" name="!!Zegar – kreska 4"/>
          <p:cNvSpPr/>
          <p:nvPr/>
        </p:nvSpPr>
        <p:spPr>
          <a:xfrm>
            <a:off x="10265410" y="521758"/>
            <a:ext cx="46567" cy="23283"/>
          </a:xfrm>
          <a:custGeom>
            <a:avLst/>
            <a:gdLst/>
            <a:ahLst/>
            <a:cxnLst/>
            <a:rect l="0" t="0" r="r" b="b"/>
            <a:pathLst>
              <a:path w="46567" h="23283">
                <a:moveTo>
                  <a:pt x="46567" y="23283"/>
                </a:moveTo>
                <a:lnTo>
                  <a:pt x="46567" y="0"/>
                </a:lnTo>
                <a:lnTo>
                  <a:pt x="0" y="0"/>
                </a:lnTo>
                <a:lnTo>
                  <a:pt x="0" y="23283"/>
                </a:lnTo>
                <a:close/>
              </a:path>
            </a:pathLst>
          </a:custGeom>
          <a:solidFill>
            <a:srgbClr val="151515"/>
          </a:solidFill>
          <a:ln>
            <a:noFill/>
          </a:ln>
        </p:spPr>
        <p:txBody>
          <a:bodyPr rtlCol="0" anchor="ctr"/>
          <a:lstStyle/>
          <a:p>
            <a:pPr algn="ctr"/>
            <a:endParaRPr lang="pl-PL" dirty="0"/>
          </a:p>
        </p:txBody>
      </p:sp>
      <p:sp>
        <p:nvSpPr>
          <p:cNvPr id="37" name="!!Zegar – wskazówka"/>
          <p:cNvSpPr/>
          <p:nvPr/>
        </p:nvSpPr>
        <p:spPr>
          <a:xfrm>
            <a:off x="10323591" y="511480"/>
            <a:ext cx="210198" cy="86123"/>
          </a:xfrm>
          <a:custGeom>
            <a:avLst/>
            <a:gdLst/>
            <a:ahLst/>
            <a:cxnLst/>
            <a:rect l="0" t="0" r="r" b="b"/>
            <a:pathLst>
              <a:path w="210198" h="86123">
                <a:moveTo>
                  <a:pt x="210198" y="26573"/>
                </a:moveTo>
                <a:lnTo>
                  <a:pt x="201564" y="0"/>
                </a:lnTo>
                <a:lnTo>
                  <a:pt x="0" y="72837"/>
                </a:lnTo>
                <a:lnTo>
                  <a:pt x="4317" y="86123"/>
                </a:lnTo>
                <a:close/>
              </a:path>
            </a:pathLst>
          </a:custGeom>
          <a:solidFill>
            <a:srgbClr val="151515"/>
          </a:solidFill>
          <a:ln>
            <a:noFill/>
          </a:ln>
        </p:spPr>
        <p:txBody>
          <a:bodyPr rtlCol="0" anchor="ctr"/>
          <a:lstStyle/>
          <a:p>
            <a:pPr algn="ctr"/>
            <a:endParaRPr lang="pl-PL" dirty="0"/>
          </a:p>
        </p:txBody>
      </p:sp>
      <p:sp>
        <p:nvSpPr>
          <p:cNvPr id="38" name="!!Zegar – oś"/>
          <p:cNvSpPr/>
          <p:nvPr/>
        </p:nvSpPr>
        <p:spPr>
          <a:xfrm>
            <a:off x="10474960" y="505460"/>
            <a:ext cx="55880" cy="55880"/>
          </a:xfrm>
          <a:prstGeom prst="ellipse">
            <a:avLst/>
          </a:prstGeom>
          <a:solidFill>
            <a:srgbClr val="151515"/>
          </a:solidFill>
          <a:ln>
            <a:noFill/>
          </a:ln>
        </p:spPr>
        <p:txBody>
          <a:bodyPr rtlCol="0" anchor="ctr"/>
          <a:lstStyle/>
          <a:p>
            <a:pPr algn="ctr"/>
            <a:endParaRPr lang="pl-PL" dirty="0"/>
          </a:p>
        </p:txBody>
      </p:sp>
      <p:sp>
        <p:nvSpPr>
          <p:cNvPr id="39" name="!!Źródło"/>
          <p:cNvSpPr txBox="1"/>
          <p:nvPr/>
        </p:nvSpPr>
        <p:spPr>
          <a:xfrm>
            <a:off x="825698" y="6425287"/>
            <a:ext cx="10127456"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666666"/>
                </a:solidFill>
                <a:latin typeface="Lato"/>
                <a:cs typeface="Lato"/>
              </a:rPr>
              <a:t>Inquiry / Glovo, IX 2026 · Osoby, które zmieniały plany lub zainteresowały się innym produktem, N=619 · s. 41 raportu (publikacja: s. 15)</a:t>
            </a:r>
            <a:endParaRPr lang="pl-PL" sz="1100" kern="100" dirty="0">
              <a:solidFill>
                <a:srgbClr val="666666"/>
              </a:solidFill>
              <a:latin typeface="Lato"/>
              <a:cs typeface="Lato"/>
            </a:endParaRPr>
          </a:p>
        </p:txBody>
      </p:sp>
      <p:sp>
        <p:nvSpPr>
          <p:cNvPr id="40"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666666"/>
                </a:solidFill>
                <a:latin typeface="Lato"/>
                <a:cs typeface="Lato"/>
              </a:rPr>
              <a:t>18 / 23</a:t>
            </a:r>
            <a:endParaRPr lang="pl-PL" sz="1100" kern="100" spc="66" dirty="0">
              <a:solidFill>
                <a:srgbClr val="666666"/>
              </a:solidFill>
              <a:latin typeface="Lato"/>
              <a:cs typeface="Lato"/>
            </a:endParaRPr>
          </a:p>
        </p:txBody>
      </p:sp>
      <p:sp>
        <p:nvSpPr>
          <p:cNvPr id="41" name="!!Postęp"/>
          <p:cNvSpPr/>
          <p:nvPr/>
        </p:nvSpPr>
        <p:spPr>
          <a:xfrm>
            <a:off x="-1290" y="6826250"/>
            <a:ext cx="9544050" cy="31750"/>
          </a:xfrm>
          <a:prstGeom prst="rect">
            <a:avLst/>
          </a:prstGeom>
          <a:solidFill>
            <a:srgbClr val="EE312F"/>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xmlns:p14="http://schemas.microsoft.com/office/powerpoint/2010/main">
  <p:cSld name="Formaty poznaliście, zanim padły nazwy">
    <p:bg>
      <p:bgPr>
        <a:solidFill>
          <a:srgbClr val="FFFFFF"/>
        </a:solidFill>
        <a:effectLst/>
      </p:bgPr>
    </p:bg>
    <p:spTree>
      <p:nvGrpSpPr>
        <p:cNvPr id="1" name=""/>
        <p:cNvGrpSpPr/>
        <p:nvPr/>
      </p:nvGrpSpPr>
      <p:grpSpPr>
        <a:xfrm>
          <a:off x="0" y="0"/>
          <a:ext cx="0" cy="0"/>
          <a:chOff x="0" y="0"/>
          <a:chExt cx="0" cy="0"/>
        </a:xfrm>
      </p:grpSpPr>
      <p:sp>
        <p:nvSpPr>
          <p:cNvPr id="2" name="Kształt"/>
          <p:cNvSpPr/>
          <p:nvPr/>
        </p:nvSpPr>
        <p:spPr>
          <a:xfrm>
            <a:off x="825500" y="4380210"/>
            <a:ext cx="10541000" cy="12700"/>
          </a:xfrm>
          <a:prstGeom prst="rect">
            <a:avLst/>
          </a:prstGeom>
          <a:solidFill>
            <a:srgbClr val="DDDDDD"/>
          </a:solidFill>
          <a:ln>
            <a:noFill/>
          </a:ln>
        </p:spPr>
        <p:txBody>
          <a:bodyPr rtlCol="0" anchor="ctr"/>
          <a:lstStyle/>
          <a:p>
            <a:pPr algn="ctr"/>
            <a:endParaRPr lang="pl-PL" dirty="0"/>
          </a:p>
        </p:txBody>
      </p:sp>
      <p:sp>
        <p:nvSpPr>
          <p:cNvPr id="3" name="Kształt 2"/>
          <p:cNvSpPr/>
          <p:nvPr/>
        </p:nvSpPr>
        <p:spPr>
          <a:xfrm>
            <a:off x="825500" y="4381500"/>
            <a:ext cx="101194" cy="12700"/>
          </a:xfrm>
          <a:prstGeom prst="rect">
            <a:avLst/>
          </a:prstGeom>
          <a:solidFill>
            <a:srgbClr val="EE312F"/>
          </a:solidFill>
          <a:ln>
            <a:noFill/>
          </a:ln>
        </p:spPr>
        <p:txBody>
          <a:bodyPr rtlCol="0" anchor="ctr"/>
          <a:lstStyle/>
          <a:p>
            <a:pPr algn="ctr"/>
            <a:endParaRPr lang="pl-PL" dirty="0"/>
          </a:p>
        </p:txBody>
      </p:sp>
      <p:sp>
        <p:nvSpPr>
          <p:cNvPr id="4" name="Kształt 3"/>
          <p:cNvSpPr/>
          <p:nvPr/>
        </p:nvSpPr>
        <p:spPr>
          <a:xfrm>
            <a:off x="825500" y="4381500"/>
            <a:ext cx="3752596" cy="12700"/>
          </a:xfrm>
          <a:prstGeom prst="rect">
            <a:avLst/>
          </a:prstGeom>
          <a:solidFill>
            <a:srgbClr val="EE312F"/>
          </a:solidFill>
          <a:ln>
            <a:noFill/>
          </a:ln>
        </p:spPr>
        <p:txBody>
          <a:bodyPr rtlCol="0" anchor="ctr"/>
          <a:lstStyle/>
          <a:p>
            <a:pPr algn="ctr"/>
            <a:endParaRPr lang="pl-PL" dirty="0"/>
          </a:p>
        </p:txBody>
      </p:sp>
      <p:sp>
        <p:nvSpPr>
          <p:cNvPr id="5" name="Kształt 4"/>
          <p:cNvSpPr/>
          <p:nvPr/>
        </p:nvSpPr>
        <p:spPr>
          <a:xfrm>
            <a:off x="825500" y="4381500"/>
            <a:ext cx="7403998" cy="12700"/>
          </a:xfrm>
          <a:prstGeom prst="rect">
            <a:avLst/>
          </a:prstGeom>
          <a:solidFill>
            <a:srgbClr val="EE312F"/>
          </a:solidFill>
          <a:ln>
            <a:noFill/>
          </a:ln>
        </p:spPr>
        <p:txBody>
          <a:bodyPr rtlCol="0" anchor="ctr"/>
          <a:lstStyle/>
          <a:p>
            <a:pPr algn="ctr"/>
            <a:endParaRPr lang="pl-PL" dirty="0"/>
          </a:p>
        </p:txBody>
      </p:sp>
      <p:sp>
        <p:nvSpPr>
          <p:cNvPr id="6" name="Tekst: 01"/>
          <p:cNvSpPr txBox="1"/>
          <p:nvPr/>
        </p:nvSpPr>
        <p:spPr>
          <a:xfrm>
            <a:off x="825500" y="3064490"/>
            <a:ext cx="3238500" cy="533400"/>
          </a:xfrm>
          <a:prstGeom prst="rect">
            <a:avLst/>
          </a:prstGeom>
          <a:noFill/>
          <a:ln>
            <a:noFill/>
          </a:ln>
        </p:spPr>
        <p:txBody>
          <a:bodyPr wrap="none" lIns="0" tIns="0" rIns="0" bIns="0" rtlCol="0" anchor="t">
            <a:noAutofit/>
          </a:bodyPr>
          <a:lstStyle/>
          <a:p>
            <a:pPr algn="l">
              <a:spcBef>
                <a:spcPts val="0"/>
              </a:spcBef>
              <a:spcAft>
                <a:spcPts val="0"/>
              </a:spcAft>
              <a:buNone/>
            </a:pPr>
            <a:r>
              <a:rPr lang="pl-PL" sz="4200" kern="100" spc="-210" dirty="0">
                <a:solidFill>
                  <a:srgbClr val="EE312F"/>
                </a:solidFill>
                <a:latin typeface="Lato Black"/>
                <a:cs typeface="Lato Black"/>
              </a:rPr>
              <a:t>01</a:t>
            </a:r>
            <a:endParaRPr lang="pl-PL" sz="4200" kern="100" spc="-210" dirty="0">
              <a:solidFill>
                <a:srgbClr val="EE312F"/>
              </a:solidFill>
              <a:latin typeface="Lato Black"/>
              <a:cs typeface="Lato Black"/>
            </a:endParaRPr>
          </a:p>
        </p:txBody>
      </p:sp>
      <p:sp>
        <p:nvSpPr>
          <p:cNvPr id="7" name="Tekst: Pokazać produkt"/>
          <p:cNvSpPr txBox="1"/>
          <p:nvPr/>
        </p:nvSpPr>
        <p:spPr>
          <a:xfrm>
            <a:off x="825500" y="3676650"/>
            <a:ext cx="3238500" cy="411480"/>
          </a:xfrm>
          <a:prstGeom prst="rect">
            <a:avLst/>
          </a:prstGeom>
          <a:noFill/>
          <a:ln>
            <a:noFill/>
          </a:ln>
        </p:spPr>
        <p:txBody>
          <a:bodyPr wrap="none" lIns="0" tIns="0" rIns="0" bIns="0" rtlCol="0" anchor="t">
            <a:noAutofit/>
          </a:bodyPr>
          <a:lstStyle/>
          <a:p>
            <a:pPr algn="l">
              <a:spcBef>
                <a:spcPts val="0"/>
              </a:spcBef>
              <a:spcAft>
                <a:spcPts val="0"/>
              </a:spcAft>
              <a:buNone/>
            </a:pPr>
            <a:r>
              <a:rPr lang="pl-PL" sz="2700" kern="100" spc="-94" dirty="0">
                <a:solidFill>
                  <a:srgbClr val="151515"/>
                </a:solidFill>
                <a:latin typeface="Lato Black"/>
                <a:cs typeface="Lato Black"/>
              </a:rPr>
              <a:t>Pokazać produkt</a:t>
            </a:r>
            <a:endParaRPr lang="pl-PL" sz="2700" kern="100" spc="-94" dirty="0">
              <a:solidFill>
                <a:srgbClr val="151515"/>
              </a:solidFill>
              <a:latin typeface="Lato Black"/>
              <a:cs typeface="Lato Black"/>
            </a:endParaRPr>
          </a:p>
        </p:txBody>
      </p:sp>
      <p:sp>
        <p:nvSpPr>
          <p:cNvPr id="8" name="Kształt 5"/>
          <p:cNvSpPr/>
          <p:nvPr/>
        </p:nvSpPr>
        <p:spPr>
          <a:xfrm>
            <a:off x="844550" y="4305300"/>
            <a:ext cx="165100" cy="165100"/>
          </a:xfrm>
          <a:prstGeom prst="ellipse">
            <a:avLst/>
          </a:prstGeom>
          <a:solidFill>
            <a:srgbClr val="FFFFFF"/>
          </a:solidFill>
          <a:ln w="38100">
            <a:solidFill>
              <a:srgbClr val="EE312F"/>
            </a:solidFill>
          </a:ln>
        </p:spPr>
        <p:txBody>
          <a:bodyPr rtlCol="0" anchor="ctr"/>
          <a:lstStyle/>
          <a:p>
            <a:pPr algn="ctr"/>
            <a:endParaRPr lang="pl-PL" dirty="0"/>
          </a:p>
        </p:txBody>
      </p:sp>
      <p:sp>
        <p:nvSpPr>
          <p:cNvPr id="9" name="Tekst: „Od czego zacząć?”"/>
          <p:cNvSpPr txBox="1"/>
          <p:nvPr/>
        </p:nvSpPr>
        <p:spPr>
          <a:xfrm>
            <a:off x="825500" y="4686300"/>
            <a:ext cx="3238500" cy="247650"/>
          </a:xfrm>
          <a:prstGeom prst="rect">
            <a:avLst/>
          </a:prstGeom>
          <a:noFill/>
          <a:ln>
            <a:noFill/>
          </a:ln>
        </p:spPr>
        <p:txBody>
          <a:bodyPr wrap="none" lIns="0" tIns="0" rIns="0" bIns="0" rtlCol="0" anchor="t">
            <a:noAutofit/>
          </a:bodyPr>
          <a:lstStyle/>
          <a:p>
            <a:pPr algn="l">
              <a:spcBef>
                <a:spcPts val="0"/>
              </a:spcBef>
              <a:spcAft>
                <a:spcPts val="0"/>
              </a:spcAft>
              <a:buNone/>
            </a:pPr>
            <a:r>
              <a:rPr lang="pl-PL" sz="1500" kern="100" dirty="0">
                <a:solidFill>
                  <a:srgbClr val="666666"/>
                </a:solidFill>
                <a:latin typeface="Lato"/>
                <a:cs typeface="Lato"/>
              </a:rPr>
              <a:t>„Od czego zacząć?”</a:t>
            </a:r>
            <a:endParaRPr lang="pl-PL" sz="1500" kern="100" dirty="0">
              <a:solidFill>
                <a:srgbClr val="666666"/>
              </a:solidFill>
              <a:latin typeface="Lato"/>
              <a:cs typeface="Lato"/>
            </a:endParaRPr>
          </a:p>
        </p:txBody>
      </p:sp>
      <p:sp>
        <p:nvSpPr>
          <p:cNvPr id="10" name="Tekst: Banner"/>
          <p:cNvSpPr txBox="1"/>
          <p:nvPr/>
        </p:nvSpPr>
        <p:spPr>
          <a:xfrm>
            <a:off x="825500" y="5053955"/>
            <a:ext cx="3238500" cy="259080"/>
          </a:xfrm>
          <a:prstGeom prst="rect">
            <a:avLst/>
          </a:prstGeom>
          <a:noFill/>
          <a:ln>
            <a:noFill/>
          </a:ln>
        </p:spPr>
        <p:txBody>
          <a:bodyPr wrap="none" lIns="0" tIns="0" rIns="0" bIns="0" rtlCol="0" anchor="t">
            <a:noAutofit/>
          </a:bodyPr>
          <a:lstStyle/>
          <a:p>
            <a:pPr algn="l">
              <a:spcBef>
                <a:spcPts val="0"/>
              </a:spcBef>
              <a:spcAft>
                <a:spcPts val="0"/>
              </a:spcAft>
              <a:buNone/>
            </a:pPr>
            <a:r>
              <a:rPr lang="pl-PL" sz="1700" kern="100" spc="-25" dirty="0">
                <a:solidFill>
                  <a:srgbClr val="EE312F"/>
                </a:solidFill>
                <a:latin typeface="Lato Black"/>
                <a:cs typeface="Lato Black"/>
              </a:rPr>
              <a:t>Banner</a:t>
            </a:r>
            <a:endParaRPr lang="pl-PL" sz="1700" kern="100" spc="-25" dirty="0">
              <a:solidFill>
                <a:srgbClr val="EE312F"/>
              </a:solidFill>
              <a:latin typeface="Lato Black"/>
              <a:cs typeface="Lato Black"/>
            </a:endParaRPr>
          </a:p>
        </p:txBody>
      </p:sp>
      <p:sp>
        <p:nvSpPr>
          <p:cNvPr id="11" name="Tekst: 02"/>
          <p:cNvSpPr txBox="1"/>
          <p:nvPr/>
        </p:nvSpPr>
        <p:spPr>
          <a:xfrm>
            <a:off x="4476750" y="3064490"/>
            <a:ext cx="3238500" cy="533400"/>
          </a:xfrm>
          <a:prstGeom prst="rect">
            <a:avLst/>
          </a:prstGeom>
          <a:noFill/>
          <a:ln>
            <a:noFill/>
          </a:ln>
        </p:spPr>
        <p:txBody>
          <a:bodyPr wrap="none" lIns="0" tIns="0" rIns="0" bIns="0" rtlCol="0" anchor="t">
            <a:noAutofit/>
          </a:bodyPr>
          <a:lstStyle/>
          <a:p>
            <a:pPr algn="l">
              <a:spcBef>
                <a:spcPts val="0"/>
              </a:spcBef>
              <a:spcAft>
                <a:spcPts val="0"/>
              </a:spcAft>
              <a:buNone/>
            </a:pPr>
            <a:r>
              <a:rPr lang="pl-PL" sz="4200" kern="100" spc="-210" dirty="0">
                <a:solidFill>
                  <a:srgbClr val="EE312F"/>
                </a:solidFill>
                <a:latin typeface="Lato Black"/>
                <a:cs typeface="Lato Black"/>
              </a:rPr>
              <a:t>02</a:t>
            </a:r>
            <a:endParaRPr lang="pl-PL" sz="4200" kern="100" spc="-210" dirty="0">
              <a:solidFill>
                <a:srgbClr val="EE312F"/>
              </a:solidFill>
              <a:latin typeface="Lato Black"/>
              <a:cs typeface="Lato Black"/>
            </a:endParaRPr>
          </a:p>
        </p:txBody>
      </p:sp>
      <p:sp>
        <p:nvSpPr>
          <p:cNvPr id="12" name="Tekst: Pomóc wybrać"/>
          <p:cNvSpPr txBox="1"/>
          <p:nvPr/>
        </p:nvSpPr>
        <p:spPr>
          <a:xfrm>
            <a:off x="4476750" y="3676650"/>
            <a:ext cx="3238500" cy="411480"/>
          </a:xfrm>
          <a:prstGeom prst="rect">
            <a:avLst/>
          </a:prstGeom>
          <a:noFill/>
          <a:ln>
            <a:noFill/>
          </a:ln>
        </p:spPr>
        <p:txBody>
          <a:bodyPr wrap="none" lIns="0" tIns="0" rIns="0" bIns="0" rtlCol="0" anchor="t">
            <a:noAutofit/>
          </a:bodyPr>
          <a:lstStyle/>
          <a:p>
            <a:pPr algn="l">
              <a:spcBef>
                <a:spcPts val="0"/>
              </a:spcBef>
              <a:spcAft>
                <a:spcPts val="0"/>
              </a:spcAft>
              <a:buNone/>
            </a:pPr>
            <a:r>
              <a:rPr lang="pl-PL" sz="2700" kern="100" spc="-94" dirty="0">
                <a:solidFill>
                  <a:srgbClr val="151515"/>
                </a:solidFill>
                <a:latin typeface="Lato Black"/>
                <a:cs typeface="Lato Black"/>
              </a:rPr>
              <a:t>Pomóc wybrać</a:t>
            </a:r>
            <a:endParaRPr lang="pl-PL" sz="2700" kern="100" spc="-94" dirty="0">
              <a:solidFill>
                <a:srgbClr val="151515"/>
              </a:solidFill>
              <a:latin typeface="Lato Black"/>
              <a:cs typeface="Lato Black"/>
            </a:endParaRPr>
          </a:p>
        </p:txBody>
      </p:sp>
      <p:sp>
        <p:nvSpPr>
          <p:cNvPr id="13" name="Kształt 6"/>
          <p:cNvSpPr/>
          <p:nvPr/>
        </p:nvSpPr>
        <p:spPr>
          <a:xfrm>
            <a:off x="4495800" y="4305300"/>
            <a:ext cx="165100" cy="165100"/>
          </a:xfrm>
          <a:prstGeom prst="ellipse">
            <a:avLst/>
          </a:prstGeom>
          <a:solidFill>
            <a:srgbClr val="FFFFFF"/>
          </a:solidFill>
          <a:ln w="38100">
            <a:solidFill>
              <a:srgbClr val="EE312F"/>
            </a:solidFill>
          </a:ln>
        </p:spPr>
        <p:txBody>
          <a:bodyPr rtlCol="0" anchor="ctr"/>
          <a:lstStyle/>
          <a:p>
            <a:pPr algn="ctr"/>
            <a:endParaRPr lang="pl-PL" dirty="0"/>
          </a:p>
        </p:txBody>
      </p:sp>
      <p:sp>
        <p:nvSpPr>
          <p:cNvPr id="14" name="Tekst: „Gdzie są przekąski?” „Które kupić?” · 1"/>
          <p:cNvSpPr txBox="1"/>
          <p:nvPr/>
        </p:nvSpPr>
        <p:spPr>
          <a:xfrm>
            <a:off x="4476750" y="4686300"/>
            <a:ext cx="3238500" cy="247650"/>
          </a:xfrm>
          <a:prstGeom prst="rect">
            <a:avLst/>
          </a:prstGeom>
          <a:noFill/>
          <a:ln>
            <a:noFill/>
          </a:ln>
        </p:spPr>
        <p:txBody>
          <a:bodyPr wrap="none" lIns="0" tIns="0" rIns="0" bIns="0" rtlCol="0" anchor="ctr">
            <a:noAutofit/>
          </a:bodyPr>
          <a:lstStyle/>
          <a:p>
            <a:pPr algn="l">
              <a:spcBef>
                <a:spcPts val="0"/>
              </a:spcBef>
              <a:spcAft>
                <a:spcPts val="0"/>
              </a:spcAft>
              <a:buNone/>
            </a:pPr>
            <a:r>
              <a:rPr lang="pl-PL" sz="1500" kern="100" dirty="0">
                <a:solidFill>
                  <a:srgbClr val="666666"/>
                </a:solidFill>
                <a:latin typeface="Lato"/>
                <a:cs typeface="Lato"/>
              </a:rPr>
              <a:t>„Gdzie są przekąski?”</a:t>
            </a:r>
            <a:endParaRPr lang="pl-PL" sz="1500" kern="100" dirty="0">
              <a:solidFill>
                <a:srgbClr val="666666"/>
              </a:solidFill>
              <a:latin typeface="Lato"/>
              <a:cs typeface="Lato"/>
            </a:endParaRPr>
          </a:p>
        </p:txBody>
      </p:sp>
      <p:sp>
        <p:nvSpPr>
          <p:cNvPr id="15" name="Tekst: „Gdzie są przekąski?” „Które kupić?” · 2"/>
          <p:cNvSpPr txBox="1"/>
          <p:nvPr/>
        </p:nvSpPr>
        <p:spPr>
          <a:xfrm>
            <a:off x="4476750" y="4933950"/>
            <a:ext cx="3238500" cy="247650"/>
          </a:xfrm>
          <a:prstGeom prst="rect">
            <a:avLst/>
          </a:prstGeom>
          <a:noFill/>
          <a:ln>
            <a:noFill/>
          </a:ln>
        </p:spPr>
        <p:txBody>
          <a:bodyPr wrap="none" lIns="0" tIns="0" rIns="0" bIns="0" rtlCol="0" anchor="ctr">
            <a:noAutofit/>
          </a:bodyPr>
          <a:lstStyle/>
          <a:p>
            <a:pPr algn="l">
              <a:spcBef>
                <a:spcPts val="0"/>
              </a:spcBef>
              <a:spcAft>
                <a:spcPts val="0"/>
              </a:spcAft>
              <a:buNone/>
            </a:pPr>
            <a:r>
              <a:rPr lang="pl-PL" sz="1500" kern="100" dirty="0">
                <a:solidFill>
                  <a:srgbClr val="666666"/>
                </a:solidFill>
                <a:latin typeface="Lato"/>
                <a:cs typeface="Lato"/>
              </a:rPr>
              <a:t>„Które kupić?”</a:t>
            </a:r>
            <a:endParaRPr lang="pl-PL" sz="1500" kern="100" dirty="0">
              <a:solidFill>
                <a:srgbClr val="666666"/>
              </a:solidFill>
              <a:latin typeface="Lato"/>
              <a:cs typeface="Lato"/>
            </a:endParaRPr>
          </a:p>
        </p:txBody>
      </p:sp>
      <p:sp>
        <p:nvSpPr>
          <p:cNvPr id="16" name="Tekst: Produkt sponsorowany, packshot, wariant, · 1"/>
          <p:cNvSpPr txBox="1"/>
          <p:nvPr/>
        </p:nvSpPr>
        <p:spPr>
          <a:xfrm>
            <a:off x="4476750" y="5300960"/>
            <a:ext cx="3238500" cy="259080"/>
          </a:xfrm>
          <a:prstGeom prst="rect">
            <a:avLst/>
          </a:prstGeom>
          <a:noFill/>
          <a:ln>
            <a:noFill/>
          </a:ln>
        </p:spPr>
        <p:txBody>
          <a:bodyPr wrap="none" lIns="0" tIns="0" rIns="0" bIns="0" rtlCol="0" anchor="ctr">
            <a:noAutofit/>
          </a:bodyPr>
          <a:lstStyle/>
          <a:p>
            <a:pPr algn="l">
              <a:spcBef>
                <a:spcPts val="0"/>
              </a:spcBef>
              <a:spcAft>
                <a:spcPts val="0"/>
              </a:spcAft>
              <a:buNone/>
            </a:pPr>
            <a:r>
              <a:rPr lang="pl-PL" sz="1700" kern="100" spc="-25" dirty="0">
                <a:solidFill>
                  <a:srgbClr val="EE312F"/>
                </a:solidFill>
                <a:latin typeface="Lato Black"/>
                <a:cs typeface="Lato Black"/>
              </a:rPr>
              <a:t>Produkt sponsorowany,</a:t>
            </a:r>
            <a:endParaRPr lang="pl-PL" sz="1700" kern="100" spc="-25" dirty="0">
              <a:solidFill>
                <a:srgbClr val="EE312F"/>
              </a:solidFill>
              <a:latin typeface="Lato Black"/>
              <a:cs typeface="Lato Black"/>
            </a:endParaRPr>
          </a:p>
        </p:txBody>
      </p:sp>
      <p:sp>
        <p:nvSpPr>
          <p:cNvPr id="17" name="Tekst: Produkt sponsorowany, packshot, wariant, · 2"/>
          <p:cNvSpPr txBox="1"/>
          <p:nvPr/>
        </p:nvSpPr>
        <p:spPr>
          <a:xfrm>
            <a:off x="4476750" y="5560040"/>
            <a:ext cx="3238500" cy="259080"/>
          </a:xfrm>
          <a:prstGeom prst="rect">
            <a:avLst/>
          </a:prstGeom>
          <a:noFill/>
          <a:ln>
            <a:noFill/>
          </a:ln>
        </p:spPr>
        <p:txBody>
          <a:bodyPr wrap="none" lIns="0" tIns="0" rIns="0" bIns="0" rtlCol="0" anchor="ctr">
            <a:noAutofit/>
          </a:bodyPr>
          <a:lstStyle/>
          <a:p>
            <a:pPr algn="l">
              <a:spcBef>
                <a:spcPts val="0"/>
              </a:spcBef>
              <a:spcAft>
                <a:spcPts val="0"/>
              </a:spcAft>
              <a:buNone/>
            </a:pPr>
            <a:r>
              <a:rPr lang="pl-PL" sz="1700" kern="100" spc="-25" dirty="0">
                <a:solidFill>
                  <a:srgbClr val="EE312F"/>
                </a:solidFill>
                <a:latin typeface="Lato Black"/>
                <a:cs typeface="Lato Black"/>
              </a:rPr>
              <a:t>packshot, wariant, cena</a:t>
            </a:r>
            <a:endParaRPr lang="pl-PL" sz="1700" kern="100" spc="-25" dirty="0">
              <a:solidFill>
                <a:srgbClr val="EE312F"/>
              </a:solidFill>
              <a:latin typeface="Lato Black"/>
              <a:cs typeface="Lato Black"/>
            </a:endParaRPr>
          </a:p>
        </p:txBody>
      </p:sp>
      <p:sp>
        <p:nvSpPr>
          <p:cNvPr id="18" name="Tekst: 03"/>
          <p:cNvSpPr txBox="1"/>
          <p:nvPr/>
        </p:nvSpPr>
        <p:spPr>
          <a:xfrm>
            <a:off x="8128000" y="3064490"/>
            <a:ext cx="3238500" cy="533400"/>
          </a:xfrm>
          <a:prstGeom prst="rect">
            <a:avLst/>
          </a:prstGeom>
          <a:noFill/>
          <a:ln>
            <a:noFill/>
          </a:ln>
        </p:spPr>
        <p:txBody>
          <a:bodyPr wrap="none" lIns="0" tIns="0" rIns="0" bIns="0" rtlCol="0" anchor="t">
            <a:noAutofit/>
          </a:bodyPr>
          <a:lstStyle/>
          <a:p>
            <a:pPr algn="l">
              <a:spcBef>
                <a:spcPts val="0"/>
              </a:spcBef>
              <a:spcAft>
                <a:spcPts val="0"/>
              </a:spcAft>
              <a:buNone/>
            </a:pPr>
            <a:r>
              <a:rPr lang="pl-PL" sz="4200" kern="100" spc="-210" dirty="0">
                <a:solidFill>
                  <a:srgbClr val="EE312F"/>
                </a:solidFill>
                <a:latin typeface="Lato Black"/>
                <a:cs typeface="Lato Black"/>
              </a:rPr>
              <a:t>03</a:t>
            </a:r>
            <a:endParaRPr lang="pl-PL" sz="4200" kern="100" spc="-210" dirty="0">
              <a:solidFill>
                <a:srgbClr val="EE312F"/>
              </a:solidFill>
              <a:latin typeface="Lato Black"/>
              <a:cs typeface="Lato Black"/>
            </a:endParaRPr>
          </a:p>
        </p:txBody>
      </p:sp>
      <p:sp>
        <p:nvSpPr>
          <p:cNvPr id="19" name="Tekst: Domknąć zakup"/>
          <p:cNvSpPr txBox="1"/>
          <p:nvPr/>
        </p:nvSpPr>
        <p:spPr>
          <a:xfrm>
            <a:off x="8128000" y="3676650"/>
            <a:ext cx="3238500" cy="411480"/>
          </a:xfrm>
          <a:prstGeom prst="rect">
            <a:avLst/>
          </a:prstGeom>
          <a:noFill/>
          <a:ln>
            <a:noFill/>
          </a:ln>
        </p:spPr>
        <p:txBody>
          <a:bodyPr wrap="none" lIns="0" tIns="0" rIns="0" bIns="0" rtlCol="0" anchor="t">
            <a:noAutofit/>
          </a:bodyPr>
          <a:lstStyle/>
          <a:p>
            <a:pPr algn="l">
              <a:spcBef>
                <a:spcPts val="0"/>
              </a:spcBef>
              <a:spcAft>
                <a:spcPts val="0"/>
              </a:spcAft>
              <a:buNone/>
            </a:pPr>
            <a:r>
              <a:rPr lang="pl-PL" sz="2700" kern="100" spc="-94" dirty="0">
                <a:solidFill>
                  <a:srgbClr val="151515"/>
                </a:solidFill>
                <a:latin typeface="Lato Black"/>
                <a:cs typeface="Lato Black"/>
              </a:rPr>
              <a:t>Domknąć zakup</a:t>
            </a:r>
            <a:endParaRPr lang="pl-PL" sz="2700" kern="100" spc="-94" dirty="0">
              <a:solidFill>
                <a:srgbClr val="151515"/>
              </a:solidFill>
              <a:latin typeface="Lato Black"/>
              <a:cs typeface="Lato Black"/>
            </a:endParaRPr>
          </a:p>
        </p:txBody>
      </p:sp>
      <p:sp>
        <p:nvSpPr>
          <p:cNvPr id="20" name="Kształt 7"/>
          <p:cNvSpPr/>
          <p:nvPr/>
        </p:nvSpPr>
        <p:spPr>
          <a:xfrm>
            <a:off x="8147050" y="4305300"/>
            <a:ext cx="165100" cy="165100"/>
          </a:xfrm>
          <a:prstGeom prst="ellipse">
            <a:avLst/>
          </a:prstGeom>
          <a:solidFill>
            <a:srgbClr val="FFFFFF"/>
          </a:solidFill>
          <a:ln w="38100">
            <a:solidFill>
              <a:srgbClr val="EE312F"/>
            </a:solidFill>
          </a:ln>
        </p:spPr>
        <p:txBody>
          <a:bodyPr rtlCol="0" anchor="ctr"/>
          <a:lstStyle/>
          <a:p>
            <a:pPr algn="ctr"/>
            <a:endParaRPr lang="pl-PL" dirty="0"/>
          </a:p>
        </p:txBody>
      </p:sp>
      <p:sp>
        <p:nvSpPr>
          <p:cNvPr id="21" name="Tekst: „O czym zapomniałam?”"/>
          <p:cNvSpPr txBox="1"/>
          <p:nvPr/>
        </p:nvSpPr>
        <p:spPr>
          <a:xfrm>
            <a:off x="8128000" y="4686300"/>
            <a:ext cx="3238500" cy="247650"/>
          </a:xfrm>
          <a:prstGeom prst="rect">
            <a:avLst/>
          </a:prstGeom>
          <a:noFill/>
          <a:ln>
            <a:noFill/>
          </a:ln>
        </p:spPr>
        <p:txBody>
          <a:bodyPr wrap="none" lIns="0" tIns="0" rIns="0" bIns="0" rtlCol="0" anchor="t">
            <a:noAutofit/>
          </a:bodyPr>
          <a:lstStyle/>
          <a:p>
            <a:pPr algn="l">
              <a:spcBef>
                <a:spcPts val="0"/>
              </a:spcBef>
              <a:spcAft>
                <a:spcPts val="0"/>
              </a:spcAft>
              <a:buNone/>
            </a:pPr>
            <a:r>
              <a:rPr lang="pl-PL" sz="1500" kern="100" dirty="0">
                <a:solidFill>
                  <a:srgbClr val="666666"/>
                </a:solidFill>
                <a:latin typeface="Lato"/>
                <a:cs typeface="Lato"/>
              </a:rPr>
              <a:t>„O czym zapomniałam?”</a:t>
            </a:r>
            <a:endParaRPr lang="pl-PL" sz="1500" kern="100" dirty="0">
              <a:solidFill>
                <a:srgbClr val="666666"/>
              </a:solidFill>
              <a:latin typeface="Lato"/>
              <a:cs typeface="Lato"/>
            </a:endParaRPr>
          </a:p>
        </p:txBody>
      </p:sp>
      <p:sp>
        <p:nvSpPr>
          <p:cNvPr id="22" name="Tekst: Rekomendacja przy koszyku · 1"/>
          <p:cNvSpPr txBox="1"/>
          <p:nvPr/>
        </p:nvSpPr>
        <p:spPr>
          <a:xfrm>
            <a:off x="8128000" y="5053310"/>
            <a:ext cx="3238500" cy="259080"/>
          </a:xfrm>
          <a:prstGeom prst="rect">
            <a:avLst/>
          </a:prstGeom>
          <a:noFill/>
          <a:ln>
            <a:noFill/>
          </a:ln>
        </p:spPr>
        <p:txBody>
          <a:bodyPr wrap="none" lIns="0" tIns="0" rIns="0" bIns="0" rtlCol="0" anchor="ctr">
            <a:noAutofit/>
          </a:bodyPr>
          <a:lstStyle/>
          <a:p>
            <a:pPr algn="l">
              <a:spcBef>
                <a:spcPts val="0"/>
              </a:spcBef>
              <a:spcAft>
                <a:spcPts val="0"/>
              </a:spcAft>
              <a:buNone/>
            </a:pPr>
            <a:r>
              <a:rPr lang="pl-PL" sz="1700" kern="100" spc="-25" dirty="0">
                <a:solidFill>
                  <a:srgbClr val="EE312F"/>
                </a:solidFill>
                <a:latin typeface="Lato Black"/>
                <a:cs typeface="Lato Black"/>
              </a:rPr>
              <a:t>Rekomendacja</a:t>
            </a:r>
            <a:endParaRPr lang="pl-PL" sz="1700" kern="100" spc="-25" dirty="0">
              <a:solidFill>
                <a:srgbClr val="EE312F"/>
              </a:solidFill>
              <a:latin typeface="Lato Black"/>
              <a:cs typeface="Lato Black"/>
            </a:endParaRPr>
          </a:p>
        </p:txBody>
      </p:sp>
      <p:sp>
        <p:nvSpPr>
          <p:cNvPr id="23" name="Tekst: Rekomendacja przy koszyku · 2"/>
          <p:cNvSpPr txBox="1"/>
          <p:nvPr/>
        </p:nvSpPr>
        <p:spPr>
          <a:xfrm>
            <a:off x="8128000" y="5312390"/>
            <a:ext cx="3238500" cy="259080"/>
          </a:xfrm>
          <a:prstGeom prst="rect">
            <a:avLst/>
          </a:prstGeom>
          <a:noFill/>
          <a:ln>
            <a:noFill/>
          </a:ln>
        </p:spPr>
        <p:txBody>
          <a:bodyPr wrap="none" lIns="0" tIns="0" rIns="0" bIns="0" rtlCol="0" anchor="ctr">
            <a:noAutofit/>
          </a:bodyPr>
          <a:lstStyle/>
          <a:p>
            <a:pPr algn="l">
              <a:spcBef>
                <a:spcPts val="0"/>
              </a:spcBef>
              <a:spcAft>
                <a:spcPts val="0"/>
              </a:spcAft>
              <a:buNone/>
            </a:pPr>
            <a:r>
              <a:rPr lang="pl-PL" sz="1700" kern="100" spc="-25" dirty="0">
                <a:solidFill>
                  <a:srgbClr val="EE312F"/>
                </a:solidFill>
                <a:latin typeface="Lato Black"/>
                <a:cs typeface="Lato Black"/>
              </a:rPr>
              <a:t>przy koszyku</a:t>
            </a:r>
            <a:endParaRPr lang="pl-PL" sz="1700" kern="100" spc="-25" dirty="0">
              <a:solidFill>
                <a:srgbClr val="EE312F"/>
              </a:solidFill>
              <a:latin typeface="Lato Black"/>
              <a:cs typeface="Lato Black"/>
            </a:endParaRPr>
          </a:p>
        </p:txBody>
      </p:sp>
      <p:sp>
        <p:nvSpPr>
          <p:cNvPr id="24" name="Tekst: Retail Media działa wewnątrz decyzji"/>
          <p:cNvSpPr txBox="1"/>
          <p:nvPr/>
        </p:nvSpPr>
        <p:spPr>
          <a:xfrm>
            <a:off x="826492" y="1111250"/>
            <a:ext cx="5478542" cy="205740"/>
          </a:xfrm>
          <a:prstGeom prst="rect">
            <a:avLst/>
          </a:prstGeom>
          <a:noFill/>
          <a:ln>
            <a:noFill/>
          </a:ln>
        </p:spPr>
        <p:txBody>
          <a:bodyPr wrap="none" lIns="0" tIns="0" rIns="0" bIns="0" rtlCol="0" anchor="t">
            <a:noAutofit/>
          </a:bodyPr>
          <a:lstStyle/>
          <a:p>
            <a:pPr algn="l">
              <a:spcBef>
                <a:spcPts val="0"/>
              </a:spcBef>
              <a:spcAft>
                <a:spcPts val="0"/>
              </a:spcAft>
              <a:buNone/>
            </a:pPr>
            <a:r>
              <a:rPr lang="pl-PL" sz="1350" b="1" kern="100" cap="all" spc="189" dirty="0">
                <a:solidFill>
                  <a:srgbClr val="666666"/>
                </a:solidFill>
                <a:latin typeface="Lato"/>
                <a:cs typeface="Lato"/>
              </a:rPr>
              <a:t>Retail Media działa wewnątrz decyzji</a:t>
            </a:r>
            <a:endParaRPr lang="pl-PL" sz="1350" b="1" kern="100" cap="all" spc="189" dirty="0">
              <a:solidFill>
                <a:srgbClr val="666666"/>
              </a:solidFill>
              <a:latin typeface="Lato"/>
              <a:cs typeface="Lato"/>
            </a:endParaRPr>
          </a:p>
        </p:txBody>
      </p:sp>
      <p:sp>
        <p:nvSpPr>
          <p:cNvPr id="25" name="Tekst: Formaty poznaliście, zanim padły nazwy. · 1"/>
          <p:cNvSpPr txBox="1"/>
          <p:nvPr/>
        </p:nvSpPr>
        <p:spPr>
          <a:xfrm>
            <a:off x="826492" y="1528354"/>
            <a:ext cx="6296501" cy="643128"/>
          </a:xfrm>
          <a:prstGeom prst="rect">
            <a:avLst/>
          </a:prstGeom>
          <a:noFill/>
          <a:ln>
            <a:noFill/>
          </a:ln>
        </p:spPr>
        <p:txBody>
          <a:bodyPr wrap="none" lIns="0" tIns="0" rIns="0" bIns="0" rtlCol="0" anchor="ctr">
            <a:noAutofit/>
          </a:bodyPr>
          <a:lstStyle/>
          <a:p>
            <a:pPr algn="l">
              <a:spcBef>
                <a:spcPts val="0"/>
              </a:spcBef>
              <a:spcAft>
                <a:spcPts val="0"/>
              </a:spcAft>
              <a:buNone/>
            </a:pPr>
            <a:r>
              <a:rPr lang="pl-PL" sz="4800" kern="100" spc="-168" dirty="0">
                <a:solidFill>
                  <a:srgbClr val="151515"/>
                </a:solidFill>
                <a:latin typeface="Lato Black"/>
                <a:cs typeface="Lato Black"/>
              </a:rPr>
              <a:t>Formaty poznaliście,</a:t>
            </a:r>
            <a:endParaRPr lang="pl-PL" sz="4800" kern="100" spc="-168" dirty="0">
              <a:solidFill>
                <a:srgbClr val="151515"/>
              </a:solidFill>
              <a:latin typeface="Lato Black"/>
              <a:cs typeface="Lato Black"/>
            </a:endParaRPr>
          </a:p>
        </p:txBody>
      </p:sp>
      <p:sp>
        <p:nvSpPr>
          <p:cNvPr id="26" name="Tekst: Formaty poznaliście, zanim padły nazwy. · 2"/>
          <p:cNvSpPr txBox="1"/>
          <p:nvPr/>
        </p:nvSpPr>
        <p:spPr>
          <a:xfrm>
            <a:off x="826492" y="2171482"/>
            <a:ext cx="6296501" cy="643128"/>
          </a:xfrm>
          <a:prstGeom prst="rect">
            <a:avLst/>
          </a:prstGeom>
          <a:noFill/>
          <a:ln>
            <a:noFill/>
          </a:ln>
        </p:spPr>
        <p:txBody>
          <a:bodyPr wrap="none" lIns="0" tIns="0" rIns="0" bIns="0" rtlCol="0" anchor="ctr">
            <a:noAutofit/>
          </a:bodyPr>
          <a:lstStyle/>
          <a:p>
            <a:pPr algn="l">
              <a:spcBef>
                <a:spcPts val="0"/>
              </a:spcBef>
              <a:spcAft>
                <a:spcPts val="0"/>
              </a:spcAft>
              <a:buNone/>
            </a:pPr>
            <a:r>
              <a:rPr lang="pl-PL" sz="4800" kern="100" spc="-168" dirty="0">
                <a:solidFill>
                  <a:srgbClr val="151515"/>
                </a:solidFill>
                <a:latin typeface="Lato Black"/>
                <a:cs typeface="Lato Black"/>
              </a:rPr>
              <a:t>zanim padły nazwy.</a:t>
            </a:r>
            <a:endParaRPr lang="pl-PL" sz="4800" kern="100" spc="-168" dirty="0">
              <a:solidFill>
                <a:srgbClr val="151515"/>
              </a:solidFill>
              <a:latin typeface="Lato Black"/>
              <a:cs typeface="Lato Black"/>
            </a:endParaRPr>
          </a:p>
        </p:txBody>
      </p:sp>
      <p:pic>
        <p:nvPicPr>
          <p:cNvPr id="27" name="!!Logo" descr="I love marketing &amp; technology"/>
          <p:cNvPicPr>
            <a:picLocks noChangeAspect="1"/>
          </p:cNvPicPr>
          <p:nvPr/>
        </p:nvPicPr>
        <p:blipFill>
          <a:blip r:embed="rId3"/>
          <a:stretch>
            <a:fillRect/>
          </a:stretch>
        </p:blipFill>
        <p:spPr>
          <a:xfrm>
            <a:off x="825500" y="363240"/>
            <a:ext cx="3048000" cy="273050"/>
          </a:xfrm>
          <a:prstGeom prst="rect">
            <a:avLst/>
          </a:prstGeom>
        </p:spPr>
      </p:pic>
      <p:pic>
        <p:nvPicPr>
          <p:cNvPr id="28" name="!!Serce w rogu"/>
          <p:cNvPicPr>
            <a:picLocks noChangeAspect="1"/>
          </p:cNvPicPr>
          <p:nvPr/>
        </p:nvPicPr>
        <p:blipFill>
          <a:blip r:embed="rId4"/>
          <a:stretch>
            <a:fillRect/>
          </a:stretch>
        </p:blipFill>
        <p:spPr>
          <a:xfrm>
            <a:off x="10966450" y="330349"/>
            <a:ext cx="431800" cy="355600"/>
          </a:xfrm>
          <a:prstGeom prst="rect">
            <a:avLst/>
          </a:prstGeom>
        </p:spPr>
      </p:pic>
      <p:sp>
        <p:nvSpPr>
          <p:cNvPr id="29" name="!!Źródło"/>
          <p:cNvSpPr txBox="1"/>
          <p:nvPr/>
        </p:nvSpPr>
        <p:spPr>
          <a:xfrm>
            <a:off x="824260" y="6425287"/>
            <a:ext cx="5292923"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666666"/>
                </a:solidFill>
                <a:latin typeface="Lato"/>
                <a:cs typeface="Lato"/>
              </a:rPr>
              <a:t>Inquiry / Glovo, IX 2026 · Model jakościowy procesu decyzji · s. 17, 22</a:t>
            </a:r>
            <a:endParaRPr lang="pl-PL" sz="1100" kern="100" dirty="0">
              <a:solidFill>
                <a:srgbClr val="666666"/>
              </a:solidFill>
              <a:latin typeface="Lato"/>
              <a:cs typeface="Lato"/>
            </a:endParaRPr>
          </a:p>
        </p:txBody>
      </p:sp>
      <p:sp>
        <p:nvSpPr>
          <p:cNvPr id="30"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666666"/>
                </a:solidFill>
                <a:latin typeface="Lato"/>
                <a:cs typeface="Lato"/>
              </a:rPr>
              <a:t>19 / 23</a:t>
            </a:r>
            <a:endParaRPr lang="pl-PL" sz="1100" kern="100" spc="66" dirty="0">
              <a:solidFill>
                <a:srgbClr val="666666"/>
              </a:solidFill>
              <a:latin typeface="Lato"/>
              <a:cs typeface="Lato"/>
            </a:endParaRPr>
          </a:p>
        </p:txBody>
      </p:sp>
      <p:sp>
        <p:nvSpPr>
          <p:cNvPr id="31" name="!!Postęp"/>
          <p:cNvSpPr/>
          <p:nvPr/>
        </p:nvSpPr>
        <p:spPr>
          <a:xfrm>
            <a:off x="248" y="6826250"/>
            <a:ext cx="10071100" cy="31750"/>
          </a:xfrm>
          <a:prstGeom prst="rect">
            <a:avLst/>
          </a:prstGeom>
          <a:solidFill>
            <a:srgbClr val="EE312F"/>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300"/>
                                        <p:tgtEl>
                                          <p:spTgt spid="3"/>
                                        </p:tgtEl>
                                      </p:cBhvr>
                                    </p:animEffect>
                                    <p:set>
                                      <p:cBhvr>
                                        <p:cTn id="7" dur="1" fill="hold">
                                          <p:stCondLst>
                                            <p:cond delay="299"/>
                                          </p:stCondLst>
                                        </p:cTn>
                                        <p:tgtEl>
                                          <p:spTgt spid="3"/>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0" nodeType="clickEffect">
                                  <p:stCondLst>
                                    <p:cond delay="0"/>
                                  </p:stCondLst>
                                  <p:childTnLst>
                                    <p:animEffect transition="out" filter="fade">
                                      <p:cBhvr>
                                        <p:cTn id="35" dur="300"/>
                                        <p:tgtEl>
                                          <p:spTgt spid="4"/>
                                        </p:tgtEl>
                                      </p:cBhvr>
                                    </p:animEffect>
                                    <p:set>
                                      <p:cBhvr>
                                        <p:cTn id="36" dur="1" fill="hold">
                                          <p:stCondLst>
                                            <p:cond delay="299"/>
                                          </p:stCondLst>
                                        </p:cTn>
                                        <p:tgtEl>
                                          <p:spTgt spid="4"/>
                                        </p:tgtEl>
                                        <p:attrNameLst>
                                          <p:attrName>style.visibility</p:attrName>
                                        </p:attrNameLst>
                                      </p:cBhvr>
                                      <p:to>
                                        <p:strVal val="hidden"/>
                                      </p:to>
                                    </p:set>
                                  </p:childTnLst>
                                </p:cTn>
                              </p:par>
                              <p:par>
                                <p:cTn id="37" presetID="10" presetClass="entr" presetSubtype="0"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400"/>
                                        <p:tgtEl>
                                          <p:spTgt spid="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00"/>
                                        <p:tgtEl>
                                          <p:spTgt spid="1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0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00"/>
                                        <p:tgtEl>
                                          <p:spTgt spid="2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40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400"/>
                                        <p:tgtEl>
                                          <p:spTgt spid="2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animBg="1"/>
      <p:bldP spid="12" grpId="0" animBg="1"/>
      <p:bldP spid="13" grpId="0" animBg="1"/>
      <p:bldP spid="14" grpId="0" animBg="1"/>
      <p:bldP spid="15" grpId="0" animBg="1"/>
      <p:bldP spid="16" grpId="0" animBg="1"/>
      <p:bldP spid="17" grpId="0" animBg="1"/>
      <p:bldP spid="5" grpId="0" animBg="1"/>
      <p:bldP spid="18" grpId="0" animBg="1"/>
      <p:bldP spid="19" grpId="0" animBg="1"/>
      <p:bldP spid="20" grpId="0" animBg="1"/>
      <p:bldP spid="21" grpId="0" animBg="1"/>
      <p:bldP spid="22" grpId="0" animBg="1"/>
      <p:bldP spid="23" grpId="0" animBg="1"/>
    </p:bldLst>
  </p:timing>
</p:sld>
</file>

<file path=ppt/slides/slide20.xml><?xml version="1.0" encoding="utf-8"?>
<p:sld xmlns:a="http://schemas.openxmlformats.org/drawingml/2006/main" xmlns:r="http://schemas.openxmlformats.org/officeDocument/2006/relationships" xmlns:p="http://schemas.openxmlformats.org/presentationml/2006/main" xmlns:p14="http://schemas.microsoft.com/office/powerpoint/2010/main">
  <p:cSld name="Trafność pomaga">
    <p:bg>
      <p:bgPr>
        <a:solidFill>
          <a:srgbClr val="FFFFFF"/>
        </a:solidFill>
        <a:effectLst/>
      </p:bgPr>
    </p:bg>
    <p:spTree>
      <p:nvGrpSpPr>
        <p:cNvPr id="1" name=""/>
        <p:cNvGrpSpPr/>
        <p:nvPr/>
      </p:nvGrpSpPr>
      <p:grpSpPr>
        <a:xfrm>
          <a:off x="0" y="0"/>
          <a:ext cx="0" cy="0"/>
          <a:chOff x="0" y="0"/>
          <a:chExt cx="0" cy="0"/>
        </a:xfrm>
      </p:grpSpPr>
      <p:sp>
        <p:nvSpPr>
          <p:cNvPr id="2" name="Kształt"/>
          <p:cNvSpPr/>
          <p:nvPr/>
        </p:nvSpPr>
        <p:spPr>
          <a:xfrm>
            <a:off x="2050653" y="2685653"/>
            <a:ext cx="2375694" cy="2375694"/>
          </a:xfrm>
          <a:prstGeom prst="ellipse">
            <a:avLst/>
          </a:prstGeom>
          <a:noFill/>
          <a:ln w="89495">
            <a:solidFill>
              <a:srgbClr val="E3E3E3"/>
            </a:solidFill>
            <a:round/>
          </a:ln>
        </p:spPr>
        <p:txBody>
          <a:bodyPr rtlCol="0" anchor="ctr"/>
          <a:lstStyle/>
          <a:p>
            <a:pPr algn="ctr"/>
            <a:endParaRPr lang="pl-PL" dirty="0"/>
          </a:p>
        </p:txBody>
      </p:sp>
      <p:sp>
        <p:nvSpPr>
          <p:cNvPr id="3" name="Kształt 2"/>
          <p:cNvSpPr/>
          <p:nvPr/>
        </p:nvSpPr>
        <p:spPr>
          <a:xfrm rot="16200000">
            <a:off x="2050653" y="2685653"/>
            <a:ext cx="2375694" cy="2375694"/>
          </a:xfrm>
          <a:prstGeom prst="arc">
            <a:avLst>
              <a:gd name="adj1" fmla="val 0"/>
              <a:gd name="adj2" fmla="val 10368000"/>
            </a:avLst>
          </a:prstGeom>
          <a:noFill/>
          <a:ln w="89495" cap="rnd">
            <a:solidFill>
              <a:srgbClr val="252525"/>
            </a:solidFill>
            <a:round/>
          </a:ln>
        </p:spPr>
        <p:txBody>
          <a:bodyPr rtlCol="0" anchor="ctr"/>
          <a:lstStyle/>
          <a:p>
            <a:pPr algn="ctr"/>
            <a:endParaRPr lang="pl-PL" dirty="0"/>
          </a:p>
        </p:txBody>
      </p:sp>
      <p:sp>
        <p:nvSpPr>
          <p:cNvPr id="4" name="Tekst: 48 %"/>
          <p:cNvSpPr txBox="1"/>
          <p:nvPr/>
        </p:nvSpPr>
        <p:spPr>
          <a:xfrm>
            <a:off x="2183606" y="3403020"/>
            <a:ext cx="2109788" cy="1168400"/>
          </a:xfrm>
          <a:prstGeom prst="rect">
            <a:avLst/>
          </a:prstGeom>
          <a:noFill/>
          <a:ln>
            <a:noFill/>
          </a:ln>
        </p:spPr>
        <p:txBody>
          <a:bodyPr wrap="none" lIns="0" tIns="0" rIns="0" bIns="0" rtlCol="0" anchor="t">
            <a:noAutofit/>
          </a:bodyPr>
          <a:lstStyle/>
          <a:p>
            <a:pPr algn="ctr">
              <a:spcBef>
                <a:spcPts val="0"/>
              </a:spcBef>
              <a:spcAft>
                <a:spcPts val="0"/>
              </a:spcAft>
              <a:buNone/>
            </a:pPr>
            <a:r>
              <a:rPr lang="pl-PL" sz="9200" kern="100" spc="-644" dirty="0">
                <a:solidFill>
                  <a:srgbClr val="252525"/>
                </a:solidFill>
                <a:latin typeface="Lato Black"/>
                <a:cs typeface="Lato Black"/>
              </a:rPr>
              <a:t>48</a:t>
            </a:r>
            <a:r>
              <a:rPr lang="pl-PL" sz="4100" kern="100" spc="-82" dirty="0">
                <a:solidFill>
                  <a:srgbClr val="252525"/>
                </a:solidFill>
                <a:latin typeface="Lato Black"/>
                <a:cs typeface="Lato Black"/>
              </a:rPr>
              <a:t>%</a:t>
            </a:r>
            <a:endParaRPr lang="pl-PL" sz="4100" kern="100" spc="-82" dirty="0">
              <a:solidFill>
                <a:srgbClr val="252525"/>
              </a:solidFill>
              <a:latin typeface="Lato Black"/>
              <a:cs typeface="Lato Black"/>
            </a:endParaRPr>
          </a:p>
        </p:txBody>
      </p:sp>
      <p:sp>
        <p:nvSpPr>
          <p:cNvPr id="5" name="Tekst: Dopasowane rekomendacje pomagają szybcie · 1"/>
          <p:cNvSpPr txBox="1"/>
          <p:nvPr/>
        </p:nvSpPr>
        <p:spPr>
          <a:xfrm>
            <a:off x="952500" y="5365115"/>
            <a:ext cx="4572000" cy="293688"/>
          </a:xfrm>
          <a:prstGeom prst="rect">
            <a:avLst/>
          </a:prstGeom>
          <a:noFill/>
          <a:ln>
            <a:noFill/>
          </a:ln>
        </p:spPr>
        <p:txBody>
          <a:bodyPr wrap="none" lIns="0" tIns="0" rIns="0" bIns="0" rtlCol="0" anchor="ctr">
            <a:noAutofit/>
          </a:bodyPr>
          <a:lstStyle/>
          <a:p>
            <a:pPr algn="ctr">
              <a:spcBef>
                <a:spcPts val="0"/>
              </a:spcBef>
              <a:spcAft>
                <a:spcPts val="0"/>
              </a:spcAft>
              <a:buNone/>
            </a:pPr>
            <a:r>
              <a:rPr lang="pl-PL" sz="1850" kern="100" spc="-22" dirty="0">
                <a:solidFill>
                  <a:srgbClr val="151515"/>
                </a:solidFill>
                <a:latin typeface="Lato"/>
                <a:cs typeface="Lato"/>
              </a:rPr>
              <a:t>Dopasowane rekomendacje</a:t>
            </a:r>
            <a:endParaRPr lang="pl-PL" sz="1850" kern="100" spc="-22" dirty="0">
              <a:solidFill>
                <a:srgbClr val="151515"/>
              </a:solidFill>
              <a:latin typeface="Lato"/>
              <a:cs typeface="Lato"/>
            </a:endParaRPr>
          </a:p>
        </p:txBody>
      </p:sp>
      <p:sp>
        <p:nvSpPr>
          <p:cNvPr id="6" name="Tekst: Dopasowane rekomendacje pomagają szybcie · 2"/>
          <p:cNvSpPr txBox="1"/>
          <p:nvPr/>
        </p:nvSpPr>
        <p:spPr>
          <a:xfrm>
            <a:off x="952500" y="5658803"/>
            <a:ext cx="4572000" cy="293688"/>
          </a:xfrm>
          <a:prstGeom prst="rect">
            <a:avLst/>
          </a:prstGeom>
          <a:noFill/>
          <a:ln>
            <a:noFill/>
          </a:ln>
        </p:spPr>
        <p:txBody>
          <a:bodyPr wrap="none" lIns="0" tIns="0" rIns="0" bIns="0" rtlCol="0" anchor="ctr">
            <a:noAutofit/>
          </a:bodyPr>
          <a:lstStyle/>
          <a:p>
            <a:pPr algn="ctr">
              <a:spcBef>
                <a:spcPts val="0"/>
              </a:spcBef>
              <a:spcAft>
                <a:spcPts val="0"/>
              </a:spcAft>
              <a:buNone/>
            </a:pPr>
            <a:r>
              <a:rPr lang="pl-PL" sz="1850" kern="100" spc="-22" dirty="0">
                <a:solidFill>
                  <a:srgbClr val="151515"/>
                </a:solidFill>
                <a:latin typeface="Lato"/>
                <a:cs typeface="Lato"/>
              </a:rPr>
              <a:t>pomagają szybciej znaleźć produkt</a:t>
            </a:r>
            <a:endParaRPr lang="pl-PL" sz="1850" kern="100" spc="-22" dirty="0">
              <a:solidFill>
                <a:srgbClr val="151515"/>
              </a:solidFill>
              <a:latin typeface="Lato"/>
              <a:cs typeface="Lato"/>
            </a:endParaRPr>
          </a:p>
        </p:txBody>
      </p:sp>
      <p:sp>
        <p:nvSpPr>
          <p:cNvPr id="7" name="Tekst: Właściwy kontekst"/>
          <p:cNvSpPr txBox="1"/>
          <p:nvPr/>
        </p:nvSpPr>
        <p:spPr>
          <a:xfrm>
            <a:off x="6762750" y="2952750"/>
            <a:ext cx="4286250" cy="205740"/>
          </a:xfrm>
          <a:prstGeom prst="rect">
            <a:avLst/>
          </a:prstGeom>
          <a:noFill/>
          <a:ln>
            <a:noFill/>
          </a:ln>
        </p:spPr>
        <p:txBody>
          <a:bodyPr wrap="none" lIns="0" tIns="0" rIns="0" bIns="0" rtlCol="0" anchor="t">
            <a:noAutofit/>
          </a:bodyPr>
          <a:lstStyle/>
          <a:p>
            <a:pPr algn="l">
              <a:spcBef>
                <a:spcPts val="0"/>
              </a:spcBef>
              <a:spcAft>
                <a:spcPts val="0"/>
              </a:spcAft>
              <a:buNone/>
            </a:pPr>
            <a:r>
              <a:rPr lang="pl-PL" sz="1350" b="1" kern="100" cap="all" spc="189" dirty="0">
                <a:solidFill>
                  <a:srgbClr val="EE312F"/>
                </a:solidFill>
                <a:latin typeface="Lato"/>
                <a:cs typeface="Lato"/>
              </a:rPr>
              <a:t>Właściwy kontekst</a:t>
            </a:r>
            <a:endParaRPr lang="pl-PL" sz="1350" b="1" kern="100" cap="all" spc="189" dirty="0">
              <a:solidFill>
                <a:srgbClr val="EE312F"/>
              </a:solidFill>
              <a:latin typeface="Lato"/>
              <a:cs typeface="Lato"/>
            </a:endParaRPr>
          </a:p>
        </p:txBody>
      </p:sp>
      <p:sp>
        <p:nvSpPr>
          <p:cNvPr id="8" name="Tekst: Pasuje do tego, co klient robi TERAZ. · 1"/>
          <p:cNvSpPr txBox="1"/>
          <p:nvPr/>
        </p:nvSpPr>
        <p:spPr>
          <a:xfrm>
            <a:off x="6762750" y="3357229"/>
            <a:ext cx="4286250" cy="512064"/>
          </a:xfrm>
          <a:prstGeom prst="rect">
            <a:avLst/>
          </a:prstGeom>
          <a:noFill/>
          <a:ln>
            <a:noFill/>
          </a:ln>
        </p:spPr>
        <p:txBody>
          <a:bodyPr wrap="none" lIns="0" tIns="0" rIns="0" bIns="0" rtlCol="0" anchor="ctr">
            <a:noAutofit/>
          </a:bodyPr>
          <a:lstStyle/>
          <a:p>
            <a:pPr algn="l">
              <a:spcBef>
                <a:spcPts val="0"/>
              </a:spcBef>
              <a:spcAft>
                <a:spcPts val="0"/>
              </a:spcAft>
              <a:buNone/>
            </a:pPr>
            <a:r>
              <a:rPr lang="pl-PL" sz="3600" kern="100" spc="-108" dirty="0">
                <a:solidFill>
                  <a:srgbClr val="151515"/>
                </a:solidFill>
                <a:latin typeface="Lato Black"/>
                <a:cs typeface="Lato Black"/>
              </a:rPr>
              <a:t>Pasuje do tego,</a:t>
            </a:r>
            <a:endParaRPr lang="pl-PL" sz="3600" kern="100" spc="-108" dirty="0">
              <a:solidFill>
                <a:srgbClr val="151515"/>
              </a:solidFill>
              <a:latin typeface="Lato Black"/>
              <a:cs typeface="Lato Black"/>
            </a:endParaRPr>
          </a:p>
        </p:txBody>
      </p:sp>
      <p:sp>
        <p:nvSpPr>
          <p:cNvPr id="9" name="Tekst: Pasuje do tego, co klient robi TERAZ. · 2"/>
          <p:cNvSpPr txBox="1"/>
          <p:nvPr/>
        </p:nvSpPr>
        <p:spPr>
          <a:xfrm>
            <a:off x="6762750" y="3869293"/>
            <a:ext cx="4286250" cy="512064"/>
          </a:xfrm>
          <a:prstGeom prst="rect">
            <a:avLst/>
          </a:prstGeom>
          <a:noFill/>
          <a:ln>
            <a:noFill/>
          </a:ln>
        </p:spPr>
        <p:txBody>
          <a:bodyPr wrap="none" lIns="0" tIns="0" rIns="0" bIns="0" rtlCol="0" anchor="ctr">
            <a:noAutofit/>
          </a:bodyPr>
          <a:lstStyle/>
          <a:p>
            <a:pPr algn="l">
              <a:spcBef>
                <a:spcPts val="0"/>
              </a:spcBef>
              <a:spcAft>
                <a:spcPts val="0"/>
              </a:spcAft>
              <a:buNone/>
            </a:pPr>
            <a:r>
              <a:rPr lang="pl-PL" sz="3600" kern="100" spc="-108" dirty="0">
                <a:solidFill>
                  <a:srgbClr val="151515"/>
                </a:solidFill>
                <a:latin typeface="Lato Black"/>
                <a:cs typeface="Lato Black"/>
              </a:rPr>
              <a:t>co klient</a:t>
            </a:r>
            <a:endParaRPr lang="pl-PL" sz="3600" kern="100" spc="-108" dirty="0">
              <a:solidFill>
                <a:srgbClr val="151515"/>
              </a:solidFill>
              <a:latin typeface="Lato Black"/>
              <a:cs typeface="Lato Black"/>
            </a:endParaRPr>
          </a:p>
        </p:txBody>
      </p:sp>
      <p:sp>
        <p:nvSpPr>
          <p:cNvPr id="10" name="Tekst: Pasuje do tego, co klient robi TERAZ. · 3"/>
          <p:cNvSpPr txBox="1"/>
          <p:nvPr/>
        </p:nvSpPr>
        <p:spPr>
          <a:xfrm>
            <a:off x="6762750" y="4381357"/>
            <a:ext cx="4286250" cy="512064"/>
          </a:xfrm>
          <a:prstGeom prst="rect">
            <a:avLst/>
          </a:prstGeom>
          <a:noFill/>
          <a:ln>
            <a:noFill/>
          </a:ln>
        </p:spPr>
        <p:txBody>
          <a:bodyPr wrap="none" lIns="0" tIns="0" rIns="0" bIns="0" rtlCol="0" anchor="ctr">
            <a:noAutofit/>
          </a:bodyPr>
          <a:lstStyle/>
          <a:p>
            <a:pPr algn="l">
              <a:spcBef>
                <a:spcPts val="0"/>
              </a:spcBef>
              <a:spcAft>
                <a:spcPts val="0"/>
              </a:spcAft>
              <a:buNone/>
            </a:pPr>
            <a:r>
              <a:rPr lang="pl-PL" sz="3600" kern="100" spc="-108" dirty="0">
                <a:solidFill>
                  <a:srgbClr val="151515"/>
                </a:solidFill>
                <a:latin typeface="Lato Black"/>
                <a:cs typeface="Lato Black"/>
              </a:rPr>
              <a:t>robi </a:t>
            </a:r>
            <a:r>
              <a:rPr lang="pl-PL" sz="3600" kern="100" spc="-108" dirty="0">
                <a:solidFill>
                  <a:srgbClr val="EE312F"/>
                </a:solidFill>
                <a:latin typeface="Lato Black"/>
                <a:cs typeface="Lato Black"/>
              </a:rPr>
              <a:t>TERAZ.</a:t>
            </a:r>
            <a:endParaRPr lang="pl-PL" sz="3600" kern="100" spc="-108" dirty="0">
              <a:solidFill>
                <a:srgbClr val="EE312F"/>
              </a:solidFill>
              <a:latin typeface="Lato Black"/>
              <a:cs typeface="Lato Black"/>
            </a:endParaRPr>
          </a:p>
        </p:txBody>
      </p:sp>
      <p:sp>
        <p:nvSpPr>
          <p:cNvPr id="11" name="Kształt 3"/>
          <p:cNvSpPr/>
          <p:nvPr/>
        </p:nvSpPr>
        <p:spPr>
          <a:xfrm>
            <a:off x="6762750" y="5149056"/>
            <a:ext cx="1651000" cy="31750"/>
          </a:xfrm>
          <a:prstGeom prst="rect">
            <a:avLst/>
          </a:prstGeom>
          <a:solidFill>
            <a:srgbClr val="EE312F"/>
          </a:solidFill>
          <a:ln>
            <a:noFill/>
          </a:ln>
        </p:spPr>
        <p:txBody>
          <a:bodyPr rtlCol="0" anchor="ctr"/>
          <a:lstStyle/>
          <a:p>
            <a:pPr algn="ctr"/>
            <a:endParaRPr lang="pl-PL" dirty="0"/>
          </a:p>
        </p:txBody>
      </p:sp>
      <p:sp>
        <p:nvSpPr>
          <p:cNvPr id="12" name="Tekst: Trafność pomaga."/>
          <p:cNvSpPr txBox="1"/>
          <p:nvPr/>
        </p:nvSpPr>
        <p:spPr>
          <a:xfrm>
            <a:off x="824061" y="1156035"/>
            <a:ext cx="5475327" cy="643128"/>
          </a:xfrm>
          <a:prstGeom prst="rect">
            <a:avLst/>
          </a:prstGeom>
          <a:noFill/>
          <a:ln>
            <a:noFill/>
          </a:ln>
        </p:spPr>
        <p:txBody>
          <a:bodyPr wrap="none" lIns="0" tIns="0" rIns="0" bIns="0" rtlCol="0" anchor="t">
            <a:noAutofit/>
          </a:bodyPr>
          <a:lstStyle/>
          <a:p>
            <a:pPr algn="l">
              <a:spcBef>
                <a:spcPts val="0"/>
              </a:spcBef>
              <a:spcAft>
                <a:spcPts val="0"/>
              </a:spcAft>
              <a:buNone/>
            </a:pPr>
            <a:r>
              <a:rPr lang="pl-PL" sz="4800" kern="100" spc="-168" dirty="0">
                <a:solidFill>
                  <a:srgbClr val="151515"/>
                </a:solidFill>
                <a:latin typeface="Lato Black"/>
                <a:cs typeface="Lato Black"/>
              </a:rPr>
              <a:t>Trafność pomaga.</a:t>
            </a:r>
            <a:endParaRPr lang="pl-PL" sz="4800" kern="100" spc="-168" dirty="0">
              <a:solidFill>
                <a:srgbClr val="151515"/>
              </a:solidFill>
              <a:latin typeface="Lato Black"/>
              <a:cs typeface="Lato Black"/>
            </a:endParaRPr>
          </a:p>
        </p:txBody>
      </p:sp>
      <p:pic>
        <p:nvPicPr>
          <p:cNvPr id="13" name="!!Logo" descr="I love marketing &amp; technology"/>
          <p:cNvPicPr>
            <a:picLocks noChangeAspect="1"/>
          </p:cNvPicPr>
          <p:nvPr/>
        </p:nvPicPr>
        <p:blipFill>
          <a:blip r:embed="rId3"/>
          <a:stretch>
            <a:fillRect/>
          </a:stretch>
        </p:blipFill>
        <p:spPr>
          <a:xfrm>
            <a:off x="825500" y="363240"/>
            <a:ext cx="3048000" cy="273050"/>
          </a:xfrm>
          <a:prstGeom prst="rect">
            <a:avLst/>
          </a:prstGeom>
        </p:spPr>
      </p:pic>
      <p:pic>
        <p:nvPicPr>
          <p:cNvPr id="14" name="!!Serce w rogu"/>
          <p:cNvPicPr>
            <a:picLocks noChangeAspect="1"/>
          </p:cNvPicPr>
          <p:nvPr/>
        </p:nvPicPr>
        <p:blipFill>
          <a:blip r:embed="rId4"/>
          <a:stretch>
            <a:fillRect/>
          </a:stretch>
        </p:blipFill>
        <p:spPr>
          <a:xfrm>
            <a:off x="10966450" y="330349"/>
            <a:ext cx="431800" cy="355600"/>
          </a:xfrm>
          <a:prstGeom prst="rect">
            <a:avLst/>
          </a:prstGeom>
        </p:spPr>
      </p:pic>
      <p:sp>
        <p:nvSpPr>
          <p:cNvPr id="15" name="!!Źródło"/>
          <p:cNvSpPr txBox="1"/>
          <p:nvPr/>
        </p:nvSpPr>
        <p:spPr>
          <a:xfrm>
            <a:off x="824359" y="6425287"/>
            <a:ext cx="7807762"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666666"/>
                </a:solidFill>
                <a:latin typeface="Lato"/>
                <a:cs typeface="Lato"/>
              </a:rPr>
              <a:t>Inquiry / Glovo, IX 2026 · Użytkownicy q-commerce; liczebność podgrupy niewskazana w raporcie · s. 14</a:t>
            </a:r>
            <a:endParaRPr lang="pl-PL" sz="1100" kern="100" dirty="0">
              <a:solidFill>
                <a:srgbClr val="666666"/>
              </a:solidFill>
              <a:latin typeface="Lato"/>
              <a:cs typeface="Lato"/>
            </a:endParaRPr>
          </a:p>
        </p:txBody>
      </p:sp>
      <p:sp>
        <p:nvSpPr>
          <p:cNvPr id="16"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666666"/>
                </a:solidFill>
                <a:latin typeface="Lato"/>
                <a:cs typeface="Lato"/>
              </a:rPr>
              <a:t>20 / 23</a:t>
            </a:r>
            <a:endParaRPr lang="pl-PL" sz="1100" kern="100" spc="66" dirty="0">
              <a:solidFill>
                <a:srgbClr val="666666"/>
              </a:solidFill>
              <a:latin typeface="Lato"/>
              <a:cs typeface="Lato"/>
            </a:endParaRPr>
          </a:p>
        </p:txBody>
      </p:sp>
      <p:sp>
        <p:nvSpPr>
          <p:cNvPr id="17" name="!!Postęp"/>
          <p:cNvSpPr/>
          <p:nvPr/>
        </p:nvSpPr>
        <p:spPr>
          <a:xfrm>
            <a:off x="-1389" y="6826250"/>
            <a:ext cx="10604500" cy="31750"/>
          </a:xfrm>
          <a:prstGeom prst="rect">
            <a:avLst/>
          </a:prstGeom>
          <a:solidFill>
            <a:srgbClr val="EE312F"/>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xmlns:p14="http://schemas.microsoft.com/office/powerpoint/2010/main">
  <p:cSld name="Nie tylko wyświetlić. Pomóc wybrać.">
    <p:bg>
      <p:bgPr>
        <a:solidFill>
          <a:srgbClr val="FFFFFF"/>
        </a:solidFill>
        <a:effectLst/>
      </p:bgPr>
    </p:bg>
    <p:spTree>
      <p:nvGrpSpPr>
        <p:cNvPr id="1" name=""/>
        <p:cNvGrpSpPr/>
        <p:nvPr/>
      </p:nvGrpSpPr>
      <p:grpSpPr>
        <a:xfrm>
          <a:off x="0" y="0"/>
          <a:ext cx="0" cy="0"/>
          <a:chOff x="0" y="0"/>
          <a:chExt cx="0" cy="0"/>
        </a:xfrm>
      </p:grpSpPr>
      <p:sp>
        <p:nvSpPr>
          <p:cNvPr id="2" name="Linia"/>
          <p:cNvSpPr/>
          <p:nvPr/>
        </p:nvSpPr>
        <p:spPr>
          <a:xfrm>
            <a:off x="825500" y="2952750"/>
            <a:ext cx="10541000" cy="6350"/>
          </a:xfrm>
          <a:prstGeom prst="rect">
            <a:avLst/>
          </a:prstGeom>
          <a:solidFill>
            <a:srgbClr val="DDDDDD"/>
          </a:solidFill>
          <a:ln>
            <a:noFill/>
          </a:ln>
        </p:spPr>
        <p:txBody>
          <a:bodyPr rtlCol="0" anchor="ctr"/>
          <a:lstStyle/>
          <a:p>
            <a:pPr algn="ctr"/>
            <a:endParaRPr lang="pl-PL" dirty="0"/>
          </a:p>
        </p:txBody>
      </p:sp>
      <p:sp>
        <p:nvSpPr>
          <p:cNvPr id="3" name="Tekst: 01"/>
          <p:cNvSpPr txBox="1"/>
          <p:nvPr/>
        </p:nvSpPr>
        <p:spPr>
          <a:xfrm>
            <a:off x="825500" y="3178175"/>
            <a:ext cx="635000" cy="342900"/>
          </a:xfrm>
          <a:prstGeom prst="rect">
            <a:avLst/>
          </a:prstGeom>
          <a:noFill/>
          <a:ln>
            <a:noFill/>
          </a:ln>
        </p:spPr>
        <p:txBody>
          <a:bodyPr wrap="none" lIns="0" tIns="0" rIns="0" bIns="0" rtlCol="0" anchor="t">
            <a:noAutofit/>
          </a:bodyPr>
          <a:lstStyle/>
          <a:p>
            <a:pPr algn="l">
              <a:spcBef>
                <a:spcPts val="0"/>
              </a:spcBef>
              <a:spcAft>
                <a:spcPts val="0"/>
              </a:spcAft>
              <a:buNone/>
            </a:pPr>
            <a:r>
              <a:rPr lang="pl-PL" sz="2250" kern="100" dirty="0">
                <a:solidFill>
                  <a:srgbClr val="EE312F"/>
                </a:solidFill>
                <a:latin typeface="Lato Black"/>
                <a:cs typeface="Lato Black"/>
              </a:rPr>
              <a:t>01</a:t>
            </a:r>
            <a:endParaRPr lang="pl-PL" sz="2250" kern="100" dirty="0">
              <a:solidFill>
                <a:srgbClr val="EE312F"/>
              </a:solidFill>
              <a:latin typeface="Lato Black"/>
              <a:cs typeface="Lato Black"/>
            </a:endParaRPr>
          </a:p>
        </p:txBody>
      </p:sp>
      <p:sp>
        <p:nvSpPr>
          <p:cNvPr id="4" name="Tekst: Zacząć od potrzeby, nie tylko od briefu"/>
          <p:cNvSpPr txBox="1"/>
          <p:nvPr/>
        </p:nvSpPr>
        <p:spPr>
          <a:xfrm>
            <a:off x="1690142" y="3187700"/>
            <a:ext cx="6349960" cy="349250"/>
          </a:xfrm>
          <a:prstGeom prst="rect">
            <a:avLst/>
          </a:prstGeom>
          <a:noFill/>
          <a:ln>
            <a:noFill/>
          </a:ln>
        </p:spPr>
        <p:txBody>
          <a:bodyPr wrap="none" lIns="0" tIns="0" rIns="0" bIns="0" rtlCol="0" anchor="t">
            <a:noAutofit/>
          </a:bodyPr>
          <a:lstStyle/>
          <a:p>
            <a:pPr algn="l">
              <a:spcBef>
                <a:spcPts val="0"/>
              </a:spcBef>
              <a:spcAft>
                <a:spcPts val="0"/>
              </a:spcAft>
              <a:buNone/>
            </a:pPr>
            <a:r>
              <a:rPr lang="pl-PL" sz="2500" kern="100" spc="-62" dirty="0">
                <a:solidFill>
                  <a:srgbClr val="151515"/>
                </a:solidFill>
                <a:latin typeface="Lato Black"/>
                <a:cs typeface="Lato Black"/>
              </a:rPr>
              <a:t>Zacząć od potrzeby, nie tylko od briefu</a:t>
            </a:r>
            <a:endParaRPr lang="pl-PL" sz="2500" kern="100" spc="-62" dirty="0">
              <a:solidFill>
                <a:srgbClr val="151515"/>
              </a:solidFill>
              <a:latin typeface="Lato Black"/>
              <a:cs typeface="Lato Black"/>
            </a:endParaRPr>
          </a:p>
        </p:txBody>
      </p:sp>
      <p:sp>
        <p:nvSpPr>
          <p:cNvPr id="5" name="Linia 2"/>
          <p:cNvSpPr/>
          <p:nvPr/>
        </p:nvSpPr>
        <p:spPr>
          <a:xfrm>
            <a:off x="825500" y="3740150"/>
            <a:ext cx="10541000" cy="6350"/>
          </a:xfrm>
          <a:prstGeom prst="rect">
            <a:avLst/>
          </a:prstGeom>
          <a:solidFill>
            <a:srgbClr val="DDDDDD"/>
          </a:solidFill>
          <a:ln>
            <a:noFill/>
          </a:ln>
        </p:spPr>
        <p:txBody>
          <a:bodyPr rtlCol="0" anchor="ctr"/>
          <a:lstStyle/>
          <a:p>
            <a:pPr algn="ctr"/>
            <a:endParaRPr lang="pl-PL" dirty="0"/>
          </a:p>
        </p:txBody>
      </p:sp>
      <p:sp>
        <p:nvSpPr>
          <p:cNvPr id="6" name="Tekst: 02"/>
          <p:cNvSpPr txBox="1"/>
          <p:nvPr/>
        </p:nvSpPr>
        <p:spPr>
          <a:xfrm>
            <a:off x="825500" y="3965575"/>
            <a:ext cx="635000" cy="342900"/>
          </a:xfrm>
          <a:prstGeom prst="rect">
            <a:avLst/>
          </a:prstGeom>
          <a:noFill/>
          <a:ln>
            <a:noFill/>
          </a:ln>
        </p:spPr>
        <p:txBody>
          <a:bodyPr wrap="none" lIns="0" tIns="0" rIns="0" bIns="0" rtlCol="0" anchor="t">
            <a:noAutofit/>
          </a:bodyPr>
          <a:lstStyle/>
          <a:p>
            <a:pPr algn="l">
              <a:spcBef>
                <a:spcPts val="0"/>
              </a:spcBef>
              <a:spcAft>
                <a:spcPts val="0"/>
              </a:spcAft>
              <a:buNone/>
            </a:pPr>
            <a:r>
              <a:rPr lang="pl-PL" sz="2250" kern="100" dirty="0">
                <a:solidFill>
                  <a:srgbClr val="EE312F"/>
                </a:solidFill>
                <a:latin typeface="Lato Black"/>
                <a:cs typeface="Lato Black"/>
              </a:rPr>
              <a:t>02</a:t>
            </a:r>
            <a:endParaRPr lang="pl-PL" sz="2250" kern="100" dirty="0">
              <a:solidFill>
                <a:srgbClr val="EE312F"/>
              </a:solidFill>
              <a:latin typeface="Lato Black"/>
              <a:cs typeface="Lato Black"/>
            </a:endParaRPr>
          </a:p>
        </p:txBody>
      </p:sp>
      <p:sp>
        <p:nvSpPr>
          <p:cNvPr id="7" name="Tekst: Dać marce miejsce w realnym wyborze"/>
          <p:cNvSpPr txBox="1"/>
          <p:nvPr/>
        </p:nvSpPr>
        <p:spPr>
          <a:xfrm>
            <a:off x="1689695" y="3975100"/>
            <a:ext cx="6379369" cy="349250"/>
          </a:xfrm>
          <a:prstGeom prst="rect">
            <a:avLst/>
          </a:prstGeom>
          <a:noFill/>
          <a:ln>
            <a:noFill/>
          </a:ln>
        </p:spPr>
        <p:txBody>
          <a:bodyPr wrap="none" lIns="0" tIns="0" rIns="0" bIns="0" rtlCol="0" anchor="t">
            <a:noAutofit/>
          </a:bodyPr>
          <a:lstStyle/>
          <a:p>
            <a:pPr algn="l">
              <a:spcBef>
                <a:spcPts val="0"/>
              </a:spcBef>
              <a:spcAft>
                <a:spcPts val="0"/>
              </a:spcAft>
              <a:buNone/>
            </a:pPr>
            <a:r>
              <a:rPr lang="pl-PL" sz="2500" kern="100" spc="-62" dirty="0">
                <a:solidFill>
                  <a:srgbClr val="151515"/>
                </a:solidFill>
                <a:latin typeface="Lato Black"/>
                <a:cs typeface="Lato Black"/>
              </a:rPr>
              <a:t>Dać marce miejsce w realnym wyborze</a:t>
            </a:r>
            <a:endParaRPr lang="pl-PL" sz="2500" kern="100" spc="-62" dirty="0">
              <a:solidFill>
                <a:srgbClr val="151515"/>
              </a:solidFill>
              <a:latin typeface="Lato Black"/>
              <a:cs typeface="Lato Black"/>
            </a:endParaRPr>
          </a:p>
        </p:txBody>
      </p:sp>
      <p:sp>
        <p:nvSpPr>
          <p:cNvPr id="8" name="Linia 3"/>
          <p:cNvSpPr/>
          <p:nvPr/>
        </p:nvSpPr>
        <p:spPr>
          <a:xfrm>
            <a:off x="825500" y="4527550"/>
            <a:ext cx="10541000" cy="6350"/>
          </a:xfrm>
          <a:prstGeom prst="rect">
            <a:avLst/>
          </a:prstGeom>
          <a:solidFill>
            <a:srgbClr val="DDDDDD"/>
          </a:solidFill>
          <a:ln>
            <a:noFill/>
          </a:ln>
        </p:spPr>
        <p:txBody>
          <a:bodyPr rtlCol="0" anchor="ctr"/>
          <a:lstStyle/>
          <a:p>
            <a:pPr algn="ctr"/>
            <a:endParaRPr lang="pl-PL" dirty="0"/>
          </a:p>
        </p:txBody>
      </p:sp>
      <p:sp>
        <p:nvSpPr>
          <p:cNvPr id="9" name="Tekst: 03"/>
          <p:cNvSpPr txBox="1"/>
          <p:nvPr/>
        </p:nvSpPr>
        <p:spPr>
          <a:xfrm>
            <a:off x="825500" y="4752975"/>
            <a:ext cx="635000" cy="342900"/>
          </a:xfrm>
          <a:prstGeom prst="rect">
            <a:avLst/>
          </a:prstGeom>
          <a:noFill/>
          <a:ln>
            <a:noFill/>
          </a:ln>
        </p:spPr>
        <p:txBody>
          <a:bodyPr wrap="none" lIns="0" tIns="0" rIns="0" bIns="0" rtlCol="0" anchor="t">
            <a:noAutofit/>
          </a:bodyPr>
          <a:lstStyle/>
          <a:p>
            <a:pPr algn="l">
              <a:spcBef>
                <a:spcPts val="0"/>
              </a:spcBef>
              <a:spcAft>
                <a:spcPts val="0"/>
              </a:spcAft>
              <a:buNone/>
            </a:pPr>
            <a:r>
              <a:rPr lang="pl-PL" sz="2250" kern="100" dirty="0">
                <a:solidFill>
                  <a:srgbClr val="EE312F"/>
                </a:solidFill>
                <a:latin typeface="Lato Black"/>
                <a:cs typeface="Lato Black"/>
              </a:rPr>
              <a:t>03</a:t>
            </a:r>
            <a:endParaRPr lang="pl-PL" sz="2250" kern="100" dirty="0">
              <a:solidFill>
                <a:srgbClr val="EE312F"/>
              </a:solidFill>
              <a:latin typeface="Lato Black"/>
              <a:cs typeface="Lato Black"/>
            </a:endParaRPr>
          </a:p>
        </p:txBody>
      </p:sp>
      <p:sp>
        <p:nvSpPr>
          <p:cNvPr id="10" name="Tekst: Sprawdzać, co dzieje się z wyborem"/>
          <p:cNvSpPr txBox="1"/>
          <p:nvPr/>
        </p:nvSpPr>
        <p:spPr>
          <a:xfrm>
            <a:off x="1690489" y="4762500"/>
            <a:ext cx="5863114" cy="349250"/>
          </a:xfrm>
          <a:prstGeom prst="rect">
            <a:avLst/>
          </a:prstGeom>
          <a:noFill/>
          <a:ln>
            <a:noFill/>
          </a:ln>
        </p:spPr>
        <p:txBody>
          <a:bodyPr wrap="none" lIns="0" tIns="0" rIns="0" bIns="0" rtlCol="0" anchor="t">
            <a:noAutofit/>
          </a:bodyPr>
          <a:lstStyle/>
          <a:p>
            <a:pPr algn="l">
              <a:spcBef>
                <a:spcPts val="0"/>
              </a:spcBef>
              <a:spcAft>
                <a:spcPts val="0"/>
              </a:spcAft>
              <a:buNone/>
            </a:pPr>
            <a:r>
              <a:rPr lang="pl-PL" sz="2500" kern="100" spc="-62" dirty="0">
                <a:solidFill>
                  <a:srgbClr val="151515"/>
                </a:solidFill>
                <a:latin typeface="Lato Black"/>
                <a:cs typeface="Lato Black"/>
              </a:rPr>
              <a:t>Sprawdzać, co dzieje się z wyborem</a:t>
            </a:r>
            <a:endParaRPr lang="pl-PL" sz="2500" kern="100" spc="-62" dirty="0">
              <a:solidFill>
                <a:srgbClr val="151515"/>
              </a:solidFill>
              <a:latin typeface="Lato Black"/>
              <a:cs typeface="Lato Black"/>
            </a:endParaRPr>
          </a:p>
        </p:txBody>
      </p:sp>
      <p:sp>
        <p:nvSpPr>
          <p:cNvPr id="11" name="Tekst: Nie tylko wyświetlić. Pomóc wybrać. · 1"/>
          <p:cNvSpPr txBox="1"/>
          <p:nvPr/>
        </p:nvSpPr>
        <p:spPr>
          <a:xfrm>
            <a:off x="825302" y="1153704"/>
            <a:ext cx="6392704" cy="643128"/>
          </a:xfrm>
          <a:prstGeom prst="rect">
            <a:avLst/>
          </a:prstGeom>
          <a:noFill/>
          <a:ln>
            <a:noFill/>
          </a:ln>
        </p:spPr>
        <p:txBody>
          <a:bodyPr wrap="none" lIns="0" tIns="0" rIns="0" bIns="0" rtlCol="0" anchor="ctr">
            <a:noAutofit/>
          </a:bodyPr>
          <a:lstStyle/>
          <a:p>
            <a:pPr algn="l">
              <a:spcBef>
                <a:spcPts val="0"/>
              </a:spcBef>
              <a:spcAft>
                <a:spcPts val="0"/>
              </a:spcAft>
              <a:buNone/>
            </a:pPr>
            <a:r>
              <a:rPr lang="pl-PL" sz="4800" kern="100" spc="-168" dirty="0">
                <a:solidFill>
                  <a:srgbClr val="151515"/>
                </a:solidFill>
                <a:latin typeface="Lato Black"/>
                <a:cs typeface="Lato Black"/>
              </a:rPr>
              <a:t>Nie tylko wyświetlić.</a:t>
            </a:r>
            <a:endParaRPr lang="pl-PL" sz="4800" kern="100" spc="-168" dirty="0">
              <a:solidFill>
                <a:srgbClr val="151515"/>
              </a:solidFill>
              <a:latin typeface="Lato Black"/>
              <a:cs typeface="Lato Black"/>
            </a:endParaRPr>
          </a:p>
        </p:txBody>
      </p:sp>
      <p:sp>
        <p:nvSpPr>
          <p:cNvPr id="12" name="Tekst: Nie tylko wyświetlić. Pomóc wybrać. · 2"/>
          <p:cNvSpPr txBox="1"/>
          <p:nvPr/>
        </p:nvSpPr>
        <p:spPr>
          <a:xfrm>
            <a:off x="825302" y="1796832"/>
            <a:ext cx="6392704" cy="643128"/>
          </a:xfrm>
          <a:prstGeom prst="rect">
            <a:avLst/>
          </a:prstGeom>
          <a:noFill/>
          <a:ln>
            <a:noFill/>
          </a:ln>
        </p:spPr>
        <p:txBody>
          <a:bodyPr wrap="none" lIns="0" tIns="0" rIns="0" bIns="0" rtlCol="0" anchor="ctr">
            <a:noAutofit/>
          </a:bodyPr>
          <a:lstStyle/>
          <a:p>
            <a:pPr algn="l">
              <a:spcBef>
                <a:spcPts val="0"/>
              </a:spcBef>
              <a:spcAft>
                <a:spcPts val="0"/>
              </a:spcAft>
              <a:buNone/>
            </a:pPr>
            <a:r>
              <a:rPr lang="pl-PL" sz="4800" kern="100" spc="-168" dirty="0">
                <a:solidFill>
                  <a:srgbClr val="151515"/>
                </a:solidFill>
                <a:latin typeface="Lato Black"/>
                <a:cs typeface="Lato Black"/>
              </a:rPr>
              <a:t>Pomóc wybrać.</a:t>
            </a:r>
            <a:endParaRPr lang="pl-PL" sz="4800" kern="100" spc="-168" dirty="0">
              <a:solidFill>
                <a:srgbClr val="151515"/>
              </a:solidFill>
              <a:latin typeface="Lato Black"/>
              <a:cs typeface="Lato Black"/>
            </a:endParaRPr>
          </a:p>
        </p:txBody>
      </p:sp>
      <p:pic>
        <p:nvPicPr>
          <p:cNvPr id="13" name="!!Logo" descr="I love marketing &amp; technology"/>
          <p:cNvPicPr>
            <a:picLocks noChangeAspect="1"/>
          </p:cNvPicPr>
          <p:nvPr/>
        </p:nvPicPr>
        <p:blipFill>
          <a:blip r:embed="rId3"/>
          <a:stretch>
            <a:fillRect/>
          </a:stretch>
        </p:blipFill>
        <p:spPr>
          <a:xfrm>
            <a:off x="825500" y="363240"/>
            <a:ext cx="3048000" cy="273050"/>
          </a:xfrm>
          <a:prstGeom prst="rect">
            <a:avLst/>
          </a:prstGeom>
        </p:spPr>
      </p:pic>
      <p:pic>
        <p:nvPicPr>
          <p:cNvPr id="14" name="!!Serce w rogu"/>
          <p:cNvPicPr>
            <a:picLocks noChangeAspect="1"/>
          </p:cNvPicPr>
          <p:nvPr/>
        </p:nvPicPr>
        <p:blipFill>
          <a:blip r:embed="rId4"/>
          <a:stretch>
            <a:fillRect/>
          </a:stretch>
        </p:blipFill>
        <p:spPr>
          <a:xfrm>
            <a:off x="10966450" y="330349"/>
            <a:ext cx="431800" cy="355600"/>
          </a:xfrm>
          <a:prstGeom prst="rect">
            <a:avLst/>
          </a:prstGeom>
        </p:spPr>
      </p:pic>
      <p:sp>
        <p:nvSpPr>
          <p:cNvPr id="15" name="!!Źródło"/>
          <p:cNvSpPr txBox="1"/>
          <p:nvPr/>
        </p:nvSpPr>
        <p:spPr>
          <a:xfrm>
            <a:off x="824409" y="6425287"/>
            <a:ext cx="4272201"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666666"/>
                </a:solidFill>
                <a:latin typeface="Lato"/>
                <a:cs typeface="Lato"/>
              </a:rPr>
              <a:t>Inquiry / Glovo, IX 2026 · Synteza badania · s. 19, 24, 25</a:t>
            </a:r>
            <a:endParaRPr lang="pl-PL" sz="1100" kern="100" dirty="0">
              <a:solidFill>
                <a:srgbClr val="666666"/>
              </a:solidFill>
              <a:latin typeface="Lato"/>
              <a:cs typeface="Lato"/>
            </a:endParaRPr>
          </a:p>
        </p:txBody>
      </p:sp>
      <p:sp>
        <p:nvSpPr>
          <p:cNvPr id="16"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666666"/>
                </a:solidFill>
                <a:latin typeface="Lato"/>
                <a:cs typeface="Lato"/>
              </a:rPr>
              <a:t>21 / 23</a:t>
            </a:r>
            <a:endParaRPr lang="pl-PL" sz="1100" kern="100" spc="66" dirty="0">
              <a:solidFill>
                <a:srgbClr val="666666"/>
              </a:solidFill>
              <a:latin typeface="Lato"/>
              <a:cs typeface="Lato"/>
            </a:endParaRPr>
          </a:p>
        </p:txBody>
      </p:sp>
      <p:sp>
        <p:nvSpPr>
          <p:cNvPr id="17" name="!!Postęp"/>
          <p:cNvSpPr/>
          <p:nvPr/>
        </p:nvSpPr>
        <p:spPr>
          <a:xfrm>
            <a:off x="99" y="6826250"/>
            <a:ext cx="11131550" cy="31750"/>
          </a:xfrm>
          <a:prstGeom prst="rect">
            <a:avLst/>
          </a:prstGeom>
          <a:solidFill>
            <a:srgbClr val="EE312F"/>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4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400"/>
                                        <p:tgtEl>
                                          <p:spTgt spid="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4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4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00"/>
                                        <p:tgtEl>
                                          <p:spTgt spid="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xmlns:p14="http://schemas.microsoft.com/office/powerpoint/2010/main">
  <p:cSld name="Marka dostała miejsce przy stole">
    <p:bg>
      <p:bgPr>
        <a:solidFill>
          <a:srgbClr val="FBF7F0"/>
        </a:solidFill>
        <a:effectLst/>
      </p:bgPr>
    </p:bg>
    <p:spTree>
      <p:nvGrpSpPr>
        <p:cNvPr id="1" name=""/>
        <p:cNvGrpSpPr/>
        <p:nvPr/>
      </p:nvGrpSpPr>
      <p:grpSpPr>
        <a:xfrm>
          <a:off x="0" y="0"/>
          <a:ext cx="0" cy="0"/>
          <a:chOff x="0" y="0"/>
          <a:chExt cx="0" cy="0"/>
        </a:xfrm>
      </p:grpSpPr>
      <p:sp>
        <p:nvSpPr>
          <p:cNvPr id="2" name="Tekst: Marka dostała miejsce przy stole, bo pom · 1"/>
          <p:cNvSpPr txBox="1"/>
          <p:nvPr/>
        </p:nvSpPr>
        <p:spPr>
          <a:xfrm>
            <a:off x="824061" y="2434527"/>
            <a:ext cx="7669887" cy="493776"/>
          </a:xfrm>
          <a:prstGeom prst="rect">
            <a:avLst/>
          </a:prstGeom>
          <a:noFill/>
          <a:ln>
            <a:noFill/>
          </a:ln>
        </p:spPr>
        <p:txBody>
          <a:bodyPr wrap="none" lIns="0" tIns="0" rIns="0" bIns="0" rtlCol="0" anchor="ctr">
            <a:noAutofit/>
          </a:bodyPr>
          <a:lstStyle/>
          <a:p>
            <a:pPr algn="l">
              <a:spcBef>
                <a:spcPts val="0"/>
              </a:spcBef>
              <a:spcAft>
                <a:spcPts val="0"/>
              </a:spcAft>
              <a:buNone/>
            </a:pPr>
            <a:r>
              <a:rPr lang="pl-PL" sz="3600" kern="100" spc="-126" dirty="0">
                <a:solidFill>
                  <a:srgbClr val="151515"/>
                </a:solidFill>
                <a:latin typeface="Lato Black"/>
                <a:cs typeface="Lato Black"/>
              </a:rPr>
              <a:t>Marka dostała miejsce przy stole,</a:t>
            </a:r>
            <a:endParaRPr lang="pl-PL" sz="3600" kern="100" spc="-126" dirty="0">
              <a:solidFill>
                <a:srgbClr val="151515"/>
              </a:solidFill>
              <a:latin typeface="Lato Black"/>
              <a:cs typeface="Lato Black"/>
            </a:endParaRPr>
          </a:p>
        </p:txBody>
      </p:sp>
      <p:sp>
        <p:nvSpPr>
          <p:cNvPr id="3" name="Tekst: Marka dostała miejsce przy stole, bo pom · 2"/>
          <p:cNvSpPr txBox="1"/>
          <p:nvPr/>
        </p:nvSpPr>
        <p:spPr>
          <a:xfrm>
            <a:off x="824061" y="2928303"/>
            <a:ext cx="7669887" cy="493776"/>
          </a:xfrm>
          <a:prstGeom prst="rect">
            <a:avLst/>
          </a:prstGeom>
          <a:noFill/>
          <a:ln>
            <a:noFill/>
          </a:ln>
        </p:spPr>
        <p:txBody>
          <a:bodyPr wrap="none" lIns="0" tIns="0" rIns="0" bIns="0" rtlCol="0" anchor="ctr">
            <a:noAutofit/>
          </a:bodyPr>
          <a:lstStyle/>
          <a:p>
            <a:pPr algn="l">
              <a:spcBef>
                <a:spcPts val="0"/>
              </a:spcBef>
              <a:spcAft>
                <a:spcPts val="0"/>
              </a:spcAft>
              <a:buNone/>
            </a:pPr>
            <a:r>
              <a:rPr lang="pl-PL" sz="3600" kern="100" spc="-126" dirty="0">
                <a:solidFill>
                  <a:srgbClr val="151515"/>
                </a:solidFill>
                <a:latin typeface="Lato Black"/>
                <a:cs typeface="Lato Black"/>
              </a:rPr>
              <a:t>bo pomogła go </a:t>
            </a:r>
            <a:r>
              <a:rPr lang="pl-PL" sz="3600" kern="100" spc="-126" dirty="0">
                <a:solidFill>
                  <a:srgbClr val="EE312F"/>
                </a:solidFill>
                <a:latin typeface="Lato Black"/>
                <a:cs typeface="Lato Black"/>
              </a:rPr>
              <a:t>przygotować.</a:t>
            </a:r>
            <a:endParaRPr lang="pl-PL" sz="3600" kern="100" spc="-126" dirty="0">
              <a:solidFill>
                <a:srgbClr val="EE312F"/>
              </a:solidFill>
              <a:latin typeface="Lato Black"/>
              <a:cs typeface="Lato Black"/>
            </a:endParaRPr>
          </a:p>
        </p:txBody>
      </p:sp>
      <p:sp>
        <p:nvSpPr>
          <p:cNvPr id="4" name="Kształt"/>
          <p:cNvSpPr/>
          <p:nvPr/>
        </p:nvSpPr>
        <p:spPr>
          <a:xfrm>
            <a:off x="825500" y="4635500"/>
            <a:ext cx="10541000" cy="1079500"/>
          </a:xfrm>
          <a:custGeom>
            <a:avLst/>
            <a:gdLst/>
            <a:ahLst/>
            <a:cxnLst/>
            <a:rect l="0" t="0" r="r" b="b"/>
            <a:pathLst>
              <a:path w="10541000" h="1079500">
                <a:moveTo>
                  <a:pt x="698500" y="0"/>
                </a:moveTo>
                <a:lnTo>
                  <a:pt x="9842500" y="0"/>
                </a:lnTo>
                <a:lnTo>
                  <a:pt x="10541000" y="1079500"/>
                </a:lnTo>
                <a:lnTo>
                  <a:pt x="0" y="1079500"/>
                </a:lnTo>
                <a:close/>
              </a:path>
            </a:pathLst>
          </a:custGeom>
          <a:solidFill>
            <a:srgbClr val="C8925E"/>
          </a:solidFill>
          <a:ln>
            <a:noFill/>
          </a:ln>
        </p:spPr>
        <p:txBody>
          <a:bodyPr rtlCol="0" anchor="ctr"/>
          <a:lstStyle/>
          <a:p>
            <a:pPr algn="ctr"/>
            <a:endParaRPr lang="pl-PL" dirty="0"/>
          </a:p>
        </p:txBody>
      </p:sp>
      <p:sp>
        <p:nvSpPr>
          <p:cNvPr id="5" name="Kształt 2"/>
          <p:cNvSpPr/>
          <p:nvPr/>
        </p:nvSpPr>
        <p:spPr>
          <a:xfrm>
            <a:off x="825500" y="5715000"/>
            <a:ext cx="10541000" cy="266700"/>
          </a:xfrm>
          <a:custGeom>
            <a:avLst/>
            <a:gdLst/>
            <a:ahLst/>
            <a:cxnLst/>
            <a:rect l="0" t="0" r="r" b="b"/>
            <a:pathLst>
              <a:path w="10541000" h="266700">
                <a:moveTo>
                  <a:pt x="0" y="0"/>
                </a:moveTo>
                <a:lnTo>
                  <a:pt x="10541000" y="0"/>
                </a:lnTo>
                <a:lnTo>
                  <a:pt x="10541000" y="266700"/>
                </a:lnTo>
                <a:lnTo>
                  <a:pt x="0" y="266700"/>
                </a:lnTo>
                <a:close/>
              </a:path>
            </a:pathLst>
          </a:custGeom>
          <a:solidFill>
            <a:srgbClr val="9C6438"/>
          </a:solidFill>
          <a:ln>
            <a:noFill/>
          </a:ln>
        </p:spPr>
        <p:txBody>
          <a:bodyPr rtlCol="0" anchor="ctr"/>
          <a:lstStyle/>
          <a:p>
            <a:pPr algn="ctr"/>
            <a:endParaRPr lang="pl-PL" dirty="0"/>
          </a:p>
        </p:txBody>
      </p:sp>
      <p:sp>
        <p:nvSpPr>
          <p:cNvPr id="6" name="Kształt 3"/>
          <p:cNvSpPr/>
          <p:nvPr/>
        </p:nvSpPr>
        <p:spPr>
          <a:xfrm>
            <a:off x="1206500" y="5981700"/>
            <a:ext cx="330200" cy="368300"/>
          </a:xfrm>
          <a:custGeom>
            <a:avLst/>
            <a:gdLst/>
            <a:ahLst/>
            <a:cxnLst/>
            <a:rect l="0" t="0" r="r" b="b"/>
            <a:pathLst>
              <a:path w="330200" h="368300">
                <a:moveTo>
                  <a:pt x="0" y="0"/>
                </a:moveTo>
                <a:lnTo>
                  <a:pt x="330200" y="0"/>
                </a:lnTo>
                <a:lnTo>
                  <a:pt x="330200" y="368300"/>
                </a:lnTo>
                <a:lnTo>
                  <a:pt x="0" y="368300"/>
                </a:lnTo>
                <a:close/>
              </a:path>
            </a:pathLst>
          </a:custGeom>
          <a:solidFill>
            <a:srgbClr val="8A5631"/>
          </a:solidFill>
          <a:ln>
            <a:noFill/>
          </a:ln>
        </p:spPr>
        <p:txBody>
          <a:bodyPr rtlCol="0" anchor="ctr"/>
          <a:lstStyle/>
          <a:p>
            <a:pPr algn="ctr"/>
            <a:endParaRPr lang="pl-PL" dirty="0"/>
          </a:p>
        </p:txBody>
      </p:sp>
      <p:sp>
        <p:nvSpPr>
          <p:cNvPr id="7" name="Kształt 4"/>
          <p:cNvSpPr/>
          <p:nvPr/>
        </p:nvSpPr>
        <p:spPr>
          <a:xfrm>
            <a:off x="10655300" y="5981700"/>
            <a:ext cx="330200" cy="368300"/>
          </a:xfrm>
          <a:custGeom>
            <a:avLst/>
            <a:gdLst/>
            <a:ahLst/>
            <a:cxnLst/>
            <a:rect l="0" t="0" r="r" b="b"/>
            <a:pathLst>
              <a:path w="330200" h="368300">
                <a:moveTo>
                  <a:pt x="0" y="0"/>
                </a:moveTo>
                <a:lnTo>
                  <a:pt x="330200" y="0"/>
                </a:lnTo>
                <a:lnTo>
                  <a:pt x="330200" y="368300"/>
                </a:lnTo>
                <a:lnTo>
                  <a:pt x="0" y="368300"/>
                </a:lnTo>
                <a:close/>
              </a:path>
            </a:pathLst>
          </a:custGeom>
          <a:solidFill>
            <a:srgbClr val="8A5631"/>
          </a:solidFill>
          <a:ln>
            <a:noFill/>
          </a:ln>
        </p:spPr>
        <p:txBody>
          <a:bodyPr rtlCol="0" anchor="ctr"/>
          <a:lstStyle/>
          <a:p>
            <a:pPr algn="ctr"/>
            <a:endParaRPr lang="pl-PL" dirty="0"/>
          </a:p>
        </p:txBody>
      </p:sp>
      <p:sp>
        <p:nvSpPr>
          <p:cNvPr id="8" name="Kształt 5"/>
          <p:cNvSpPr/>
          <p:nvPr/>
        </p:nvSpPr>
        <p:spPr>
          <a:xfrm>
            <a:off x="3873500" y="4635500"/>
            <a:ext cx="4445000" cy="1079500"/>
          </a:xfrm>
          <a:custGeom>
            <a:avLst/>
            <a:gdLst/>
            <a:ahLst/>
            <a:cxnLst/>
            <a:rect l="0" t="0" r="r" b="b"/>
            <a:pathLst>
              <a:path w="4445000" h="1079500">
                <a:moveTo>
                  <a:pt x="508000" y="0"/>
                </a:moveTo>
                <a:lnTo>
                  <a:pt x="3937000" y="0"/>
                </a:lnTo>
                <a:lnTo>
                  <a:pt x="4445000" y="1079500"/>
                </a:lnTo>
                <a:lnTo>
                  <a:pt x="0" y="1079500"/>
                </a:lnTo>
                <a:close/>
              </a:path>
            </a:pathLst>
          </a:custGeom>
          <a:solidFill>
            <a:srgbClr val="FFFAF2"/>
          </a:solidFill>
          <a:ln>
            <a:noFill/>
          </a:ln>
        </p:spPr>
        <p:txBody>
          <a:bodyPr rtlCol="0" anchor="ctr"/>
          <a:lstStyle/>
          <a:p>
            <a:pPr algn="ctr"/>
            <a:endParaRPr lang="pl-PL" dirty="0"/>
          </a:p>
        </p:txBody>
      </p:sp>
      <p:sp>
        <p:nvSpPr>
          <p:cNvPr id="9" name="Kształt 6"/>
          <p:cNvSpPr/>
          <p:nvPr/>
        </p:nvSpPr>
        <p:spPr>
          <a:xfrm>
            <a:off x="3873500" y="4635500"/>
            <a:ext cx="698500" cy="1079500"/>
          </a:xfrm>
          <a:custGeom>
            <a:avLst/>
            <a:gdLst/>
            <a:ahLst/>
            <a:cxnLst/>
            <a:rect l="0" t="0" r="r" b="b"/>
            <a:pathLst>
              <a:path w="698500" h="1079500">
                <a:moveTo>
                  <a:pt x="508000" y="0"/>
                </a:moveTo>
                <a:lnTo>
                  <a:pt x="698500" y="0"/>
                </a:lnTo>
                <a:lnTo>
                  <a:pt x="203200" y="1079500"/>
                </a:lnTo>
                <a:lnTo>
                  <a:pt x="0" y="1079500"/>
                </a:lnTo>
                <a:close/>
              </a:path>
            </a:pathLst>
          </a:custGeom>
          <a:solidFill>
            <a:srgbClr val="EE312F"/>
          </a:solidFill>
          <a:ln>
            <a:noFill/>
          </a:ln>
        </p:spPr>
        <p:txBody>
          <a:bodyPr rtlCol="0" anchor="ctr"/>
          <a:lstStyle/>
          <a:p>
            <a:pPr algn="ctr"/>
            <a:endParaRPr lang="pl-PL" dirty="0"/>
          </a:p>
        </p:txBody>
      </p:sp>
      <p:sp>
        <p:nvSpPr>
          <p:cNvPr id="10" name="Kształt 7"/>
          <p:cNvSpPr/>
          <p:nvPr/>
        </p:nvSpPr>
        <p:spPr>
          <a:xfrm>
            <a:off x="7620000" y="4635500"/>
            <a:ext cx="698500" cy="1079500"/>
          </a:xfrm>
          <a:custGeom>
            <a:avLst/>
            <a:gdLst/>
            <a:ahLst/>
            <a:cxnLst/>
            <a:rect l="0" t="0" r="r" b="b"/>
            <a:pathLst>
              <a:path w="698500" h="1079500">
                <a:moveTo>
                  <a:pt x="0" y="0"/>
                </a:moveTo>
                <a:lnTo>
                  <a:pt x="190500" y="0"/>
                </a:lnTo>
                <a:lnTo>
                  <a:pt x="698500" y="1079500"/>
                </a:lnTo>
                <a:lnTo>
                  <a:pt x="495300" y="1079500"/>
                </a:lnTo>
                <a:close/>
              </a:path>
            </a:pathLst>
          </a:custGeom>
          <a:solidFill>
            <a:srgbClr val="EE312F"/>
          </a:solidFill>
          <a:ln>
            <a:noFill/>
          </a:ln>
        </p:spPr>
        <p:txBody>
          <a:bodyPr rtlCol="0" anchor="ctr"/>
          <a:lstStyle/>
          <a:p>
            <a:pPr algn="ctr"/>
            <a:endParaRPr lang="pl-PL" dirty="0"/>
          </a:p>
        </p:txBody>
      </p:sp>
      <p:sp>
        <p:nvSpPr>
          <p:cNvPr id="11" name="Kształt 8"/>
          <p:cNvSpPr/>
          <p:nvPr/>
        </p:nvSpPr>
        <p:spPr>
          <a:xfrm>
            <a:off x="1943100" y="5003800"/>
            <a:ext cx="1574800" cy="431800"/>
          </a:xfrm>
          <a:custGeom>
            <a:avLst/>
            <a:gdLst/>
            <a:ahLst/>
            <a:cxnLst/>
            <a:rect l="0" t="0" r="r" b="b"/>
            <a:pathLst>
              <a:path w="1574800" h="431800">
                <a:moveTo>
                  <a:pt x="1574800" y="215900"/>
                </a:moveTo>
                <a:lnTo>
                  <a:pt x="1562735" y="253365"/>
                </a:lnTo>
                <a:lnTo>
                  <a:pt x="1527175" y="289560"/>
                </a:lnTo>
                <a:lnTo>
                  <a:pt x="1469390" y="323850"/>
                </a:lnTo>
                <a:lnTo>
                  <a:pt x="1390650" y="354965"/>
                </a:lnTo>
                <a:lnTo>
                  <a:pt x="1293495" y="381000"/>
                </a:lnTo>
                <a:lnTo>
                  <a:pt x="1181100" y="402590"/>
                </a:lnTo>
                <a:lnTo>
                  <a:pt x="1056640" y="418465"/>
                </a:lnTo>
                <a:lnTo>
                  <a:pt x="923925" y="428625"/>
                </a:lnTo>
                <a:lnTo>
                  <a:pt x="787400" y="431800"/>
                </a:lnTo>
                <a:lnTo>
                  <a:pt x="650875" y="428625"/>
                </a:lnTo>
                <a:lnTo>
                  <a:pt x="518160" y="418465"/>
                </a:lnTo>
                <a:lnTo>
                  <a:pt x="393700" y="402590"/>
                </a:lnTo>
                <a:lnTo>
                  <a:pt x="281305" y="381000"/>
                </a:lnTo>
                <a:lnTo>
                  <a:pt x="184150" y="354965"/>
                </a:lnTo>
                <a:lnTo>
                  <a:pt x="105410" y="323850"/>
                </a:lnTo>
                <a:lnTo>
                  <a:pt x="47625" y="289560"/>
                </a:lnTo>
                <a:lnTo>
                  <a:pt x="12065" y="253365"/>
                </a:lnTo>
                <a:lnTo>
                  <a:pt x="0" y="215900"/>
                </a:lnTo>
                <a:lnTo>
                  <a:pt x="12065" y="178435"/>
                </a:lnTo>
                <a:lnTo>
                  <a:pt x="47625" y="142240"/>
                </a:lnTo>
                <a:lnTo>
                  <a:pt x="105410" y="107950"/>
                </a:lnTo>
                <a:lnTo>
                  <a:pt x="184150" y="76835"/>
                </a:lnTo>
                <a:lnTo>
                  <a:pt x="281305" y="50800"/>
                </a:lnTo>
                <a:lnTo>
                  <a:pt x="393700" y="29210"/>
                </a:lnTo>
                <a:lnTo>
                  <a:pt x="518160" y="13335"/>
                </a:lnTo>
                <a:lnTo>
                  <a:pt x="650875" y="3175"/>
                </a:lnTo>
                <a:lnTo>
                  <a:pt x="787400" y="0"/>
                </a:lnTo>
                <a:lnTo>
                  <a:pt x="923925" y="3175"/>
                </a:lnTo>
                <a:lnTo>
                  <a:pt x="1056640" y="13335"/>
                </a:lnTo>
                <a:lnTo>
                  <a:pt x="1181100" y="29210"/>
                </a:lnTo>
                <a:lnTo>
                  <a:pt x="1293495" y="50800"/>
                </a:lnTo>
                <a:lnTo>
                  <a:pt x="1390650" y="76835"/>
                </a:lnTo>
                <a:lnTo>
                  <a:pt x="1469390" y="107950"/>
                </a:lnTo>
                <a:lnTo>
                  <a:pt x="1527175" y="142240"/>
                </a:lnTo>
                <a:lnTo>
                  <a:pt x="1562735" y="178435"/>
                </a:lnTo>
                <a:close/>
              </a:path>
            </a:pathLst>
          </a:custGeom>
          <a:solidFill>
            <a:srgbClr val="FFFFFF"/>
          </a:solidFill>
          <a:ln>
            <a:noFill/>
          </a:ln>
        </p:spPr>
        <p:txBody>
          <a:bodyPr rtlCol="0" anchor="ctr"/>
          <a:lstStyle/>
          <a:p>
            <a:pPr algn="ctr"/>
            <a:endParaRPr lang="pl-PL" dirty="0"/>
          </a:p>
        </p:txBody>
      </p:sp>
      <p:sp>
        <p:nvSpPr>
          <p:cNvPr id="12" name="Kształt 9"/>
          <p:cNvSpPr/>
          <p:nvPr/>
        </p:nvSpPr>
        <p:spPr>
          <a:xfrm>
            <a:off x="2171700" y="5067300"/>
            <a:ext cx="1117600" cy="304800"/>
          </a:xfrm>
          <a:custGeom>
            <a:avLst/>
            <a:gdLst/>
            <a:ahLst/>
            <a:cxnLst/>
            <a:rect l="0" t="0" r="r" b="b"/>
            <a:pathLst>
              <a:path w="1117600" h="304800">
                <a:moveTo>
                  <a:pt x="1117600" y="152400"/>
                </a:moveTo>
                <a:lnTo>
                  <a:pt x="1109345" y="179070"/>
                </a:lnTo>
                <a:lnTo>
                  <a:pt x="1083945" y="204470"/>
                </a:lnTo>
                <a:lnTo>
                  <a:pt x="1042670" y="228600"/>
                </a:lnTo>
                <a:lnTo>
                  <a:pt x="986790" y="250190"/>
                </a:lnTo>
                <a:lnTo>
                  <a:pt x="918210" y="269240"/>
                </a:lnTo>
                <a:lnTo>
                  <a:pt x="838200" y="284480"/>
                </a:lnTo>
                <a:lnTo>
                  <a:pt x="749935" y="295910"/>
                </a:lnTo>
                <a:lnTo>
                  <a:pt x="655955" y="302260"/>
                </a:lnTo>
                <a:lnTo>
                  <a:pt x="558800" y="304800"/>
                </a:lnTo>
                <a:lnTo>
                  <a:pt x="461645" y="302260"/>
                </a:lnTo>
                <a:lnTo>
                  <a:pt x="367665" y="295910"/>
                </a:lnTo>
                <a:lnTo>
                  <a:pt x="279400" y="284480"/>
                </a:lnTo>
                <a:lnTo>
                  <a:pt x="199390" y="269240"/>
                </a:lnTo>
                <a:lnTo>
                  <a:pt x="130810" y="250190"/>
                </a:lnTo>
                <a:lnTo>
                  <a:pt x="74930" y="228600"/>
                </a:lnTo>
                <a:lnTo>
                  <a:pt x="33655" y="204470"/>
                </a:lnTo>
                <a:lnTo>
                  <a:pt x="8255" y="179070"/>
                </a:lnTo>
                <a:lnTo>
                  <a:pt x="0" y="152400"/>
                </a:lnTo>
                <a:lnTo>
                  <a:pt x="8255" y="125730"/>
                </a:lnTo>
                <a:lnTo>
                  <a:pt x="33655" y="100330"/>
                </a:lnTo>
                <a:lnTo>
                  <a:pt x="74930" y="76200"/>
                </a:lnTo>
                <a:lnTo>
                  <a:pt x="130810" y="54610"/>
                </a:lnTo>
                <a:lnTo>
                  <a:pt x="199390" y="35560"/>
                </a:lnTo>
                <a:lnTo>
                  <a:pt x="279400" y="20320"/>
                </a:lnTo>
                <a:lnTo>
                  <a:pt x="367665" y="8890"/>
                </a:lnTo>
                <a:lnTo>
                  <a:pt x="461645" y="2540"/>
                </a:lnTo>
                <a:lnTo>
                  <a:pt x="558800" y="0"/>
                </a:lnTo>
                <a:lnTo>
                  <a:pt x="655955" y="2540"/>
                </a:lnTo>
                <a:lnTo>
                  <a:pt x="749935" y="8890"/>
                </a:lnTo>
                <a:lnTo>
                  <a:pt x="838200" y="20320"/>
                </a:lnTo>
                <a:lnTo>
                  <a:pt x="918210" y="35560"/>
                </a:lnTo>
                <a:lnTo>
                  <a:pt x="986790" y="54610"/>
                </a:lnTo>
                <a:lnTo>
                  <a:pt x="1042670" y="76200"/>
                </a:lnTo>
                <a:lnTo>
                  <a:pt x="1083945" y="100330"/>
                </a:lnTo>
                <a:lnTo>
                  <a:pt x="1109345" y="125730"/>
                </a:lnTo>
                <a:close/>
              </a:path>
            </a:pathLst>
          </a:custGeom>
          <a:solidFill>
            <a:srgbClr val="F1ECE4"/>
          </a:solidFill>
          <a:ln>
            <a:noFill/>
          </a:ln>
        </p:spPr>
        <p:txBody>
          <a:bodyPr rtlCol="0" anchor="ctr"/>
          <a:lstStyle/>
          <a:p>
            <a:pPr algn="ctr"/>
            <a:endParaRPr lang="pl-PL" dirty="0"/>
          </a:p>
        </p:txBody>
      </p:sp>
      <p:sp>
        <p:nvSpPr>
          <p:cNvPr id="13" name="Kształt 10"/>
          <p:cNvSpPr/>
          <p:nvPr/>
        </p:nvSpPr>
        <p:spPr>
          <a:xfrm>
            <a:off x="8801100" y="5003800"/>
            <a:ext cx="1574800" cy="431800"/>
          </a:xfrm>
          <a:custGeom>
            <a:avLst/>
            <a:gdLst/>
            <a:ahLst/>
            <a:cxnLst/>
            <a:rect l="0" t="0" r="r" b="b"/>
            <a:pathLst>
              <a:path w="1574800" h="431800">
                <a:moveTo>
                  <a:pt x="1574800" y="215900"/>
                </a:moveTo>
                <a:lnTo>
                  <a:pt x="1562735" y="253365"/>
                </a:lnTo>
                <a:lnTo>
                  <a:pt x="1527175" y="289560"/>
                </a:lnTo>
                <a:lnTo>
                  <a:pt x="1469390" y="323850"/>
                </a:lnTo>
                <a:lnTo>
                  <a:pt x="1390650" y="354965"/>
                </a:lnTo>
                <a:lnTo>
                  <a:pt x="1293495" y="381000"/>
                </a:lnTo>
                <a:lnTo>
                  <a:pt x="1181100" y="402590"/>
                </a:lnTo>
                <a:lnTo>
                  <a:pt x="1056640" y="418465"/>
                </a:lnTo>
                <a:lnTo>
                  <a:pt x="923925" y="428625"/>
                </a:lnTo>
                <a:lnTo>
                  <a:pt x="787400" y="431800"/>
                </a:lnTo>
                <a:lnTo>
                  <a:pt x="650875" y="428625"/>
                </a:lnTo>
                <a:lnTo>
                  <a:pt x="518160" y="418465"/>
                </a:lnTo>
                <a:lnTo>
                  <a:pt x="393700" y="402590"/>
                </a:lnTo>
                <a:lnTo>
                  <a:pt x="281305" y="381000"/>
                </a:lnTo>
                <a:lnTo>
                  <a:pt x="184150" y="354965"/>
                </a:lnTo>
                <a:lnTo>
                  <a:pt x="105410" y="323850"/>
                </a:lnTo>
                <a:lnTo>
                  <a:pt x="47625" y="289560"/>
                </a:lnTo>
                <a:lnTo>
                  <a:pt x="12065" y="253365"/>
                </a:lnTo>
                <a:lnTo>
                  <a:pt x="0" y="215900"/>
                </a:lnTo>
                <a:lnTo>
                  <a:pt x="12065" y="178435"/>
                </a:lnTo>
                <a:lnTo>
                  <a:pt x="47625" y="142240"/>
                </a:lnTo>
                <a:lnTo>
                  <a:pt x="105410" y="107950"/>
                </a:lnTo>
                <a:lnTo>
                  <a:pt x="184150" y="76835"/>
                </a:lnTo>
                <a:lnTo>
                  <a:pt x="281305" y="50800"/>
                </a:lnTo>
                <a:lnTo>
                  <a:pt x="393700" y="29210"/>
                </a:lnTo>
                <a:lnTo>
                  <a:pt x="518160" y="13335"/>
                </a:lnTo>
                <a:lnTo>
                  <a:pt x="650875" y="3175"/>
                </a:lnTo>
                <a:lnTo>
                  <a:pt x="787400" y="0"/>
                </a:lnTo>
                <a:lnTo>
                  <a:pt x="923925" y="3175"/>
                </a:lnTo>
                <a:lnTo>
                  <a:pt x="1056640" y="13335"/>
                </a:lnTo>
                <a:lnTo>
                  <a:pt x="1181100" y="29210"/>
                </a:lnTo>
                <a:lnTo>
                  <a:pt x="1293495" y="50800"/>
                </a:lnTo>
                <a:lnTo>
                  <a:pt x="1390650" y="76835"/>
                </a:lnTo>
                <a:lnTo>
                  <a:pt x="1469390" y="107950"/>
                </a:lnTo>
                <a:lnTo>
                  <a:pt x="1527175" y="142240"/>
                </a:lnTo>
                <a:lnTo>
                  <a:pt x="1562735" y="178435"/>
                </a:lnTo>
                <a:close/>
              </a:path>
            </a:pathLst>
          </a:custGeom>
          <a:solidFill>
            <a:srgbClr val="FFFFFF"/>
          </a:solidFill>
          <a:ln>
            <a:noFill/>
          </a:ln>
        </p:spPr>
        <p:txBody>
          <a:bodyPr rtlCol="0" anchor="ctr"/>
          <a:lstStyle/>
          <a:p>
            <a:pPr algn="ctr"/>
            <a:endParaRPr lang="pl-PL" dirty="0"/>
          </a:p>
        </p:txBody>
      </p:sp>
      <p:sp>
        <p:nvSpPr>
          <p:cNvPr id="14" name="Kształt 11"/>
          <p:cNvSpPr/>
          <p:nvPr/>
        </p:nvSpPr>
        <p:spPr>
          <a:xfrm>
            <a:off x="9029700" y="5067300"/>
            <a:ext cx="1117600" cy="304800"/>
          </a:xfrm>
          <a:custGeom>
            <a:avLst/>
            <a:gdLst/>
            <a:ahLst/>
            <a:cxnLst/>
            <a:rect l="0" t="0" r="r" b="b"/>
            <a:pathLst>
              <a:path w="1117600" h="304800">
                <a:moveTo>
                  <a:pt x="1117600" y="152400"/>
                </a:moveTo>
                <a:lnTo>
                  <a:pt x="1109345" y="179070"/>
                </a:lnTo>
                <a:lnTo>
                  <a:pt x="1083945" y="204470"/>
                </a:lnTo>
                <a:lnTo>
                  <a:pt x="1042670" y="228600"/>
                </a:lnTo>
                <a:lnTo>
                  <a:pt x="986790" y="250190"/>
                </a:lnTo>
                <a:lnTo>
                  <a:pt x="918210" y="269240"/>
                </a:lnTo>
                <a:lnTo>
                  <a:pt x="838200" y="284480"/>
                </a:lnTo>
                <a:lnTo>
                  <a:pt x="749935" y="295910"/>
                </a:lnTo>
                <a:lnTo>
                  <a:pt x="655955" y="302260"/>
                </a:lnTo>
                <a:lnTo>
                  <a:pt x="558800" y="304800"/>
                </a:lnTo>
                <a:lnTo>
                  <a:pt x="461645" y="302260"/>
                </a:lnTo>
                <a:lnTo>
                  <a:pt x="367665" y="295910"/>
                </a:lnTo>
                <a:lnTo>
                  <a:pt x="279400" y="284480"/>
                </a:lnTo>
                <a:lnTo>
                  <a:pt x="199390" y="269240"/>
                </a:lnTo>
                <a:lnTo>
                  <a:pt x="130810" y="250190"/>
                </a:lnTo>
                <a:lnTo>
                  <a:pt x="74930" y="228600"/>
                </a:lnTo>
                <a:lnTo>
                  <a:pt x="33655" y="204470"/>
                </a:lnTo>
                <a:lnTo>
                  <a:pt x="8255" y="179070"/>
                </a:lnTo>
                <a:lnTo>
                  <a:pt x="0" y="152400"/>
                </a:lnTo>
                <a:lnTo>
                  <a:pt x="8255" y="125730"/>
                </a:lnTo>
                <a:lnTo>
                  <a:pt x="33655" y="100330"/>
                </a:lnTo>
                <a:lnTo>
                  <a:pt x="74930" y="76200"/>
                </a:lnTo>
                <a:lnTo>
                  <a:pt x="130810" y="54610"/>
                </a:lnTo>
                <a:lnTo>
                  <a:pt x="199390" y="35560"/>
                </a:lnTo>
                <a:lnTo>
                  <a:pt x="279400" y="20320"/>
                </a:lnTo>
                <a:lnTo>
                  <a:pt x="367665" y="8890"/>
                </a:lnTo>
                <a:lnTo>
                  <a:pt x="461645" y="2540"/>
                </a:lnTo>
                <a:lnTo>
                  <a:pt x="558800" y="0"/>
                </a:lnTo>
                <a:lnTo>
                  <a:pt x="655955" y="2540"/>
                </a:lnTo>
                <a:lnTo>
                  <a:pt x="749935" y="8890"/>
                </a:lnTo>
                <a:lnTo>
                  <a:pt x="838200" y="20320"/>
                </a:lnTo>
                <a:lnTo>
                  <a:pt x="918210" y="35560"/>
                </a:lnTo>
                <a:lnTo>
                  <a:pt x="986790" y="54610"/>
                </a:lnTo>
                <a:lnTo>
                  <a:pt x="1042670" y="76200"/>
                </a:lnTo>
                <a:lnTo>
                  <a:pt x="1083945" y="100330"/>
                </a:lnTo>
                <a:lnTo>
                  <a:pt x="1109345" y="125730"/>
                </a:lnTo>
                <a:close/>
              </a:path>
            </a:pathLst>
          </a:custGeom>
          <a:solidFill>
            <a:srgbClr val="F1ECE4"/>
          </a:solidFill>
          <a:ln>
            <a:noFill/>
          </a:ln>
        </p:spPr>
        <p:txBody>
          <a:bodyPr rtlCol="0" anchor="ctr"/>
          <a:lstStyle/>
          <a:p>
            <a:pPr algn="ctr"/>
            <a:endParaRPr lang="pl-PL" dirty="0"/>
          </a:p>
        </p:txBody>
      </p:sp>
      <p:sp>
        <p:nvSpPr>
          <p:cNvPr id="15" name="Kształt 12"/>
          <p:cNvSpPr/>
          <p:nvPr/>
        </p:nvSpPr>
        <p:spPr>
          <a:xfrm>
            <a:off x="3238500" y="4076700"/>
            <a:ext cx="762000" cy="1143000"/>
          </a:xfrm>
          <a:custGeom>
            <a:avLst/>
            <a:gdLst/>
            <a:ahLst/>
            <a:cxnLst/>
            <a:rect l="0" t="0" r="r" b="b"/>
            <a:pathLst>
              <a:path w="762000" h="1143000">
                <a:moveTo>
                  <a:pt x="76200" y="0"/>
                </a:moveTo>
                <a:lnTo>
                  <a:pt x="685800" y="0"/>
                </a:lnTo>
                <a:lnTo>
                  <a:pt x="762000" y="1143000"/>
                </a:lnTo>
                <a:lnTo>
                  <a:pt x="0" y="1143000"/>
                </a:lnTo>
                <a:close/>
              </a:path>
            </a:pathLst>
          </a:custGeom>
          <a:solidFill>
            <a:srgbClr val="F3E2A0"/>
          </a:solidFill>
          <a:ln>
            <a:noFill/>
          </a:ln>
        </p:spPr>
        <p:txBody>
          <a:bodyPr rtlCol="0" anchor="ctr"/>
          <a:lstStyle/>
          <a:p>
            <a:pPr algn="ctr"/>
            <a:endParaRPr lang="pl-PL" dirty="0"/>
          </a:p>
        </p:txBody>
      </p:sp>
      <p:sp>
        <p:nvSpPr>
          <p:cNvPr id="16" name="Kształt 13"/>
          <p:cNvSpPr/>
          <p:nvPr/>
        </p:nvSpPr>
        <p:spPr>
          <a:xfrm>
            <a:off x="3314700" y="4165600"/>
            <a:ext cx="177800" cy="977900"/>
          </a:xfrm>
          <a:custGeom>
            <a:avLst/>
            <a:gdLst/>
            <a:ahLst/>
            <a:cxnLst/>
            <a:rect l="0" t="0" r="r" b="b"/>
            <a:pathLst>
              <a:path w="177800" h="977900">
                <a:moveTo>
                  <a:pt x="50800" y="0"/>
                </a:moveTo>
                <a:lnTo>
                  <a:pt x="177800" y="0"/>
                </a:lnTo>
                <a:lnTo>
                  <a:pt x="139700" y="977900"/>
                </a:lnTo>
                <a:lnTo>
                  <a:pt x="0" y="977900"/>
                </a:lnTo>
                <a:close/>
              </a:path>
            </a:pathLst>
          </a:custGeom>
          <a:solidFill>
            <a:srgbClr val="FBF1C8"/>
          </a:solidFill>
          <a:ln>
            <a:noFill/>
          </a:ln>
        </p:spPr>
        <p:txBody>
          <a:bodyPr rtlCol="0" anchor="ctr"/>
          <a:lstStyle/>
          <a:p>
            <a:pPr algn="ctr"/>
            <a:endParaRPr lang="pl-PL" dirty="0"/>
          </a:p>
        </p:txBody>
      </p:sp>
      <p:sp>
        <p:nvSpPr>
          <p:cNvPr id="17" name="Kształt 14"/>
          <p:cNvSpPr/>
          <p:nvPr/>
        </p:nvSpPr>
        <p:spPr>
          <a:xfrm>
            <a:off x="3924300" y="4254500"/>
            <a:ext cx="266700" cy="660400"/>
          </a:xfrm>
          <a:custGeom>
            <a:avLst/>
            <a:gdLst/>
            <a:ahLst/>
            <a:cxnLst/>
            <a:rect l="0" t="0" r="r" b="b"/>
            <a:pathLst>
              <a:path w="266700" h="660400">
                <a:moveTo>
                  <a:pt x="0" y="0"/>
                </a:moveTo>
                <a:lnTo>
                  <a:pt x="266700" y="88900"/>
                </a:lnTo>
                <a:lnTo>
                  <a:pt x="228600" y="571500"/>
                </a:lnTo>
                <a:lnTo>
                  <a:pt x="38100" y="660400"/>
                </a:lnTo>
                <a:close/>
              </a:path>
            </a:pathLst>
          </a:custGeom>
          <a:solidFill>
            <a:srgbClr val="E9D48A"/>
          </a:solidFill>
          <a:ln>
            <a:noFill/>
          </a:ln>
        </p:spPr>
        <p:txBody>
          <a:bodyPr rtlCol="0" anchor="ctr"/>
          <a:lstStyle/>
          <a:p>
            <a:pPr algn="ctr"/>
            <a:endParaRPr lang="pl-PL" dirty="0"/>
          </a:p>
        </p:txBody>
      </p:sp>
      <p:sp>
        <p:nvSpPr>
          <p:cNvPr id="18" name="Kształt 15"/>
          <p:cNvSpPr/>
          <p:nvPr/>
        </p:nvSpPr>
        <p:spPr>
          <a:xfrm>
            <a:off x="3314700" y="4013200"/>
            <a:ext cx="609600" cy="127000"/>
          </a:xfrm>
          <a:custGeom>
            <a:avLst/>
            <a:gdLst/>
            <a:ahLst/>
            <a:cxnLst/>
            <a:rect l="0" t="0" r="r" b="b"/>
            <a:pathLst>
              <a:path w="609600" h="127000">
                <a:moveTo>
                  <a:pt x="609600" y="63500"/>
                </a:moveTo>
                <a:lnTo>
                  <a:pt x="605155" y="74295"/>
                </a:lnTo>
                <a:lnTo>
                  <a:pt x="591185" y="85090"/>
                </a:lnTo>
                <a:lnTo>
                  <a:pt x="568960" y="95250"/>
                </a:lnTo>
                <a:lnTo>
                  <a:pt x="538480" y="104140"/>
                </a:lnTo>
                <a:lnTo>
                  <a:pt x="501015" y="112395"/>
                </a:lnTo>
                <a:lnTo>
                  <a:pt x="457200" y="118745"/>
                </a:lnTo>
                <a:lnTo>
                  <a:pt x="408940" y="123190"/>
                </a:lnTo>
                <a:lnTo>
                  <a:pt x="357505" y="125730"/>
                </a:lnTo>
                <a:lnTo>
                  <a:pt x="304800" y="127000"/>
                </a:lnTo>
                <a:lnTo>
                  <a:pt x="252095" y="125730"/>
                </a:lnTo>
                <a:lnTo>
                  <a:pt x="200660" y="123190"/>
                </a:lnTo>
                <a:lnTo>
                  <a:pt x="152400" y="118745"/>
                </a:lnTo>
                <a:lnTo>
                  <a:pt x="108585" y="112395"/>
                </a:lnTo>
                <a:lnTo>
                  <a:pt x="71120" y="104140"/>
                </a:lnTo>
                <a:lnTo>
                  <a:pt x="40640" y="95250"/>
                </a:lnTo>
                <a:lnTo>
                  <a:pt x="18415" y="85090"/>
                </a:lnTo>
                <a:lnTo>
                  <a:pt x="4445" y="74295"/>
                </a:lnTo>
                <a:lnTo>
                  <a:pt x="0" y="63500"/>
                </a:lnTo>
                <a:lnTo>
                  <a:pt x="4445" y="52705"/>
                </a:lnTo>
                <a:lnTo>
                  <a:pt x="18415" y="41910"/>
                </a:lnTo>
                <a:lnTo>
                  <a:pt x="40640" y="31750"/>
                </a:lnTo>
                <a:lnTo>
                  <a:pt x="71120" y="22860"/>
                </a:lnTo>
                <a:lnTo>
                  <a:pt x="108585" y="14605"/>
                </a:lnTo>
                <a:lnTo>
                  <a:pt x="152400" y="8255"/>
                </a:lnTo>
                <a:lnTo>
                  <a:pt x="200660" y="3810"/>
                </a:lnTo>
                <a:lnTo>
                  <a:pt x="252095" y="1270"/>
                </a:lnTo>
                <a:lnTo>
                  <a:pt x="304800" y="0"/>
                </a:lnTo>
                <a:lnTo>
                  <a:pt x="357505" y="1270"/>
                </a:lnTo>
                <a:lnTo>
                  <a:pt x="408940" y="3810"/>
                </a:lnTo>
                <a:lnTo>
                  <a:pt x="457200" y="8255"/>
                </a:lnTo>
                <a:lnTo>
                  <a:pt x="501015" y="14605"/>
                </a:lnTo>
                <a:lnTo>
                  <a:pt x="538480" y="22860"/>
                </a:lnTo>
                <a:lnTo>
                  <a:pt x="568960" y="31750"/>
                </a:lnTo>
                <a:lnTo>
                  <a:pt x="591185" y="41910"/>
                </a:lnTo>
                <a:lnTo>
                  <a:pt x="605155" y="52705"/>
                </a:lnTo>
                <a:close/>
              </a:path>
            </a:pathLst>
          </a:custGeom>
          <a:solidFill>
            <a:srgbClr val="FFF6D6"/>
          </a:solidFill>
          <a:ln>
            <a:noFill/>
          </a:ln>
        </p:spPr>
        <p:txBody>
          <a:bodyPr rtlCol="0" anchor="ctr"/>
          <a:lstStyle/>
          <a:p>
            <a:pPr algn="ctr"/>
            <a:endParaRPr lang="pl-PL" dirty="0"/>
          </a:p>
        </p:txBody>
      </p:sp>
      <p:sp>
        <p:nvSpPr>
          <p:cNvPr id="19" name="Kształt 16"/>
          <p:cNvSpPr/>
          <p:nvPr/>
        </p:nvSpPr>
        <p:spPr>
          <a:xfrm>
            <a:off x="3556000" y="4368800"/>
            <a:ext cx="279400" cy="279400"/>
          </a:xfrm>
          <a:prstGeom prst="ellipse">
            <a:avLst/>
          </a:prstGeom>
          <a:solidFill>
            <a:srgbClr val="F4D03F"/>
          </a:solidFill>
          <a:ln>
            <a:noFill/>
          </a:ln>
        </p:spPr>
        <p:txBody>
          <a:bodyPr rtlCol="0" anchor="ctr"/>
          <a:lstStyle/>
          <a:p>
            <a:pPr algn="ctr"/>
            <a:endParaRPr lang="pl-PL" dirty="0"/>
          </a:p>
        </p:txBody>
      </p:sp>
      <p:sp>
        <p:nvSpPr>
          <p:cNvPr id="20" name="Kształt 17"/>
          <p:cNvSpPr/>
          <p:nvPr/>
        </p:nvSpPr>
        <p:spPr>
          <a:xfrm>
            <a:off x="3606800" y="4419600"/>
            <a:ext cx="177800" cy="177800"/>
          </a:xfrm>
          <a:prstGeom prst="ellipse">
            <a:avLst/>
          </a:prstGeom>
          <a:solidFill>
            <a:srgbClr val="FBE78A"/>
          </a:solidFill>
          <a:ln>
            <a:noFill/>
          </a:ln>
        </p:spPr>
        <p:txBody>
          <a:bodyPr rtlCol="0" anchor="ctr"/>
          <a:lstStyle/>
          <a:p>
            <a:pPr algn="ctr"/>
            <a:endParaRPr lang="pl-PL" dirty="0"/>
          </a:p>
        </p:txBody>
      </p:sp>
      <p:sp>
        <p:nvSpPr>
          <p:cNvPr id="21" name="Kształt 18"/>
          <p:cNvSpPr/>
          <p:nvPr/>
        </p:nvSpPr>
        <p:spPr>
          <a:xfrm>
            <a:off x="4318000" y="4902200"/>
            <a:ext cx="1905000" cy="584200"/>
          </a:xfrm>
          <a:custGeom>
            <a:avLst/>
            <a:gdLst/>
            <a:ahLst/>
            <a:cxnLst/>
            <a:rect l="0" t="0" r="r" b="b"/>
            <a:pathLst>
              <a:path w="1905000" h="584200">
                <a:moveTo>
                  <a:pt x="1905000" y="0"/>
                </a:moveTo>
                <a:lnTo>
                  <a:pt x="1896745" y="76200"/>
                </a:lnTo>
                <a:lnTo>
                  <a:pt x="1872615" y="151130"/>
                </a:lnTo>
                <a:lnTo>
                  <a:pt x="1832610" y="223520"/>
                </a:lnTo>
                <a:lnTo>
                  <a:pt x="1777365" y="292100"/>
                </a:lnTo>
                <a:lnTo>
                  <a:pt x="1708150" y="355600"/>
                </a:lnTo>
                <a:lnTo>
                  <a:pt x="1626235" y="413385"/>
                </a:lnTo>
                <a:lnTo>
                  <a:pt x="1532255" y="463550"/>
                </a:lnTo>
                <a:lnTo>
                  <a:pt x="1428750" y="506095"/>
                </a:lnTo>
                <a:lnTo>
                  <a:pt x="1316990" y="539750"/>
                </a:lnTo>
                <a:lnTo>
                  <a:pt x="1198880" y="564515"/>
                </a:lnTo>
                <a:lnTo>
                  <a:pt x="1076960" y="579120"/>
                </a:lnTo>
                <a:lnTo>
                  <a:pt x="952500" y="584200"/>
                </a:lnTo>
                <a:lnTo>
                  <a:pt x="828040" y="579120"/>
                </a:lnTo>
                <a:lnTo>
                  <a:pt x="706120" y="564515"/>
                </a:lnTo>
                <a:lnTo>
                  <a:pt x="588010" y="539750"/>
                </a:lnTo>
                <a:lnTo>
                  <a:pt x="476250" y="506095"/>
                </a:lnTo>
                <a:lnTo>
                  <a:pt x="372745" y="463550"/>
                </a:lnTo>
                <a:lnTo>
                  <a:pt x="278765" y="413385"/>
                </a:lnTo>
                <a:lnTo>
                  <a:pt x="196850" y="355600"/>
                </a:lnTo>
                <a:lnTo>
                  <a:pt x="127635" y="292100"/>
                </a:lnTo>
                <a:lnTo>
                  <a:pt x="72390" y="223520"/>
                </a:lnTo>
                <a:lnTo>
                  <a:pt x="32385" y="151130"/>
                </a:lnTo>
                <a:lnTo>
                  <a:pt x="8255" y="76200"/>
                </a:lnTo>
                <a:lnTo>
                  <a:pt x="0" y="0"/>
                </a:lnTo>
                <a:close/>
              </a:path>
            </a:pathLst>
          </a:custGeom>
          <a:solidFill>
            <a:srgbClr val="CF1723"/>
          </a:solidFill>
          <a:ln>
            <a:noFill/>
          </a:ln>
        </p:spPr>
        <p:txBody>
          <a:bodyPr rtlCol="0" anchor="ctr"/>
          <a:lstStyle/>
          <a:p>
            <a:pPr algn="ctr"/>
            <a:endParaRPr lang="pl-PL" dirty="0"/>
          </a:p>
        </p:txBody>
      </p:sp>
      <p:sp>
        <p:nvSpPr>
          <p:cNvPr id="22" name="Kształt 19"/>
          <p:cNvSpPr/>
          <p:nvPr/>
        </p:nvSpPr>
        <p:spPr>
          <a:xfrm>
            <a:off x="4318000" y="4711700"/>
            <a:ext cx="1905000" cy="381000"/>
          </a:xfrm>
          <a:custGeom>
            <a:avLst/>
            <a:gdLst/>
            <a:ahLst/>
            <a:cxnLst/>
            <a:rect l="0" t="0" r="r" b="b"/>
            <a:pathLst>
              <a:path w="1905000" h="381000">
                <a:moveTo>
                  <a:pt x="1905000" y="190500"/>
                </a:moveTo>
                <a:lnTo>
                  <a:pt x="1890395" y="223520"/>
                </a:lnTo>
                <a:lnTo>
                  <a:pt x="1847850" y="255905"/>
                </a:lnTo>
                <a:lnTo>
                  <a:pt x="1777365" y="285750"/>
                </a:lnTo>
                <a:lnTo>
                  <a:pt x="1682115" y="313055"/>
                </a:lnTo>
                <a:lnTo>
                  <a:pt x="1564640" y="336550"/>
                </a:lnTo>
                <a:lnTo>
                  <a:pt x="1428750" y="355600"/>
                </a:lnTo>
                <a:lnTo>
                  <a:pt x="1278255" y="369570"/>
                </a:lnTo>
                <a:lnTo>
                  <a:pt x="1117600" y="377825"/>
                </a:lnTo>
                <a:lnTo>
                  <a:pt x="952500" y="381000"/>
                </a:lnTo>
                <a:lnTo>
                  <a:pt x="787400" y="377825"/>
                </a:lnTo>
                <a:lnTo>
                  <a:pt x="626745" y="369570"/>
                </a:lnTo>
                <a:lnTo>
                  <a:pt x="476250" y="355600"/>
                </a:lnTo>
                <a:lnTo>
                  <a:pt x="340360" y="336550"/>
                </a:lnTo>
                <a:lnTo>
                  <a:pt x="222885" y="313055"/>
                </a:lnTo>
                <a:lnTo>
                  <a:pt x="127635" y="285750"/>
                </a:lnTo>
                <a:lnTo>
                  <a:pt x="57150" y="255905"/>
                </a:lnTo>
                <a:lnTo>
                  <a:pt x="14605" y="223520"/>
                </a:lnTo>
                <a:lnTo>
                  <a:pt x="0" y="190500"/>
                </a:lnTo>
                <a:lnTo>
                  <a:pt x="14605" y="157480"/>
                </a:lnTo>
                <a:lnTo>
                  <a:pt x="57150" y="125095"/>
                </a:lnTo>
                <a:lnTo>
                  <a:pt x="127635" y="95250"/>
                </a:lnTo>
                <a:lnTo>
                  <a:pt x="222885" y="67945"/>
                </a:lnTo>
                <a:lnTo>
                  <a:pt x="340360" y="44450"/>
                </a:lnTo>
                <a:lnTo>
                  <a:pt x="476250" y="25400"/>
                </a:lnTo>
                <a:lnTo>
                  <a:pt x="626745" y="11430"/>
                </a:lnTo>
                <a:lnTo>
                  <a:pt x="787400" y="3175"/>
                </a:lnTo>
                <a:lnTo>
                  <a:pt x="952500" y="0"/>
                </a:lnTo>
                <a:lnTo>
                  <a:pt x="1117600" y="3175"/>
                </a:lnTo>
                <a:lnTo>
                  <a:pt x="1278255" y="11430"/>
                </a:lnTo>
                <a:lnTo>
                  <a:pt x="1428750" y="25400"/>
                </a:lnTo>
                <a:lnTo>
                  <a:pt x="1564640" y="44450"/>
                </a:lnTo>
                <a:lnTo>
                  <a:pt x="1682115" y="67945"/>
                </a:lnTo>
                <a:lnTo>
                  <a:pt x="1777365" y="95250"/>
                </a:lnTo>
                <a:lnTo>
                  <a:pt x="1847850" y="125095"/>
                </a:lnTo>
                <a:lnTo>
                  <a:pt x="1890395" y="157480"/>
                </a:lnTo>
                <a:close/>
              </a:path>
            </a:pathLst>
          </a:custGeom>
          <a:solidFill>
            <a:srgbClr val="95161D"/>
          </a:solidFill>
          <a:ln>
            <a:noFill/>
          </a:ln>
        </p:spPr>
        <p:txBody>
          <a:bodyPr rtlCol="0" anchor="ctr"/>
          <a:lstStyle/>
          <a:p>
            <a:pPr algn="ctr"/>
            <a:endParaRPr lang="pl-PL" dirty="0"/>
          </a:p>
        </p:txBody>
      </p:sp>
      <p:sp>
        <p:nvSpPr>
          <p:cNvPr id="23" name="Kształt 20"/>
          <p:cNvSpPr/>
          <p:nvPr/>
        </p:nvSpPr>
        <p:spPr>
          <a:xfrm>
            <a:off x="4635500" y="4381500"/>
            <a:ext cx="571500" cy="482600"/>
          </a:xfrm>
          <a:custGeom>
            <a:avLst/>
            <a:gdLst/>
            <a:ahLst/>
            <a:cxnLst/>
            <a:rect l="0" t="0" r="r" b="b"/>
            <a:pathLst>
              <a:path w="571500" h="482600">
                <a:moveTo>
                  <a:pt x="0" y="482600"/>
                </a:moveTo>
                <a:lnTo>
                  <a:pt x="330200" y="0"/>
                </a:lnTo>
                <a:lnTo>
                  <a:pt x="571500" y="444500"/>
                </a:lnTo>
                <a:close/>
              </a:path>
            </a:pathLst>
          </a:custGeom>
          <a:solidFill>
            <a:srgbClr val="F6C453"/>
          </a:solidFill>
          <a:ln>
            <a:noFill/>
          </a:ln>
        </p:spPr>
        <p:txBody>
          <a:bodyPr rtlCol="0" anchor="ctr"/>
          <a:lstStyle/>
          <a:p>
            <a:pPr algn="ctr"/>
            <a:endParaRPr lang="pl-PL" dirty="0"/>
          </a:p>
        </p:txBody>
      </p:sp>
      <p:sp>
        <p:nvSpPr>
          <p:cNvPr id="24" name="Kształt 21"/>
          <p:cNvSpPr/>
          <p:nvPr/>
        </p:nvSpPr>
        <p:spPr>
          <a:xfrm>
            <a:off x="4889500" y="4305300"/>
            <a:ext cx="647700" cy="520700"/>
          </a:xfrm>
          <a:custGeom>
            <a:avLst/>
            <a:gdLst/>
            <a:ahLst/>
            <a:cxnLst/>
            <a:rect l="0" t="0" r="r" b="b"/>
            <a:pathLst>
              <a:path w="647700" h="520700">
                <a:moveTo>
                  <a:pt x="0" y="520700"/>
                </a:moveTo>
                <a:lnTo>
                  <a:pt x="381000" y="0"/>
                </a:lnTo>
                <a:lnTo>
                  <a:pt x="647700" y="495300"/>
                </a:lnTo>
                <a:close/>
              </a:path>
            </a:pathLst>
          </a:custGeom>
          <a:solidFill>
            <a:srgbClr val="EEB33B"/>
          </a:solidFill>
          <a:ln>
            <a:noFill/>
          </a:ln>
        </p:spPr>
        <p:txBody>
          <a:bodyPr rtlCol="0" anchor="ctr"/>
          <a:lstStyle/>
          <a:p>
            <a:pPr algn="ctr"/>
            <a:endParaRPr lang="pl-PL" dirty="0"/>
          </a:p>
        </p:txBody>
      </p:sp>
      <p:sp>
        <p:nvSpPr>
          <p:cNvPr id="25" name="Kształt 22"/>
          <p:cNvSpPr/>
          <p:nvPr/>
        </p:nvSpPr>
        <p:spPr>
          <a:xfrm>
            <a:off x="5207000" y="4406900"/>
            <a:ext cx="635000" cy="457200"/>
          </a:xfrm>
          <a:custGeom>
            <a:avLst/>
            <a:gdLst/>
            <a:ahLst/>
            <a:cxnLst/>
            <a:rect l="0" t="0" r="r" b="b"/>
            <a:pathLst>
              <a:path w="635000" h="457200">
                <a:moveTo>
                  <a:pt x="0" y="444500"/>
                </a:moveTo>
                <a:lnTo>
                  <a:pt x="431800" y="0"/>
                </a:lnTo>
                <a:lnTo>
                  <a:pt x="635000" y="457200"/>
                </a:lnTo>
                <a:close/>
              </a:path>
            </a:pathLst>
          </a:custGeom>
          <a:solidFill>
            <a:srgbClr val="F8D77A"/>
          </a:solidFill>
          <a:ln>
            <a:noFill/>
          </a:ln>
        </p:spPr>
        <p:txBody>
          <a:bodyPr rtlCol="0" anchor="ctr"/>
          <a:lstStyle/>
          <a:p>
            <a:pPr algn="ctr"/>
            <a:endParaRPr lang="pl-PL" dirty="0"/>
          </a:p>
        </p:txBody>
      </p:sp>
      <p:sp>
        <p:nvSpPr>
          <p:cNvPr id="26" name="Kształt 23"/>
          <p:cNvSpPr/>
          <p:nvPr/>
        </p:nvSpPr>
        <p:spPr>
          <a:xfrm>
            <a:off x="5537200" y="4508500"/>
            <a:ext cx="596900" cy="381000"/>
          </a:xfrm>
          <a:custGeom>
            <a:avLst/>
            <a:gdLst/>
            <a:ahLst/>
            <a:cxnLst/>
            <a:rect l="0" t="0" r="r" b="b"/>
            <a:pathLst>
              <a:path w="596900" h="381000">
                <a:moveTo>
                  <a:pt x="0" y="355600"/>
                </a:moveTo>
                <a:lnTo>
                  <a:pt x="368300" y="0"/>
                </a:lnTo>
                <a:lnTo>
                  <a:pt x="596900" y="381000"/>
                </a:lnTo>
                <a:close/>
              </a:path>
            </a:pathLst>
          </a:custGeom>
          <a:solidFill>
            <a:srgbClr val="E7A12C"/>
          </a:solidFill>
          <a:ln>
            <a:noFill/>
          </a:ln>
        </p:spPr>
        <p:txBody>
          <a:bodyPr rtlCol="0" anchor="ctr"/>
          <a:lstStyle/>
          <a:p>
            <a:pPr algn="ctr"/>
            <a:endParaRPr lang="pl-PL" dirty="0"/>
          </a:p>
        </p:txBody>
      </p:sp>
      <p:sp>
        <p:nvSpPr>
          <p:cNvPr id="27" name="Kształt 24"/>
          <p:cNvSpPr/>
          <p:nvPr/>
        </p:nvSpPr>
        <p:spPr>
          <a:xfrm>
            <a:off x="4419600" y="4572000"/>
            <a:ext cx="419100" cy="342900"/>
          </a:xfrm>
          <a:custGeom>
            <a:avLst/>
            <a:gdLst/>
            <a:ahLst/>
            <a:cxnLst/>
            <a:rect l="0" t="0" r="r" b="b"/>
            <a:pathLst>
              <a:path w="419100" h="342900">
                <a:moveTo>
                  <a:pt x="0" y="330200"/>
                </a:moveTo>
                <a:lnTo>
                  <a:pt x="203200" y="0"/>
                </a:lnTo>
                <a:lnTo>
                  <a:pt x="419100" y="342900"/>
                </a:lnTo>
                <a:close/>
              </a:path>
            </a:pathLst>
          </a:custGeom>
          <a:solidFill>
            <a:srgbClr val="F6C453"/>
          </a:solidFill>
          <a:ln>
            <a:noFill/>
          </a:ln>
        </p:spPr>
        <p:txBody>
          <a:bodyPr rtlCol="0" anchor="ctr"/>
          <a:lstStyle/>
          <a:p>
            <a:pPr algn="ctr"/>
            <a:endParaRPr lang="pl-PL" dirty="0"/>
          </a:p>
        </p:txBody>
      </p:sp>
      <p:sp>
        <p:nvSpPr>
          <p:cNvPr id="28" name="Kształt 25"/>
          <p:cNvSpPr/>
          <p:nvPr/>
        </p:nvSpPr>
        <p:spPr>
          <a:xfrm>
            <a:off x="4762500" y="4508500"/>
            <a:ext cx="355600" cy="406400"/>
          </a:xfrm>
          <a:custGeom>
            <a:avLst/>
            <a:gdLst/>
            <a:ahLst/>
            <a:cxnLst/>
            <a:rect l="0" t="0" r="r" b="b"/>
            <a:pathLst>
              <a:path w="355600" h="406400">
                <a:moveTo>
                  <a:pt x="0" y="165100"/>
                </a:moveTo>
                <a:lnTo>
                  <a:pt x="355600" y="0"/>
                </a:lnTo>
                <a:lnTo>
                  <a:pt x="190500" y="406400"/>
                </a:lnTo>
                <a:close/>
              </a:path>
            </a:pathLst>
          </a:custGeom>
          <a:solidFill>
            <a:srgbClr val="EEB33B"/>
          </a:solidFill>
          <a:ln>
            <a:noFill/>
          </a:ln>
        </p:spPr>
        <p:txBody>
          <a:bodyPr rtlCol="0" anchor="ctr"/>
          <a:lstStyle/>
          <a:p>
            <a:pPr algn="ctr"/>
            <a:endParaRPr lang="pl-PL" dirty="0"/>
          </a:p>
        </p:txBody>
      </p:sp>
      <p:sp>
        <p:nvSpPr>
          <p:cNvPr id="29" name="Kształt 26"/>
          <p:cNvSpPr/>
          <p:nvPr/>
        </p:nvSpPr>
        <p:spPr>
          <a:xfrm>
            <a:off x="5270500" y="4508500"/>
            <a:ext cx="266700" cy="406400"/>
          </a:xfrm>
          <a:custGeom>
            <a:avLst/>
            <a:gdLst/>
            <a:ahLst/>
            <a:cxnLst/>
            <a:rect l="0" t="0" r="r" b="b"/>
            <a:pathLst>
              <a:path w="266700" h="406400">
                <a:moveTo>
                  <a:pt x="0" y="127000"/>
                </a:moveTo>
                <a:lnTo>
                  <a:pt x="266700" y="0"/>
                </a:lnTo>
                <a:lnTo>
                  <a:pt x="177800" y="406400"/>
                </a:lnTo>
                <a:close/>
              </a:path>
            </a:pathLst>
          </a:custGeom>
          <a:solidFill>
            <a:srgbClr val="F8D77A"/>
          </a:solidFill>
          <a:ln>
            <a:noFill/>
          </a:ln>
        </p:spPr>
        <p:txBody>
          <a:bodyPr rtlCol="0" anchor="ctr"/>
          <a:lstStyle/>
          <a:p>
            <a:pPr algn="ctr"/>
            <a:endParaRPr lang="pl-PL" dirty="0"/>
          </a:p>
        </p:txBody>
      </p:sp>
      <p:sp>
        <p:nvSpPr>
          <p:cNvPr id="30" name="Kształt 27"/>
          <p:cNvSpPr/>
          <p:nvPr/>
        </p:nvSpPr>
        <p:spPr>
          <a:xfrm>
            <a:off x="5651500" y="4673600"/>
            <a:ext cx="330200" cy="241300"/>
          </a:xfrm>
          <a:custGeom>
            <a:avLst/>
            <a:gdLst/>
            <a:ahLst/>
            <a:cxnLst/>
            <a:rect l="0" t="0" r="r" b="b"/>
            <a:pathLst>
              <a:path w="330200" h="241300">
                <a:moveTo>
                  <a:pt x="0" y="25400"/>
                </a:moveTo>
                <a:lnTo>
                  <a:pt x="330200" y="0"/>
                </a:lnTo>
                <a:lnTo>
                  <a:pt x="190500" y="241300"/>
                </a:lnTo>
                <a:close/>
              </a:path>
            </a:pathLst>
          </a:custGeom>
          <a:solidFill>
            <a:srgbClr val="E7A12C"/>
          </a:solidFill>
          <a:ln>
            <a:noFill/>
          </a:ln>
        </p:spPr>
        <p:txBody>
          <a:bodyPr rtlCol="0" anchor="ctr"/>
          <a:lstStyle/>
          <a:p>
            <a:pPr algn="ctr"/>
            <a:endParaRPr lang="pl-PL" dirty="0"/>
          </a:p>
        </p:txBody>
      </p:sp>
      <p:sp>
        <p:nvSpPr>
          <p:cNvPr id="31" name="Kształt 28"/>
          <p:cNvSpPr/>
          <p:nvPr/>
        </p:nvSpPr>
        <p:spPr>
          <a:xfrm>
            <a:off x="6286500" y="5219700"/>
            <a:ext cx="889000" cy="279400"/>
          </a:xfrm>
          <a:custGeom>
            <a:avLst/>
            <a:gdLst/>
            <a:ahLst/>
            <a:cxnLst/>
            <a:rect l="0" t="0" r="r" b="b"/>
            <a:pathLst>
              <a:path w="889000" h="279400">
                <a:moveTo>
                  <a:pt x="889000" y="0"/>
                </a:moveTo>
                <a:lnTo>
                  <a:pt x="880745" y="54610"/>
                </a:lnTo>
                <a:lnTo>
                  <a:pt x="855345" y="106680"/>
                </a:lnTo>
                <a:lnTo>
                  <a:pt x="814070" y="154940"/>
                </a:lnTo>
                <a:lnTo>
                  <a:pt x="758825" y="197485"/>
                </a:lnTo>
                <a:lnTo>
                  <a:pt x="691515" y="232410"/>
                </a:lnTo>
                <a:lnTo>
                  <a:pt x="614680" y="258445"/>
                </a:lnTo>
                <a:lnTo>
                  <a:pt x="531495" y="274320"/>
                </a:lnTo>
                <a:lnTo>
                  <a:pt x="444500" y="279400"/>
                </a:lnTo>
                <a:lnTo>
                  <a:pt x="357505" y="274320"/>
                </a:lnTo>
                <a:lnTo>
                  <a:pt x="274320" y="258445"/>
                </a:lnTo>
                <a:lnTo>
                  <a:pt x="197485" y="232410"/>
                </a:lnTo>
                <a:lnTo>
                  <a:pt x="130175" y="197485"/>
                </a:lnTo>
                <a:lnTo>
                  <a:pt x="74930" y="154940"/>
                </a:lnTo>
                <a:lnTo>
                  <a:pt x="33655" y="106680"/>
                </a:lnTo>
                <a:lnTo>
                  <a:pt x="8255" y="54610"/>
                </a:lnTo>
                <a:lnTo>
                  <a:pt x="0" y="0"/>
                </a:lnTo>
                <a:close/>
              </a:path>
            </a:pathLst>
          </a:custGeom>
          <a:solidFill>
            <a:srgbClr val="FFFFFF"/>
          </a:solidFill>
          <a:ln>
            <a:noFill/>
          </a:ln>
        </p:spPr>
        <p:txBody>
          <a:bodyPr rtlCol="0" anchor="ctr"/>
          <a:lstStyle/>
          <a:p>
            <a:pPr algn="ctr"/>
            <a:endParaRPr lang="pl-PL" dirty="0"/>
          </a:p>
        </p:txBody>
      </p:sp>
      <p:sp>
        <p:nvSpPr>
          <p:cNvPr id="32" name="Kształt 29"/>
          <p:cNvSpPr/>
          <p:nvPr/>
        </p:nvSpPr>
        <p:spPr>
          <a:xfrm>
            <a:off x="6286500" y="5118100"/>
            <a:ext cx="889000" cy="203200"/>
          </a:xfrm>
          <a:custGeom>
            <a:avLst/>
            <a:gdLst/>
            <a:ahLst/>
            <a:cxnLst/>
            <a:rect l="0" t="0" r="r" b="b"/>
            <a:pathLst>
              <a:path w="889000" h="203200">
                <a:moveTo>
                  <a:pt x="889000" y="101600"/>
                </a:moveTo>
                <a:lnTo>
                  <a:pt x="882015" y="119380"/>
                </a:lnTo>
                <a:lnTo>
                  <a:pt x="862330" y="136525"/>
                </a:lnTo>
                <a:lnTo>
                  <a:pt x="829310" y="152400"/>
                </a:lnTo>
                <a:lnTo>
                  <a:pt x="784860" y="167005"/>
                </a:lnTo>
                <a:lnTo>
                  <a:pt x="730250" y="179705"/>
                </a:lnTo>
                <a:lnTo>
                  <a:pt x="666750" y="189865"/>
                </a:lnTo>
                <a:lnTo>
                  <a:pt x="596265" y="196850"/>
                </a:lnTo>
                <a:lnTo>
                  <a:pt x="521970" y="201930"/>
                </a:lnTo>
                <a:lnTo>
                  <a:pt x="444500" y="203200"/>
                </a:lnTo>
                <a:lnTo>
                  <a:pt x="367030" y="201930"/>
                </a:lnTo>
                <a:lnTo>
                  <a:pt x="292735" y="196850"/>
                </a:lnTo>
                <a:lnTo>
                  <a:pt x="222250" y="189865"/>
                </a:lnTo>
                <a:lnTo>
                  <a:pt x="158750" y="179705"/>
                </a:lnTo>
                <a:lnTo>
                  <a:pt x="104140" y="167005"/>
                </a:lnTo>
                <a:lnTo>
                  <a:pt x="59690" y="152400"/>
                </a:lnTo>
                <a:lnTo>
                  <a:pt x="26670" y="136525"/>
                </a:lnTo>
                <a:lnTo>
                  <a:pt x="6985" y="119380"/>
                </a:lnTo>
                <a:lnTo>
                  <a:pt x="0" y="101600"/>
                </a:lnTo>
                <a:lnTo>
                  <a:pt x="6985" y="83820"/>
                </a:lnTo>
                <a:lnTo>
                  <a:pt x="26670" y="66675"/>
                </a:lnTo>
                <a:lnTo>
                  <a:pt x="59690" y="50800"/>
                </a:lnTo>
                <a:lnTo>
                  <a:pt x="104140" y="36195"/>
                </a:lnTo>
                <a:lnTo>
                  <a:pt x="158750" y="23495"/>
                </a:lnTo>
                <a:lnTo>
                  <a:pt x="222250" y="13335"/>
                </a:lnTo>
                <a:lnTo>
                  <a:pt x="292735" y="6350"/>
                </a:lnTo>
                <a:lnTo>
                  <a:pt x="367030" y="1270"/>
                </a:lnTo>
                <a:lnTo>
                  <a:pt x="444500" y="0"/>
                </a:lnTo>
                <a:lnTo>
                  <a:pt x="521970" y="1270"/>
                </a:lnTo>
                <a:lnTo>
                  <a:pt x="596265" y="6350"/>
                </a:lnTo>
                <a:lnTo>
                  <a:pt x="666750" y="13335"/>
                </a:lnTo>
                <a:lnTo>
                  <a:pt x="730250" y="23495"/>
                </a:lnTo>
                <a:lnTo>
                  <a:pt x="784860" y="36195"/>
                </a:lnTo>
                <a:lnTo>
                  <a:pt x="829310" y="50800"/>
                </a:lnTo>
                <a:lnTo>
                  <a:pt x="862330" y="66675"/>
                </a:lnTo>
                <a:lnTo>
                  <a:pt x="882015" y="83820"/>
                </a:lnTo>
                <a:close/>
              </a:path>
            </a:pathLst>
          </a:custGeom>
          <a:solidFill>
            <a:srgbClr val="EE312F"/>
          </a:solidFill>
          <a:ln>
            <a:noFill/>
          </a:ln>
        </p:spPr>
        <p:txBody>
          <a:bodyPr rtlCol="0" anchor="ctr"/>
          <a:lstStyle/>
          <a:p>
            <a:pPr algn="ctr"/>
            <a:endParaRPr lang="pl-PL" dirty="0"/>
          </a:p>
        </p:txBody>
      </p:sp>
      <p:sp>
        <p:nvSpPr>
          <p:cNvPr id="33" name="Kształt 30"/>
          <p:cNvSpPr/>
          <p:nvPr/>
        </p:nvSpPr>
        <p:spPr>
          <a:xfrm>
            <a:off x="6565900" y="5156200"/>
            <a:ext cx="114300" cy="88900"/>
          </a:xfrm>
          <a:custGeom>
            <a:avLst/>
            <a:gdLst/>
            <a:ahLst/>
            <a:cxnLst/>
            <a:rect l="0" t="0" r="r" b="b"/>
            <a:pathLst>
              <a:path w="114300" h="88900">
                <a:moveTo>
                  <a:pt x="0" y="38100"/>
                </a:moveTo>
                <a:lnTo>
                  <a:pt x="114300" y="0"/>
                </a:lnTo>
                <a:lnTo>
                  <a:pt x="76200" y="88900"/>
                </a:lnTo>
                <a:close/>
              </a:path>
            </a:pathLst>
          </a:custGeom>
          <a:solidFill>
            <a:srgbClr val="95161D"/>
          </a:solidFill>
          <a:ln>
            <a:noFill/>
          </a:ln>
        </p:spPr>
        <p:txBody>
          <a:bodyPr rtlCol="0" anchor="ctr"/>
          <a:lstStyle/>
          <a:p>
            <a:pPr algn="ctr"/>
            <a:endParaRPr lang="pl-PL" dirty="0"/>
          </a:p>
        </p:txBody>
      </p:sp>
      <p:sp>
        <p:nvSpPr>
          <p:cNvPr id="34" name="Kształt 31"/>
          <p:cNvSpPr/>
          <p:nvPr/>
        </p:nvSpPr>
        <p:spPr>
          <a:xfrm>
            <a:off x="6794500" y="5181600"/>
            <a:ext cx="114300" cy="76200"/>
          </a:xfrm>
          <a:custGeom>
            <a:avLst/>
            <a:gdLst/>
            <a:ahLst/>
            <a:cxnLst/>
            <a:rect l="0" t="0" r="r" b="b"/>
            <a:pathLst>
              <a:path w="114300" h="76200">
                <a:moveTo>
                  <a:pt x="0" y="0"/>
                </a:moveTo>
                <a:lnTo>
                  <a:pt x="114300" y="38100"/>
                </a:lnTo>
                <a:lnTo>
                  <a:pt x="25400" y="76200"/>
                </a:lnTo>
                <a:close/>
              </a:path>
            </a:pathLst>
          </a:custGeom>
          <a:solidFill>
            <a:srgbClr val="95161D"/>
          </a:solidFill>
          <a:ln>
            <a:noFill/>
          </a:ln>
        </p:spPr>
        <p:txBody>
          <a:bodyPr rtlCol="0" anchor="ctr"/>
          <a:lstStyle/>
          <a:p>
            <a:pPr algn="ctr"/>
            <a:endParaRPr lang="pl-PL" dirty="0"/>
          </a:p>
        </p:txBody>
      </p:sp>
      <p:sp>
        <p:nvSpPr>
          <p:cNvPr id="35" name="Kształt 32"/>
          <p:cNvSpPr/>
          <p:nvPr/>
        </p:nvSpPr>
        <p:spPr>
          <a:xfrm>
            <a:off x="7556500" y="4914900"/>
            <a:ext cx="1117600" cy="508000"/>
          </a:xfrm>
          <a:custGeom>
            <a:avLst/>
            <a:gdLst/>
            <a:ahLst/>
            <a:cxnLst/>
            <a:rect l="0" t="0" r="r" b="b"/>
            <a:pathLst>
              <a:path w="1117600" h="508000">
                <a:moveTo>
                  <a:pt x="0" y="139700"/>
                </a:moveTo>
                <a:lnTo>
                  <a:pt x="977900" y="0"/>
                </a:lnTo>
                <a:lnTo>
                  <a:pt x="1117600" y="368300"/>
                </a:lnTo>
                <a:lnTo>
                  <a:pt x="139700" y="508000"/>
                </a:lnTo>
                <a:close/>
              </a:path>
            </a:pathLst>
          </a:custGeom>
          <a:solidFill>
            <a:srgbClr val="23305E"/>
          </a:solidFill>
          <a:ln>
            <a:noFill/>
          </a:ln>
        </p:spPr>
        <p:txBody>
          <a:bodyPr rtlCol="0" anchor="ctr"/>
          <a:lstStyle/>
          <a:p>
            <a:pPr algn="ctr"/>
            <a:endParaRPr lang="pl-PL" dirty="0"/>
          </a:p>
        </p:txBody>
      </p:sp>
      <p:sp>
        <p:nvSpPr>
          <p:cNvPr id="36" name="Kształt 33"/>
          <p:cNvSpPr/>
          <p:nvPr/>
        </p:nvSpPr>
        <p:spPr>
          <a:xfrm>
            <a:off x="7556500" y="5022850"/>
            <a:ext cx="368300" cy="400050"/>
          </a:xfrm>
          <a:custGeom>
            <a:avLst/>
            <a:gdLst/>
            <a:ahLst/>
            <a:cxnLst/>
            <a:rect l="0" t="0" r="r" b="b"/>
            <a:pathLst>
              <a:path w="368300" h="400050">
                <a:moveTo>
                  <a:pt x="0" y="31750"/>
                </a:moveTo>
                <a:lnTo>
                  <a:pt x="228600" y="0"/>
                </a:lnTo>
                <a:lnTo>
                  <a:pt x="368300" y="368300"/>
                </a:lnTo>
                <a:lnTo>
                  <a:pt x="139700" y="400050"/>
                </a:lnTo>
                <a:close/>
              </a:path>
            </a:pathLst>
          </a:custGeom>
          <a:solidFill>
            <a:srgbClr val="D6B15E"/>
          </a:solidFill>
          <a:ln>
            <a:noFill/>
          </a:ln>
        </p:spPr>
        <p:txBody>
          <a:bodyPr rtlCol="0" anchor="ctr"/>
          <a:lstStyle/>
          <a:p>
            <a:pPr algn="ctr"/>
            <a:endParaRPr lang="pl-PL" dirty="0"/>
          </a:p>
        </p:txBody>
      </p:sp>
      <p:sp>
        <p:nvSpPr>
          <p:cNvPr id="37" name="Kształt 34"/>
          <p:cNvSpPr/>
          <p:nvPr/>
        </p:nvSpPr>
        <p:spPr>
          <a:xfrm>
            <a:off x="8483600" y="5334000"/>
            <a:ext cx="304800" cy="203200"/>
          </a:xfrm>
          <a:custGeom>
            <a:avLst/>
            <a:gdLst/>
            <a:ahLst/>
            <a:cxnLst/>
            <a:rect l="0" t="0" r="r" b="b"/>
            <a:pathLst>
              <a:path w="304800" h="203200">
                <a:moveTo>
                  <a:pt x="0" y="38100"/>
                </a:moveTo>
                <a:lnTo>
                  <a:pt x="254000" y="0"/>
                </a:lnTo>
                <a:lnTo>
                  <a:pt x="304800" y="165100"/>
                </a:lnTo>
                <a:lnTo>
                  <a:pt x="50800" y="203200"/>
                </a:lnTo>
                <a:close/>
              </a:path>
            </a:pathLst>
          </a:custGeom>
          <a:solidFill>
            <a:srgbClr val="5A3321"/>
          </a:solidFill>
          <a:ln>
            <a:noFill/>
          </a:ln>
        </p:spPr>
        <p:txBody>
          <a:bodyPr rtlCol="0" anchor="ctr"/>
          <a:lstStyle/>
          <a:p>
            <a:pPr algn="ctr"/>
            <a:endParaRPr lang="pl-PL" dirty="0"/>
          </a:p>
        </p:txBody>
      </p:sp>
      <p:sp>
        <p:nvSpPr>
          <p:cNvPr id="38" name="Kształt 35"/>
          <p:cNvSpPr/>
          <p:nvPr/>
        </p:nvSpPr>
        <p:spPr>
          <a:xfrm>
            <a:off x="8775700" y="5372100"/>
            <a:ext cx="304800" cy="203200"/>
          </a:xfrm>
          <a:custGeom>
            <a:avLst/>
            <a:gdLst/>
            <a:ahLst/>
            <a:cxnLst/>
            <a:rect l="0" t="0" r="r" b="b"/>
            <a:pathLst>
              <a:path w="304800" h="203200">
                <a:moveTo>
                  <a:pt x="0" y="38100"/>
                </a:moveTo>
                <a:lnTo>
                  <a:pt x="254000" y="0"/>
                </a:lnTo>
                <a:lnTo>
                  <a:pt x="304800" y="165100"/>
                </a:lnTo>
                <a:lnTo>
                  <a:pt x="50800" y="203200"/>
                </a:lnTo>
                <a:close/>
              </a:path>
            </a:pathLst>
          </a:custGeom>
          <a:solidFill>
            <a:srgbClr val="6D4029"/>
          </a:solidFill>
          <a:ln>
            <a:noFill/>
          </a:ln>
        </p:spPr>
        <p:txBody>
          <a:bodyPr rtlCol="0" anchor="ctr"/>
          <a:lstStyle/>
          <a:p>
            <a:pPr algn="ctr"/>
            <a:endParaRPr lang="pl-PL" dirty="0"/>
          </a:p>
        </p:txBody>
      </p:sp>
      <p:sp>
        <p:nvSpPr>
          <p:cNvPr id="39" name="Kształt 36"/>
          <p:cNvSpPr/>
          <p:nvPr/>
        </p:nvSpPr>
        <p:spPr>
          <a:xfrm>
            <a:off x="8610600" y="5118100"/>
            <a:ext cx="279400" cy="203200"/>
          </a:xfrm>
          <a:custGeom>
            <a:avLst/>
            <a:gdLst/>
            <a:ahLst/>
            <a:cxnLst/>
            <a:rect l="0" t="0" r="r" b="b"/>
            <a:pathLst>
              <a:path w="279400" h="203200">
                <a:moveTo>
                  <a:pt x="0" y="38100"/>
                </a:moveTo>
                <a:lnTo>
                  <a:pt x="228600" y="0"/>
                </a:lnTo>
                <a:lnTo>
                  <a:pt x="279400" y="165100"/>
                </a:lnTo>
                <a:lnTo>
                  <a:pt x="50800" y="203200"/>
                </a:lnTo>
                <a:close/>
              </a:path>
            </a:pathLst>
          </a:custGeom>
          <a:solidFill>
            <a:srgbClr val="6D4029"/>
          </a:solidFill>
          <a:ln>
            <a:noFill/>
          </a:ln>
        </p:spPr>
        <p:txBody>
          <a:bodyPr rtlCol="0" anchor="ctr"/>
          <a:lstStyle/>
          <a:p>
            <a:pPr algn="ctr"/>
            <a:endParaRPr lang="pl-PL" dirty="0"/>
          </a:p>
        </p:txBody>
      </p:sp>
      <p:sp>
        <p:nvSpPr>
          <p:cNvPr id="40" name="Kształt 37"/>
          <p:cNvSpPr/>
          <p:nvPr/>
        </p:nvSpPr>
        <p:spPr>
          <a:xfrm>
            <a:off x="10185400" y="4508500"/>
            <a:ext cx="342900" cy="635000"/>
          </a:xfrm>
          <a:custGeom>
            <a:avLst/>
            <a:gdLst/>
            <a:ahLst/>
            <a:cxnLst/>
            <a:rect l="0" t="0" r="r" b="b"/>
            <a:pathLst>
              <a:path w="342900" h="635000">
                <a:moveTo>
                  <a:pt x="0" y="0"/>
                </a:moveTo>
                <a:lnTo>
                  <a:pt x="342900" y="0"/>
                </a:lnTo>
                <a:lnTo>
                  <a:pt x="292100" y="635000"/>
                </a:lnTo>
                <a:lnTo>
                  <a:pt x="50800" y="635000"/>
                </a:lnTo>
                <a:close/>
              </a:path>
            </a:pathLst>
          </a:custGeom>
          <a:solidFill>
            <a:srgbClr val="F3E2A0"/>
          </a:solidFill>
          <a:ln>
            <a:noFill/>
          </a:ln>
        </p:spPr>
        <p:txBody>
          <a:bodyPr rtlCol="0" anchor="ctr"/>
          <a:lstStyle/>
          <a:p>
            <a:pPr algn="ctr"/>
            <a:endParaRPr lang="pl-PL" dirty="0"/>
          </a:p>
        </p:txBody>
      </p:sp>
      <p:sp>
        <p:nvSpPr>
          <p:cNvPr id="41" name="Kształt 38"/>
          <p:cNvSpPr/>
          <p:nvPr/>
        </p:nvSpPr>
        <p:spPr>
          <a:xfrm>
            <a:off x="10185400" y="4470400"/>
            <a:ext cx="342900" cy="76200"/>
          </a:xfrm>
          <a:custGeom>
            <a:avLst/>
            <a:gdLst/>
            <a:ahLst/>
            <a:cxnLst/>
            <a:rect l="0" t="0" r="r" b="b"/>
            <a:pathLst>
              <a:path w="342900" h="76200">
                <a:moveTo>
                  <a:pt x="342900" y="38100"/>
                </a:moveTo>
                <a:lnTo>
                  <a:pt x="340360" y="44450"/>
                </a:lnTo>
                <a:lnTo>
                  <a:pt x="332740" y="51435"/>
                </a:lnTo>
                <a:lnTo>
                  <a:pt x="320040" y="57150"/>
                </a:lnTo>
                <a:lnTo>
                  <a:pt x="302895" y="62865"/>
                </a:lnTo>
                <a:lnTo>
                  <a:pt x="281940" y="67310"/>
                </a:lnTo>
                <a:lnTo>
                  <a:pt x="257175" y="71120"/>
                </a:lnTo>
                <a:lnTo>
                  <a:pt x="229870" y="73660"/>
                </a:lnTo>
                <a:lnTo>
                  <a:pt x="201295" y="75565"/>
                </a:lnTo>
                <a:lnTo>
                  <a:pt x="171450" y="76200"/>
                </a:lnTo>
                <a:lnTo>
                  <a:pt x="141605" y="75565"/>
                </a:lnTo>
                <a:lnTo>
                  <a:pt x="113030" y="73660"/>
                </a:lnTo>
                <a:lnTo>
                  <a:pt x="85725" y="71120"/>
                </a:lnTo>
                <a:lnTo>
                  <a:pt x="60960" y="67310"/>
                </a:lnTo>
                <a:lnTo>
                  <a:pt x="40005" y="62865"/>
                </a:lnTo>
                <a:lnTo>
                  <a:pt x="22860" y="57150"/>
                </a:lnTo>
                <a:lnTo>
                  <a:pt x="10160" y="51435"/>
                </a:lnTo>
                <a:lnTo>
                  <a:pt x="2540" y="44450"/>
                </a:lnTo>
                <a:lnTo>
                  <a:pt x="0" y="38100"/>
                </a:lnTo>
                <a:lnTo>
                  <a:pt x="2540" y="31750"/>
                </a:lnTo>
                <a:lnTo>
                  <a:pt x="10160" y="24765"/>
                </a:lnTo>
                <a:lnTo>
                  <a:pt x="22860" y="19050"/>
                </a:lnTo>
                <a:lnTo>
                  <a:pt x="40005" y="13335"/>
                </a:lnTo>
                <a:lnTo>
                  <a:pt x="60960" y="8890"/>
                </a:lnTo>
                <a:lnTo>
                  <a:pt x="85725" y="5080"/>
                </a:lnTo>
                <a:lnTo>
                  <a:pt x="113030" y="2540"/>
                </a:lnTo>
                <a:lnTo>
                  <a:pt x="141605" y="635"/>
                </a:lnTo>
                <a:lnTo>
                  <a:pt x="171450" y="0"/>
                </a:lnTo>
                <a:lnTo>
                  <a:pt x="201295" y="635"/>
                </a:lnTo>
                <a:lnTo>
                  <a:pt x="229870" y="2540"/>
                </a:lnTo>
                <a:lnTo>
                  <a:pt x="257175" y="5080"/>
                </a:lnTo>
                <a:lnTo>
                  <a:pt x="281940" y="8890"/>
                </a:lnTo>
                <a:lnTo>
                  <a:pt x="302895" y="13335"/>
                </a:lnTo>
                <a:lnTo>
                  <a:pt x="320040" y="19050"/>
                </a:lnTo>
                <a:lnTo>
                  <a:pt x="332740" y="24765"/>
                </a:lnTo>
                <a:lnTo>
                  <a:pt x="340360" y="31750"/>
                </a:lnTo>
                <a:close/>
              </a:path>
            </a:pathLst>
          </a:custGeom>
          <a:solidFill>
            <a:srgbClr val="FFF6D6"/>
          </a:solidFill>
          <a:ln>
            <a:noFill/>
          </a:ln>
        </p:spPr>
        <p:txBody>
          <a:bodyPr rtlCol="0" anchor="ctr"/>
          <a:lstStyle/>
          <a:p>
            <a:pPr algn="ctr"/>
            <a:endParaRPr lang="pl-PL" dirty="0"/>
          </a:p>
        </p:txBody>
      </p:sp>
      <p:sp>
        <p:nvSpPr>
          <p:cNvPr id="42" name="Kształt 39"/>
          <p:cNvSpPr/>
          <p:nvPr/>
        </p:nvSpPr>
        <p:spPr>
          <a:xfrm>
            <a:off x="10706100" y="4610100"/>
            <a:ext cx="317500" cy="571500"/>
          </a:xfrm>
          <a:custGeom>
            <a:avLst/>
            <a:gdLst/>
            <a:ahLst/>
            <a:cxnLst/>
            <a:rect l="0" t="0" r="r" b="b"/>
            <a:pathLst>
              <a:path w="317500" h="571500">
                <a:moveTo>
                  <a:pt x="0" y="0"/>
                </a:moveTo>
                <a:lnTo>
                  <a:pt x="317500" y="0"/>
                </a:lnTo>
                <a:lnTo>
                  <a:pt x="266700" y="571500"/>
                </a:lnTo>
                <a:lnTo>
                  <a:pt x="50800" y="571500"/>
                </a:lnTo>
                <a:close/>
              </a:path>
            </a:pathLst>
          </a:custGeom>
          <a:solidFill>
            <a:srgbClr val="F3E2A0"/>
          </a:solidFill>
          <a:ln>
            <a:noFill/>
          </a:ln>
        </p:spPr>
        <p:txBody>
          <a:bodyPr rtlCol="0" anchor="ctr"/>
          <a:lstStyle/>
          <a:p>
            <a:pPr algn="ctr"/>
            <a:endParaRPr lang="pl-PL" dirty="0"/>
          </a:p>
        </p:txBody>
      </p:sp>
      <p:sp>
        <p:nvSpPr>
          <p:cNvPr id="43" name="Kształt 40"/>
          <p:cNvSpPr/>
          <p:nvPr/>
        </p:nvSpPr>
        <p:spPr>
          <a:xfrm>
            <a:off x="10706100" y="4572000"/>
            <a:ext cx="317500" cy="76200"/>
          </a:xfrm>
          <a:custGeom>
            <a:avLst/>
            <a:gdLst/>
            <a:ahLst/>
            <a:cxnLst/>
            <a:rect l="0" t="0" r="r" b="b"/>
            <a:pathLst>
              <a:path w="317500" h="76200">
                <a:moveTo>
                  <a:pt x="317500" y="38100"/>
                </a:moveTo>
                <a:lnTo>
                  <a:pt x="314960" y="44450"/>
                </a:lnTo>
                <a:lnTo>
                  <a:pt x="307975" y="51435"/>
                </a:lnTo>
                <a:lnTo>
                  <a:pt x="296545" y="57150"/>
                </a:lnTo>
                <a:lnTo>
                  <a:pt x="280670" y="62865"/>
                </a:lnTo>
                <a:lnTo>
                  <a:pt x="260985" y="67310"/>
                </a:lnTo>
                <a:lnTo>
                  <a:pt x="238125" y="71120"/>
                </a:lnTo>
                <a:lnTo>
                  <a:pt x="213360" y="73660"/>
                </a:lnTo>
                <a:lnTo>
                  <a:pt x="186055" y="75565"/>
                </a:lnTo>
                <a:lnTo>
                  <a:pt x="158750" y="76200"/>
                </a:lnTo>
                <a:lnTo>
                  <a:pt x="131445" y="75565"/>
                </a:lnTo>
                <a:lnTo>
                  <a:pt x="104140" y="73660"/>
                </a:lnTo>
                <a:lnTo>
                  <a:pt x="79375" y="71120"/>
                </a:lnTo>
                <a:lnTo>
                  <a:pt x="56515" y="67310"/>
                </a:lnTo>
                <a:lnTo>
                  <a:pt x="36830" y="62865"/>
                </a:lnTo>
                <a:lnTo>
                  <a:pt x="20955" y="57150"/>
                </a:lnTo>
                <a:lnTo>
                  <a:pt x="9525" y="51435"/>
                </a:lnTo>
                <a:lnTo>
                  <a:pt x="2540" y="44450"/>
                </a:lnTo>
                <a:lnTo>
                  <a:pt x="0" y="38100"/>
                </a:lnTo>
                <a:lnTo>
                  <a:pt x="2540" y="31750"/>
                </a:lnTo>
                <a:lnTo>
                  <a:pt x="9525" y="24765"/>
                </a:lnTo>
                <a:lnTo>
                  <a:pt x="20955" y="19050"/>
                </a:lnTo>
                <a:lnTo>
                  <a:pt x="36830" y="13335"/>
                </a:lnTo>
                <a:lnTo>
                  <a:pt x="56515" y="8890"/>
                </a:lnTo>
                <a:lnTo>
                  <a:pt x="79375" y="5080"/>
                </a:lnTo>
                <a:lnTo>
                  <a:pt x="104140" y="2540"/>
                </a:lnTo>
                <a:lnTo>
                  <a:pt x="131445" y="635"/>
                </a:lnTo>
                <a:lnTo>
                  <a:pt x="158750" y="0"/>
                </a:lnTo>
                <a:lnTo>
                  <a:pt x="186055" y="635"/>
                </a:lnTo>
                <a:lnTo>
                  <a:pt x="213360" y="2540"/>
                </a:lnTo>
                <a:lnTo>
                  <a:pt x="238125" y="5080"/>
                </a:lnTo>
                <a:lnTo>
                  <a:pt x="260985" y="8890"/>
                </a:lnTo>
                <a:lnTo>
                  <a:pt x="280670" y="13335"/>
                </a:lnTo>
                <a:lnTo>
                  <a:pt x="296545" y="19050"/>
                </a:lnTo>
                <a:lnTo>
                  <a:pt x="307975" y="24765"/>
                </a:lnTo>
                <a:lnTo>
                  <a:pt x="314960" y="31750"/>
                </a:lnTo>
                <a:close/>
              </a:path>
            </a:pathLst>
          </a:custGeom>
          <a:solidFill>
            <a:srgbClr val="FFF6D6"/>
          </a:solidFill>
          <a:ln>
            <a:noFill/>
          </a:ln>
        </p:spPr>
        <p:txBody>
          <a:bodyPr rtlCol="0" anchor="ctr"/>
          <a:lstStyle/>
          <a:p>
            <a:pPr algn="ctr"/>
            <a:endParaRPr lang="pl-PL" dirty="0"/>
          </a:p>
        </p:txBody>
      </p:sp>
      <p:sp>
        <p:nvSpPr>
          <p:cNvPr id="44" name="Tekst: Dzwonek do drzwi"/>
          <p:cNvSpPr txBox="1"/>
          <p:nvPr/>
        </p:nvSpPr>
        <p:spPr>
          <a:xfrm>
            <a:off x="826988" y="1111250"/>
            <a:ext cx="2801660" cy="205740"/>
          </a:xfrm>
          <a:prstGeom prst="rect">
            <a:avLst/>
          </a:prstGeom>
          <a:noFill/>
          <a:ln>
            <a:noFill/>
          </a:ln>
        </p:spPr>
        <p:txBody>
          <a:bodyPr wrap="none" lIns="0" tIns="0" rIns="0" bIns="0" rtlCol="0" anchor="t">
            <a:noAutofit/>
          </a:bodyPr>
          <a:lstStyle/>
          <a:p>
            <a:pPr algn="l">
              <a:spcBef>
                <a:spcPts val="0"/>
              </a:spcBef>
              <a:spcAft>
                <a:spcPts val="0"/>
              </a:spcAft>
              <a:buNone/>
            </a:pPr>
            <a:r>
              <a:rPr lang="pl-PL" sz="1350" b="1" kern="100" cap="all" spc="189" dirty="0">
                <a:solidFill>
                  <a:srgbClr val="666666"/>
                </a:solidFill>
                <a:latin typeface="Lato"/>
                <a:cs typeface="Lato"/>
              </a:rPr>
              <a:t>Dzwonek do drzwi</a:t>
            </a:r>
            <a:endParaRPr lang="pl-PL" sz="1350" b="1" kern="100" cap="all" spc="189" dirty="0">
              <a:solidFill>
                <a:srgbClr val="666666"/>
              </a:solidFill>
              <a:latin typeface="Lato"/>
              <a:cs typeface="Lato"/>
            </a:endParaRPr>
          </a:p>
        </p:txBody>
      </p:sp>
      <p:sp>
        <p:nvSpPr>
          <p:cNvPr id="45" name="Tekst: Goście są."/>
          <p:cNvSpPr txBox="1"/>
          <p:nvPr/>
        </p:nvSpPr>
        <p:spPr>
          <a:xfrm>
            <a:off x="826988" y="1530685"/>
            <a:ext cx="3150632" cy="643128"/>
          </a:xfrm>
          <a:prstGeom prst="rect">
            <a:avLst/>
          </a:prstGeom>
          <a:noFill/>
          <a:ln>
            <a:noFill/>
          </a:ln>
        </p:spPr>
        <p:txBody>
          <a:bodyPr wrap="none" lIns="0" tIns="0" rIns="0" bIns="0" rtlCol="0" anchor="t">
            <a:noAutofit/>
          </a:bodyPr>
          <a:lstStyle/>
          <a:p>
            <a:pPr algn="l">
              <a:spcBef>
                <a:spcPts val="0"/>
              </a:spcBef>
              <a:spcAft>
                <a:spcPts val="0"/>
              </a:spcAft>
              <a:buNone/>
            </a:pPr>
            <a:r>
              <a:rPr lang="pl-PL" sz="4800" kern="100" spc="-168" dirty="0">
                <a:solidFill>
                  <a:srgbClr val="151515"/>
                </a:solidFill>
                <a:latin typeface="Lato Black"/>
                <a:cs typeface="Lato Black"/>
              </a:rPr>
              <a:t>Goście są.</a:t>
            </a:r>
            <a:endParaRPr lang="pl-PL" sz="4800" kern="100" spc="-168" dirty="0">
              <a:solidFill>
                <a:srgbClr val="151515"/>
              </a:solidFill>
              <a:latin typeface="Lato Black"/>
              <a:cs typeface="Lato Black"/>
            </a:endParaRPr>
          </a:p>
        </p:txBody>
      </p:sp>
      <p:pic>
        <p:nvPicPr>
          <p:cNvPr id="46" name="!!Logo" descr="I love marketing &amp; technology"/>
          <p:cNvPicPr>
            <a:picLocks noChangeAspect="1"/>
          </p:cNvPicPr>
          <p:nvPr/>
        </p:nvPicPr>
        <p:blipFill>
          <a:blip r:embed="rId3"/>
          <a:stretch>
            <a:fillRect/>
          </a:stretch>
        </p:blipFill>
        <p:spPr>
          <a:xfrm>
            <a:off x="825500" y="363240"/>
            <a:ext cx="3048000" cy="273050"/>
          </a:xfrm>
          <a:prstGeom prst="rect">
            <a:avLst/>
          </a:prstGeom>
        </p:spPr>
      </p:pic>
      <p:pic>
        <p:nvPicPr>
          <p:cNvPr id="47" name="!!Serce w rogu"/>
          <p:cNvPicPr>
            <a:picLocks noChangeAspect="1"/>
          </p:cNvPicPr>
          <p:nvPr/>
        </p:nvPicPr>
        <p:blipFill>
          <a:blip r:embed="rId4"/>
          <a:stretch>
            <a:fillRect/>
          </a:stretch>
        </p:blipFill>
        <p:spPr>
          <a:xfrm>
            <a:off x="10966450" y="330349"/>
            <a:ext cx="431800" cy="355600"/>
          </a:xfrm>
          <a:prstGeom prst="rect">
            <a:avLst/>
          </a:prstGeom>
        </p:spPr>
      </p:pic>
      <p:sp>
        <p:nvSpPr>
          <p:cNvPr id="48" name="!!Źródło"/>
          <p:cNvSpPr txBox="1"/>
          <p:nvPr/>
        </p:nvSpPr>
        <p:spPr>
          <a:xfrm>
            <a:off x="825500" y="6425287"/>
            <a:ext cx="366522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dirty="0">
                <a:solidFill>
                  <a:srgbClr val="666666"/>
                </a:solidFill>
                <a:latin typeface="Lato"/>
                <a:cs typeface="Lato"/>
              </a:rPr>
              <a:t>Scena ilustracyjna. Produkty i marki są umowne.</a:t>
            </a:r>
            <a:endParaRPr lang="pl-PL" sz="1100" kern="100" dirty="0">
              <a:solidFill>
                <a:srgbClr val="666666"/>
              </a:solidFill>
              <a:latin typeface="Lato"/>
              <a:cs typeface="Lato"/>
            </a:endParaRPr>
          </a:p>
        </p:txBody>
      </p:sp>
      <p:sp>
        <p:nvSpPr>
          <p:cNvPr id="49"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666666"/>
                </a:solidFill>
                <a:latin typeface="Lato"/>
                <a:cs typeface="Lato"/>
              </a:rPr>
              <a:t>22 / 23</a:t>
            </a:r>
            <a:endParaRPr lang="pl-PL" sz="1100" kern="100" spc="66" dirty="0">
              <a:solidFill>
                <a:srgbClr val="666666"/>
              </a:solidFill>
              <a:latin typeface="Lato"/>
              <a:cs typeface="Lato"/>
            </a:endParaRPr>
          </a:p>
        </p:txBody>
      </p:sp>
      <p:sp>
        <p:nvSpPr>
          <p:cNvPr id="50" name="!!Postęp"/>
          <p:cNvSpPr/>
          <p:nvPr/>
        </p:nvSpPr>
        <p:spPr>
          <a:xfrm>
            <a:off x="-1538" y="6826250"/>
            <a:ext cx="11664950" cy="31750"/>
          </a:xfrm>
          <a:prstGeom prst="rect">
            <a:avLst/>
          </a:prstGeom>
          <a:solidFill>
            <a:srgbClr val="EE312F"/>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xmlns:p14="http://schemas.microsoft.com/office/powerpoint/2010/main">
  <p:cSld name="Potrzeba załatwiona">
    <p:bg>
      <p:bgPr>
        <a:solidFill>
          <a:srgbClr val="111111"/>
        </a:solidFill>
        <a:effectLst/>
      </p:bgPr>
    </p:bg>
    <p:spTree>
      <p:nvGrpSpPr>
        <p:cNvPr id="1" name=""/>
        <p:cNvGrpSpPr/>
        <p:nvPr/>
      </p:nvGrpSpPr>
      <p:grpSpPr>
        <a:xfrm>
          <a:off x="0" y="0"/>
          <a:ext cx="0" cy="0"/>
          <a:chOff x="0" y="0"/>
          <a:chExt cx="0" cy="0"/>
        </a:xfrm>
      </p:grpSpPr>
      <p:sp>
        <p:nvSpPr>
          <p:cNvPr id="2" name="!!Tło 1"/>
          <p:cNvSpPr/>
          <p:nvPr/>
        </p:nvSpPr>
        <p:spPr>
          <a:xfrm>
            <a:off x="-557530" y="-1584325"/>
            <a:ext cx="3181985" cy="3776345"/>
          </a:xfrm>
          <a:custGeom>
            <a:avLst/>
            <a:gdLst/>
            <a:ahLst/>
            <a:cxnLst/>
            <a:rect l="0" t="0" r="r" b="b"/>
            <a:pathLst>
              <a:path w="3181985" h="3776345">
                <a:moveTo>
                  <a:pt x="1356360" y="3776345"/>
                </a:moveTo>
                <a:lnTo>
                  <a:pt x="0" y="0"/>
                </a:lnTo>
                <a:lnTo>
                  <a:pt x="3181985" y="2229485"/>
                </a:lnTo>
                <a:close/>
              </a:path>
            </a:pathLst>
          </a:custGeom>
          <a:solidFill>
            <a:srgbClr val="131313"/>
          </a:solidFill>
          <a:ln>
            <a:noFill/>
          </a:ln>
        </p:spPr>
        <p:txBody>
          <a:bodyPr rtlCol="0" anchor="ctr"/>
          <a:lstStyle/>
          <a:p>
            <a:pPr algn="ctr"/>
            <a:endParaRPr lang="pl-PL" dirty="0"/>
          </a:p>
        </p:txBody>
      </p:sp>
      <p:sp>
        <p:nvSpPr>
          <p:cNvPr id="3" name="!!Tło 3"/>
          <p:cNvSpPr/>
          <p:nvPr/>
        </p:nvSpPr>
        <p:spPr>
          <a:xfrm>
            <a:off x="8385810" y="1318260"/>
            <a:ext cx="4237990" cy="2672080"/>
          </a:xfrm>
          <a:custGeom>
            <a:avLst/>
            <a:gdLst/>
            <a:ahLst/>
            <a:cxnLst/>
            <a:rect l="0" t="0" r="r" b="b"/>
            <a:pathLst>
              <a:path w="4237990" h="2672080">
                <a:moveTo>
                  <a:pt x="4237990" y="2672080"/>
                </a:moveTo>
                <a:lnTo>
                  <a:pt x="0" y="2418080"/>
                </a:lnTo>
                <a:lnTo>
                  <a:pt x="2108835" y="0"/>
                </a:lnTo>
                <a:close/>
              </a:path>
            </a:pathLst>
          </a:custGeom>
          <a:solidFill>
            <a:srgbClr val="141414"/>
          </a:solidFill>
          <a:ln>
            <a:noFill/>
          </a:ln>
        </p:spPr>
        <p:txBody>
          <a:bodyPr rtlCol="0" anchor="ctr"/>
          <a:lstStyle/>
          <a:p>
            <a:pPr algn="ctr"/>
            <a:endParaRPr lang="pl-PL" dirty="0"/>
          </a:p>
        </p:txBody>
      </p:sp>
      <p:sp>
        <p:nvSpPr>
          <p:cNvPr id="4" name="!!Tło 5"/>
          <p:cNvSpPr/>
          <p:nvPr/>
        </p:nvSpPr>
        <p:spPr>
          <a:xfrm>
            <a:off x="2368550" y="518795"/>
            <a:ext cx="4458970" cy="5109210"/>
          </a:xfrm>
          <a:custGeom>
            <a:avLst/>
            <a:gdLst/>
            <a:ahLst/>
            <a:cxnLst/>
            <a:rect l="0" t="0" r="r" b="b"/>
            <a:pathLst>
              <a:path w="4458970" h="5109210">
                <a:moveTo>
                  <a:pt x="3594100" y="0"/>
                </a:moveTo>
                <a:lnTo>
                  <a:pt x="4458970" y="5109210"/>
                </a:lnTo>
                <a:lnTo>
                  <a:pt x="0" y="3502025"/>
                </a:lnTo>
                <a:close/>
              </a:path>
            </a:pathLst>
          </a:custGeom>
          <a:solidFill>
            <a:srgbClr val="161616"/>
          </a:solidFill>
          <a:ln>
            <a:noFill/>
          </a:ln>
        </p:spPr>
        <p:txBody>
          <a:bodyPr rtlCol="0" anchor="ctr"/>
          <a:lstStyle/>
          <a:p>
            <a:pPr algn="ctr"/>
            <a:endParaRPr lang="pl-PL" dirty="0"/>
          </a:p>
        </p:txBody>
      </p:sp>
      <p:sp>
        <p:nvSpPr>
          <p:cNvPr id="5" name="!!Tło 7"/>
          <p:cNvSpPr/>
          <p:nvPr/>
        </p:nvSpPr>
        <p:spPr>
          <a:xfrm>
            <a:off x="8328660" y="3310255"/>
            <a:ext cx="2503170" cy="2330450"/>
          </a:xfrm>
          <a:custGeom>
            <a:avLst/>
            <a:gdLst/>
            <a:ahLst/>
            <a:cxnLst/>
            <a:rect l="0" t="0" r="r" b="b"/>
            <a:pathLst>
              <a:path w="2503170" h="2330450">
                <a:moveTo>
                  <a:pt x="2503170" y="24130"/>
                </a:moveTo>
                <a:lnTo>
                  <a:pt x="1282065" y="2330450"/>
                </a:lnTo>
                <a:lnTo>
                  <a:pt x="0" y="0"/>
                </a:lnTo>
                <a:close/>
              </a:path>
            </a:pathLst>
          </a:custGeom>
          <a:solidFill>
            <a:srgbClr val="171717"/>
          </a:solidFill>
          <a:ln>
            <a:noFill/>
          </a:ln>
        </p:spPr>
        <p:txBody>
          <a:bodyPr rtlCol="0" anchor="ctr"/>
          <a:lstStyle/>
          <a:p>
            <a:pPr algn="ctr"/>
            <a:endParaRPr lang="pl-PL" dirty="0"/>
          </a:p>
        </p:txBody>
      </p:sp>
      <p:sp>
        <p:nvSpPr>
          <p:cNvPr id="6" name="!!Tło 9"/>
          <p:cNvSpPr/>
          <p:nvPr/>
        </p:nvSpPr>
        <p:spPr>
          <a:xfrm>
            <a:off x="8206740" y="613410"/>
            <a:ext cx="2186940" cy="2498090"/>
          </a:xfrm>
          <a:custGeom>
            <a:avLst/>
            <a:gdLst/>
            <a:ahLst/>
            <a:cxnLst/>
            <a:rect l="0" t="0" r="r" b="b"/>
            <a:pathLst>
              <a:path w="2186940" h="2498090">
                <a:moveTo>
                  <a:pt x="2186940" y="1733550"/>
                </a:moveTo>
                <a:lnTo>
                  <a:pt x="0" y="2498090"/>
                </a:lnTo>
                <a:lnTo>
                  <a:pt x="715010" y="0"/>
                </a:lnTo>
                <a:close/>
              </a:path>
            </a:pathLst>
          </a:custGeom>
          <a:solidFill>
            <a:srgbClr val="131313"/>
          </a:solidFill>
          <a:ln>
            <a:noFill/>
          </a:ln>
        </p:spPr>
        <p:txBody>
          <a:bodyPr rtlCol="0" anchor="ctr"/>
          <a:lstStyle/>
          <a:p>
            <a:pPr algn="ctr"/>
            <a:endParaRPr lang="pl-PL" dirty="0"/>
          </a:p>
        </p:txBody>
      </p:sp>
      <p:sp>
        <p:nvSpPr>
          <p:cNvPr id="7" name="!!Tło 11"/>
          <p:cNvSpPr/>
          <p:nvPr/>
        </p:nvSpPr>
        <p:spPr>
          <a:xfrm>
            <a:off x="5572125" y="1104900"/>
            <a:ext cx="2019935" cy="1752600"/>
          </a:xfrm>
          <a:custGeom>
            <a:avLst/>
            <a:gdLst/>
            <a:ahLst/>
            <a:cxnLst/>
            <a:rect l="0" t="0" r="r" b="b"/>
            <a:pathLst>
              <a:path w="2019935" h="1752600">
                <a:moveTo>
                  <a:pt x="2019935" y="0"/>
                </a:moveTo>
                <a:lnTo>
                  <a:pt x="1430020" y="1752600"/>
                </a:lnTo>
                <a:lnTo>
                  <a:pt x="0" y="1381760"/>
                </a:lnTo>
                <a:close/>
              </a:path>
            </a:pathLst>
          </a:custGeom>
          <a:solidFill>
            <a:srgbClr val="141414"/>
          </a:solidFill>
          <a:ln>
            <a:noFill/>
          </a:ln>
        </p:spPr>
        <p:txBody>
          <a:bodyPr rtlCol="0" anchor="ctr"/>
          <a:lstStyle/>
          <a:p>
            <a:pPr algn="ctr"/>
            <a:endParaRPr lang="pl-PL" dirty="0"/>
          </a:p>
        </p:txBody>
      </p:sp>
      <p:sp>
        <p:nvSpPr>
          <p:cNvPr id="8" name="!!Tło 13"/>
          <p:cNvSpPr/>
          <p:nvPr/>
        </p:nvSpPr>
        <p:spPr>
          <a:xfrm>
            <a:off x="1796415" y="922020"/>
            <a:ext cx="3673475" cy="6204585"/>
          </a:xfrm>
          <a:custGeom>
            <a:avLst/>
            <a:gdLst/>
            <a:ahLst/>
            <a:cxnLst/>
            <a:rect l="0" t="0" r="r" b="b"/>
            <a:pathLst>
              <a:path w="3673475" h="6204585">
                <a:moveTo>
                  <a:pt x="3673475" y="3769995"/>
                </a:moveTo>
                <a:lnTo>
                  <a:pt x="0" y="6204585"/>
                </a:lnTo>
                <a:lnTo>
                  <a:pt x="161925" y="0"/>
                </a:lnTo>
                <a:close/>
              </a:path>
            </a:pathLst>
          </a:custGeom>
          <a:solidFill>
            <a:srgbClr val="161616"/>
          </a:solidFill>
          <a:ln>
            <a:noFill/>
          </a:ln>
        </p:spPr>
        <p:txBody>
          <a:bodyPr rtlCol="0" anchor="ctr"/>
          <a:lstStyle/>
          <a:p>
            <a:pPr algn="ctr"/>
            <a:endParaRPr lang="pl-PL" dirty="0"/>
          </a:p>
        </p:txBody>
      </p:sp>
      <p:sp>
        <p:nvSpPr>
          <p:cNvPr id="9" name="!!Tło 15"/>
          <p:cNvSpPr/>
          <p:nvPr/>
        </p:nvSpPr>
        <p:spPr>
          <a:xfrm>
            <a:off x="-975360" y="3815715"/>
            <a:ext cx="3752215" cy="3879850"/>
          </a:xfrm>
          <a:custGeom>
            <a:avLst/>
            <a:gdLst/>
            <a:ahLst/>
            <a:cxnLst/>
            <a:rect l="0" t="0" r="r" b="b"/>
            <a:pathLst>
              <a:path w="3752215" h="3879850">
                <a:moveTo>
                  <a:pt x="0" y="0"/>
                </a:moveTo>
                <a:lnTo>
                  <a:pt x="3752215" y="688975"/>
                </a:lnTo>
                <a:lnTo>
                  <a:pt x="2256790" y="3879850"/>
                </a:lnTo>
                <a:close/>
              </a:path>
            </a:pathLst>
          </a:custGeom>
          <a:solidFill>
            <a:srgbClr val="171717"/>
          </a:solidFill>
          <a:ln>
            <a:noFill/>
          </a:ln>
        </p:spPr>
        <p:txBody>
          <a:bodyPr rtlCol="0" anchor="ctr"/>
          <a:lstStyle/>
          <a:p>
            <a:pPr algn="ctr"/>
            <a:endParaRPr lang="pl-PL" dirty="0"/>
          </a:p>
        </p:txBody>
      </p:sp>
      <p:sp>
        <p:nvSpPr>
          <p:cNvPr id="10" name="!!Tło 17"/>
          <p:cNvSpPr/>
          <p:nvPr/>
        </p:nvSpPr>
        <p:spPr>
          <a:xfrm>
            <a:off x="979170" y="4888230"/>
            <a:ext cx="1603375" cy="2202815"/>
          </a:xfrm>
          <a:custGeom>
            <a:avLst/>
            <a:gdLst/>
            <a:ahLst/>
            <a:cxnLst/>
            <a:rect l="0" t="0" r="r" b="b"/>
            <a:pathLst>
              <a:path w="1603375" h="2202815">
                <a:moveTo>
                  <a:pt x="0" y="2202815"/>
                </a:moveTo>
                <a:lnTo>
                  <a:pt x="358775" y="0"/>
                </a:lnTo>
                <a:lnTo>
                  <a:pt x="1603375" y="2158365"/>
                </a:lnTo>
                <a:close/>
              </a:path>
            </a:pathLst>
          </a:custGeom>
          <a:solidFill>
            <a:srgbClr val="131313"/>
          </a:solidFill>
          <a:ln>
            <a:noFill/>
          </a:ln>
        </p:spPr>
        <p:txBody>
          <a:bodyPr rtlCol="0" anchor="ctr"/>
          <a:lstStyle/>
          <a:p>
            <a:pPr algn="ctr"/>
            <a:endParaRPr lang="pl-PL" dirty="0"/>
          </a:p>
        </p:txBody>
      </p:sp>
      <p:sp>
        <p:nvSpPr>
          <p:cNvPr id="11" name="!!Tło 19"/>
          <p:cNvSpPr/>
          <p:nvPr/>
        </p:nvSpPr>
        <p:spPr>
          <a:xfrm>
            <a:off x="4709160" y="-875665"/>
            <a:ext cx="2571750" cy="3023870"/>
          </a:xfrm>
          <a:custGeom>
            <a:avLst/>
            <a:gdLst/>
            <a:ahLst/>
            <a:cxnLst/>
            <a:rect l="0" t="0" r="r" b="b"/>
            <a:pathLst>
              <a:path w="2571750" h="3023870">
                <a:moveTo>
                  <a:pt x="0" y="1351280"/>
                </a:moveTo>
                <a:lnTo>
                  <a:pt x="1868805" y="0"/>
                </a:lnTo>
                <a:lnTo>
                  <a:pt x="2571750" y="3023870"/>
                </a:lnTo>
                <a:close/>
              </a:path>
            </a:pathLst>
          </a:custGeom>
          <a:solidFill>
            <a:srgbClr val="141414"/>
          </a:solidFill>
          <a:ln>
            <a:noFill/>
          </a:ln>
        </p:spPr>
        <p:txBody>
          <a:bodyPr rtlCol="0" anchor="ctr"/>
          <a:lstStyle/>
          <a:p>
            <a:pPr algn="ctr"/>
            <a:endParaRPr lang="pl-PL" dirty="0"/>
          </a:p>
        </p:txBody>
      </p:sp>
      <p:sp>
        <p:nvSpPr>
          <p:cNvPr id="12" name="!!Tło 21"/>
          <p:cNvSpPr/>
          <p:nvPr/>
        </p:nvSpPr>
        <p:spPr>
          <a:xfrm>
            <a:off x="9114790" y="-36195"/>
            <a:ext cx="3592195" cy="3613150"/>
          </a:xfrm>
          <a:custGeom>
            <a:avLst/>
            <a:gdLst/>
            <a:ahLst/>
            <a:cxnLst/>
            <a:rect l="0" t="0" r="r" b="b"/>
            <a:pathLst>
              <a:path w="3592195" h="3613150">
                <a:moveTo>
                  <a:pt x="0" y="1466215"/>
                </a:moveTo>
                <a:lnTo>
                  <a:pt x="3592195" y="0"/>
                </a:lnTo>
                <a:lnTo>
                  <a:pt x="2491105" y="3613150"/>
                </a:lnTo>
                <a:close/>
              </a:path>
            </a:pathLst>
          </a:custGeom>
          <a:solidFill>
            <a:srgbClr val="161616"/>
          </a:solidFill>
          <a:ln>
            <a:noFill/>
          </a:ln>
        </p:spPr>
        <p:txBody>
          <a:bodyPr rtlCol="0" anchor="ctr"/>
          <a:lstStyle/>
          <a:p>
            <a:pPr algn="ctr"/>
            <a:endParaRPr lang="pl-PL" dirty="0"/>
          </a:p>
        </p:txBody>
      </p:sp>
      <p:sp>
        <p:nvSpPr>
          <p:cNvPr id="13" name="!!Tło 23"/>
          <p:cNvSpPr/>
          <p:nvPr/>
        </p:nvSpPr>
        <p:spPr>
          <a:xfrm>
            <a:off x="5821045" y="2726690"/>
            <a:ext cx="4717415" cy="4845050"/>
          </a:xfrm>
          <a:custGeom>
            <a:avLst/>
            <a:gdLst/>
            <a:ahLst/>
            <a:cxnLst/>
            <a:rect l="0" t="0" r="r" b="b"/>
            <a:pathLst>
              <a:path w="4717415" h="4845050">
                <a:moveTo>
                  <a:pt x="4717415" y="4845050"/>
                </a:moveTo>
                <a:lnTo>
                  <a:pt x="0" y="2976880"/>
                </a:lnTo>
                <a:lnTo>
                  <a:pt x="2771140" y="0"/>
                </a:lnTo>
                <a:close/>
              </a:path>
            </a:pathLst>
          </a:custGeom>
          <a:solidFill>
            <a:srgbClr val="171717"/>
          </a:solidFill>
          <a:ln>
            <a:noFill/>
          </a:ln>
        </p:spPr>
        <p:txBody>
          <a:bodyPr rtlCol="0" anchor="ctr"/>
          <a:lstStyle/>
          <a:p>
            <a:pPr algn="ctr"/>
            <a:endParaRPr lang="pl-PL" dirty="0"/>
          </a:p>
        </p:txBody>
      </p:sp>
      <p:sp>
        <p:nvSpPr>
          <p:cNvPr id="14" name="!!Tło 25"/>
          <p:cNvSpPr/>
          <p:nvPr/>
        </p:nvSpPr>
        <p:spPr>
          <a:xfrm>
            <a:off x="4133850" y="2793365"/>
            <a:ext cx="3596640" cy="3698875"/>
          </a:xfrm>
          <a:custGeom>
            <a:avLst/>
            <a:gdLst/>
            <a:ahLst/>
            <a:cxnLst/>
            <a:rect l="0" t="0" r="r" b="b"/>
            <a:pathLst>
              <a:path w="3596640" h="3698875">
                <a:moveTo>
                  <a:pt x="3345815" y="249555"/>
                </a:moveTo>
                <a:lnTo>
                  <a:pt x="3596640" y="3698875"/>
                </a:lnTo>
                <a:lnTo>
                  <a:pt x="0" y="0"/>
                </a:lnTo>
                <a:close/>
              </a:path>
            </a:pathLst>
          </a:custGeom>
          <a:solidFill>
            <a:srgbClr val="131313"/>
          </a:solidFill>
          <a:ln>
            <a:noFill/>
          </a:ln>
        </p:spPr>
        <p:txBody>
          <a:bodyPr rtlCol="0" anchor="ctr"/>
          <a:lstStyle/>
          <a:p>
            <a:pPr algn="ctr"/>
            <a:endParaRPr lang="pl-PL" dirty="0"/>
          </a:p>
        </p:txBody>
      </p:sp>
      <p:sp>
        <p:nvSpPr>
          <p:cNvPr id="15" name="Kształt"/>
          <p:cNvSpPr/>
          <p:nvPr/>
        </p:nvSpPr>
        <p:spPr>
          <a:xfrm>
            <a:off x="882650" y="1962150"/>
            <a:ext cx="3314700" cy="3314700"/>
          </a:xfrm>
          <a:prstGeom prst="ellipse">
            <a:avLst/>
          </a:prstGeom>
          <a:noFill/>
          <a:ln w="114300">
            <a:solidFill>
              <a:srgbClr val="EE312F"/>
            </a:solidFill>
          </a:ln>
        </p:spPr>
        <p:txBody>
          <a:bodyPr rtlCol="0" anchor="ctr"/>
          <a:lstStyle/>
          <a:p>
            <a:pPr algn="ctr"/>
            <a:endParaRPr lang="pl-PL" dirty="0"/>
          </a:p>
        </p:txBody>
      </p:sp>
      <p:sp>
        <p:nvSpPr>
          <p:cNvPr id="16" name="Tekst: 100 %"/>
          <p:cNvSpPr txBox="1"/>
          <p:nvPr/>
        </p:nvSpPr>
        <p:spPr>
          <a:xfrm>
            <a:off x="1314400" y="3085505"/>
            <a:ext cx="3094553" cy="1333500"/>
          </a:xfrm>
          <a:prstGeom prst="rect">
            <a:avLst/>
          </a:prstGeom>
          <a:noFill/>
          <a:ln>
            <a:noFill/>
          </a:ln>
        </p:spPr>
        <p:txBody>
          <a:bodyPr wrap="none" lIns="0" tIns="0" rIns="0" bIns="0" rtlCol="0" anchor="t">
            <a:noAutofit/>
          </a:bodyPr>
          <a:lstStyle/>
          <a:p>
            <a:pPr algn="l">
              <a:spcBef>
                <a:spcPts val="0"/>
              </a:spcBef>
              <a:spcAft>
                <a:spcPts val="0"/>
              </a:spcAft>
              <a:buNone/>
            </a:pPr>
            <a:r>
              <a:rPr lang="pl-PL" sz="10500" kern="100" spc="-682" dirty="0">
                <a:solidFill>
                  <a:srgbClr val="FFFFFF"/>
                </a:solidFill>
                <a:latin typeface="Lato Black"/>
                <a:cs typeface="Lato Black"/>
              </a:rPr>
              <a:t>100</a:t>
            </a:r>
            <a:r>
              <a:rPr lang="pl-PL" sz="4250" kern="100" spc="-682" dirty="0">
                <a:solidFill>
                  <a:srgbClr val="FFFFFF"/>
                </a:solidFill>
                <a:latin typeface="Lato Black"/>
                <a:cs typeface="Lato Black"/>
              </a:rPr>
              <a:t>%</a:t>
            </a:r>
            <a:endParaRPr lang="pl-PL" sz="4250" kern="100" spc="-682" dirty="0">
              <a:solidFill>
                <a:srgbClr val="FFFFFF"/>
              </a:solidFill>
              <a:latin typeface="Lato Black"/>
              <a:cs typeface="Lato Black"/>
            </a:endParaRPr>
          </a:p>
        </p:txBody>
      </p:sp>
      <p:sp>
        <p:nvSpPr>
          <p:cNvPr id="17" name="Tekst: Potrzeba załatwiona · 1"/>
          <p:cNvSpPr txBox="1"/>
          <p:nvPr/>
        </p:nvSpPr>
        <p:spPr>
          <a:xfrm>
            <a:off x="5207000" y="2801112"/>
            <a:ext cx="6159500" cy="864108"/>
          </a:xfrm>
          <a:prstGeom prst="rect">
            <a:avLst/>
          </a:prstGeom>
          <a:noFill/>
          <a:ln>
            <a:noFill/>
          </a:ln>
        </p:spPr>
        <p:txBody>
          <a:bodyPr wrap="none" lIns="0" tIns="0" rIns="0" bIns="0" rtlCol="0" anchor="ctr">
            <a:noAutofit/>
          </a:bodyPr>
          <a:lstStyle/>
          <a:p>
            <a:pPr algn="l">
              <a:spcBef>
                <a:spcPts val="0"/>
              </a:spcBef>
              <a:spcAft>
                <a:spcPts val="0"/>
              </a:spcAft>
              <a:buNone/>
            </a:pPr>
            <a:r>
              <a:rPr lang="pl-PL" sz="6300" kern="100" spc="-220" dirty="0">
                <a:solidFill>
                  <a:srgbClr val="FFFFFF"/>
                </a:solidFill>
                <a:latin typeface="Lato Black"/>
                <a:cs typeface="Lato Black"/>
              </a:rPr>
              <a:t>Potrzeba</a:t>
            </a:r>
            <a:endParaRPr lang="pl-PL" sz="6300" kern="100" spc="-220" dirty="0">
              <a:solidFill>
                <a:srgbClr val="FFFFFF"/>
              </a:solidFill>
              <a:latin typeface="Lato Black"/>
              <a:cs typeface="Lato Black"/>
            </a:endParaRPr>
          </a:p>
        </p:txBody>
      </p:sp>
      <p:sp>
        <p:nvSpPr>
          <p:cNvPr id="18" name="Tekst: Potrzeba załatwiona · 2"/>
          <p:cNvSpPr txBox="1"/>
          <p:nvPr/>
        </p:nvSpPr>
        <p:spPr>
          <a:xfrm>
            <a:off x="5207000" y="3665220"/>
            <a:ext cx="6159500" cy="864108"/>
          </a:xfrm>
          <a:prstGeom prst="rect">
            <a:avLst/>
          </a:prstGeom>
          <a:noFill/>
          <a:ln>
            <a:noFill/>
          </a:ln>
        </p:spPr>
        <p:txBody>
          <a:bodyPr wrap="none" lIns="0" tIns="0" rIns="0" bIns="0" rtlCol="0" anchor="ctr">
            <a:noAutofit/>
          </a:bodyPr>
          <a:lstStyle/>
          <a:p>
            <a:pPr algn="l">
              <a:spcBef>
                <a:spcPts val="0"/>
              </a:spcBef>
              <a:spcAft>
                <a:spcPts val="0"/>
              </a:spcAft>
              <a:buNone/>
            </a:pPr>
            <a:r>
              <a:rPr lang="pl-PL" sz="6300" kern="100" spc="-220" dirty="0">
                <a:solidFill>
                  <a:srgbClr val="FFFFFF"/>
                </a:solidFill>
                <a:latin typeface="Lato Black"/>
                <a:cs typeface="Lato Black"/>
              </a:rPr>
              <a:t>załatwiona</a:t>
            </a:r>
            <a:endParaRPr lang="pl-PL" sz="6300" kern="100" spc="-220" dirty="0">
              <a:solidFill>
                <a:srgbClr val="FFFFFF"/>
              </a:solidFill>
              <a:latin typeface="Lato Black"/>
              <a:cs typeface="Lato Black"/>
            </a:endParaRPr>
          </a:p>
        </p:txBody>
      </p:sp>
      <p:sp>
        <p:nvSpPr>
          <p:cNvPr id="19" name="Tekst: Uliana Jelonek &amp; Joanna Wysocka Glovo · 1"/>
          <p:cNvSpPr txBox="1"/>
          <p:nvPr/>
        </p:nvSpPr>
        <p:spPr>
          <a:xfrm>
            <a:off x="5207496" y="4746625"/>
            <a:ext cx="3544491" cy="257175"/>
          </a:xfrm>
          <a:prstGeom prst="rect">
            <a:avLst/>
          </a:prstGeom>
          <a:noFill/>
          <a:ln>
            <a:noFill/>
          </a:ln>
        </p:spPr>
        <p:txBody>
          <a:bodyPr wrap="none" lIns="0" tIns="0" rIns="0" bIns="0" rtlCol="0" anchor="ctr">
            <a:noAutofit/>
          </a:bodyPr>
          <a:lstStyle/>
          <a:p>
            <a:pPr algn="l">
              <a:spcBef>
                <a:spcPts val="0"/>
              </a:spcBef>
              <a:spcAft>
                <a:spcPts val="0"/>
              </a:spcAft>
              <a:buNone/>
            </a:pPr>
            <a:r>
              <a:rPr lang="pl-PL" sz="1500" kern="100" dirty="0">
                <a:solidFill>
                  <a:srgbClr val="FFFFFF"/>
                </a:solidFill>
                <a:latin typeface="Lato"/>
                <a:cs typeface="Lato"/>
              </a:rPr>
              <a:t>Uliana Jelonek &amp; Joanna Wysocka</a:t>
            </a:r>
            <a:endParaRPr lang="pl-PL" sz="1500" kern="100" dirty="0">
              <a:solidFill>
                <a:srgbClr val="FFFFFF"/>
              </a:solidFill>
              <a:latin typeface="Lato"/>
              <a:cs typeface="Lato"/>
            </a:endParaRPr>
          </a:p>
        </p:txBody>
      </p:sp>
      <p:sp>
        <p:nvSpPr>
          <p:cNvPr id="20" name="Tekst: Uliana Jelonek &amp; Joanna Wysocka Glovo · 2"/>
          <p:cNvSpPr txBox="1"/>
          <p:nvPr/>
        </p:nvSpPr>
        <p:spPr>
          <a:xfrm>
            <a:off x="5207496" y="5040313"/>
            <a:ext cx="3544491" cy="214313"/>
          </a:xfrm>
          <a:prstGeom prst="rect">
            <a:avLst/>
          </a:prstGeom>
          <a:noFill/>
          <a:ln>
            <a:noFill/>
          </a:ln>
        </p:spPr>
        <p:txBody>
          <a:bodyPr wrap="none" lIns="0" tIns="0" rIns="0" bIns="0" rtlCol="0" anchor="ctr">
            <a:noAutofit/>
          </a:bodyPr>
          <a:lstStyle/>
          <a:p>
            <a:pPr algn="l">
              <a:spcBef>
                <a:spcPts val="0"/>
              </a:spcBef>
              <a:spcAft>
                <a:spcPts val="0"/>
              </a:spcAft>
              <a:buNone/>
            </a:pPr>
            <a:r>
              <a:rPr lang="pl-PL" sz="1250" kern="100" dirty="0">
                <a:solidFill>
                  <a:srgbClr val="AAAAAA"/>
                </a:solidFill>
                <a:latin typeface="Lato"/>
                <a:cs typeface="Lato"/>
              </a:rPr>
              <a:t>Glovo</a:t>
            </a:r>
            <a:endParaRPr lang="pl-PL" sz="1250" kern="100" dirty="0">
              <a:solidFill>
                <a:srgbClr val="AAAAAA"/>
              </a:solidFill>
              <a:latin typeface="Lato"/>
              <a:cs typeface="Lato"/>
            </a:endParaRPr>
          </a:p>
        </p:txBody>
      </p:sp>
      <p:pic>
        <p:nvPicPr>
          <p:cNvPr id="21" name="!!Serce w rogu"/>
          <p:cNvPicPr>
            <a:picLocks noChangeAspect="1"/>
          </p:cNvPicPr>
          <p:nvPr/>
        </p:nvPicPr>
        <p:blipFill>
          <a:blip r:embed="rId3"/>
          <a:stretch>
            <a:fillRect/>
          </a:stretch>
        </p:blipFill>
        <p:spPr>
          <a:xfrm>
            <a:off x="10966450" y="330349"/>
            <a:ext cx="431800" cy="355600"/>
          </a:xfrm>
          <a:prstGeom prst="rect">
            <a:avLst/>
          </a:prstGeom>
        </p:spPr>
      </p:pic>
      <p:sp>
        <p:nvSpPr>
          <p:cNvPr id="22" name="!!Numer slajdu"/>
          <p:cNvSpPr txBox="1"/>
          <p:nvPr/>
        </p:nvSpPr>
        <p:spPr>
          <a:xfrm>
            <a:off x="10847388" y="6425287"/>
            <a:ext cx="773430" cy="188595"/>
          </a:xfrm>
          <a:prstGeom prst="rect">
            <a:avLst/>
          </a:prstGeom>
          <a:noFill/>
          <a:ln>
            <a:noFill/>
          </a:ln>
        </p:spPr>
        <p:txBody>
          <a:bodyPr wrap="none" lIns="0" tIns="0" rIns="0" bIns="0" rtlCol="0" anchor="t">
            <a:noAutofit/>
          </a:bodyPr>
          <a:lstStyle/>
          <a:p>
            <a:pPr algn="l">
              <a:spcBef>
                <a:spcPts val="0"/>
              </a:spcBef>
              <a:spcAft>
                <a:spcPts val="0"/>
              </a:spcAft>
              <a:buNone/>
            </a:pPr>
            <a:r>
              <a:rPr lang="pl-PL" sz="1100" kern="100" spc="66" dirty="0">
                <a:solidFill>
                  <a:srgbClr val="A9A9A9"/>
                </a:solidFill>
                <a:latin typeface="Lato"/>
                <a:cs typeface="Lato"/>
              </a:rPr>
              <a:t>23 / 23</a:t>
            </a:r>
            <a:endParaRPr lang="pl-PL" sz="1100" kern="100" spc="66" dirty="0">
              <a:solidFill>
                <a:srgbClr val="A9A9A9"/>
              </a:solidFill>
              <a:latin typeface="Lato"/>
              <a:cs typeface="Lato"/>
            </a:endParaRPr>
          </a:p>
        </p:txBody>
      </p:sp>
      <p:sp>
        <p:nvSpPr>
          <p:cNvPr id="23" name="!!Postęp"/>
          <p:cNvSpPr/>
          <p:nvPr/>
        </p:nvSpPr>
        <p:spPr>
          <a:xfrm>
            <a:off x="0" y="6826250"/>
            <a:ext cx="12192000" cy="31750"/>
          </a:xfrm>
          <a:prstGeom prst="rect">
            <a:avLst/>
          </a:prstGeom>
          <a:solidFill>
            <a:srgbClr val="EE312F"/>
          </a:solidFill>
          <a:ln>
            <a:noFill/>
          </a:ln>
        </p:spPr>
        <p:txBody>
          <a:bodyPr rtlCol="0" anchor="ctr"/>
          <a:lstStyle/>
          <a:p>
            <a:pPr algn="ctr"/>
            <a:endParaRPr lang="pl-PL" dirty="0"/>
          </a:p>
        </p:txBody>
      </p:sp>
      <p:sp>
        <p:nvSpPr>
          <p:cNvPr id="24" name="!!Postać 1"/>
          <p:cNvSpPr/>
          <p:nvPr/>
        </p:nvSpPr>
        <p:spPr>
          <a:xfrm>
            <a:off x="9929870" y="3930781"/>
            <a:ext cx="683094" cy="709317"/>
          </a:xfrm>
          <a:custGeom>
            <a:avLst/>
            <a:gdLst/>
            <a:ahLst/>
            <a:cxnLst/>
            <a:rect l="0" t="0" r="r" b="b"/>
            <a:pathLst>
              <a:path w="683094" h="709317">
                <a:moveTo>
                  <a:pt x="0" y="67755"/>
                </a:moveTo>
                <a:lnTo>
                  <a:pt x="644642" y="0"/>
                </a:lnTo>
                <a:lnTo>
                  <a:pt x="683094" y="647721"/>
                </a:lnTo>
                <a:lnTo>
                  <a:pt x="97056" y="709317"/>
                </a:lnTo>
                <a:close/>
              </a:path>
            </a:pathLst>
          </a:custGeom>
          <a:solidFill>
            <a:srgbClr val="5D331C"/>
          </a:solidFill>
          <a:ln>
            <a:noFill/>
          </a:ln>
        </p:spPr>
        <p:txBody>
          <a:bodyPr rtlCol="0" anchor="ctr"/>
          <a:lstStyle/>
          <a:p>
            <a:pPr algn="ctr"/>
            <a:endParaRPr lang="pl-PL" dirty="0"/>
          </a:p>
        </p:txBody>
      </p:sp>
      <p:sp>
        <p:nvSpPr>
          <p:cNvPr id="25" name="!!Postać 2"/>
          <p:cNvSpPr/>
          <p:nvPr/>
        </p:nvSpPr>
        <p:spPr>
          <a:xfrm>
            <a:off x="9872895" y="3349318"/>
            <a:ext cx="314621" cy="207401"/>
          </a:xfrm>
          <a:custGeom>
            <a:avLst/>
            <a:gdLst/>
            <a:ahLst/>
            <a:cxnLst/>
            <a:rect l="0" t="0" r="r" b="b"/>
            <a:pathLst>
              <a:path w="314621" h="207401">
                <a:moveTo>
                  <a:pt x="314621" y="0"/>
                </a:moveTo>
                <a:lnTo>
                  <a:pt x="0" y="107132"/>
                </a:lnTo>
                <a:lnTo>
                  <a:pt x="173479" y="207401"/>
                </a:lnTo>
                <a:close/>
              </a:path>
            </a:pathLst>
          </a:custGeom>
          <a:solidFill>
            <a:srgbClr val="C07C49"/>
          </a:solidFill>
          <a:ln>
            <a:noFill/>
          </a:ln>
        </p:spPr>
        <p:txBody>
          <a:bodyPr rtlCol="0" anchor="ctr"/>
          <a:lstStyle/>
          <a:p>
            <a:pPr algn="ctr"/>
            <a:endParaRPr lang="pl-PL" dirty="0"/>
          </a:p>
        </p:txBody>
      </p:sp>
      <p:sp>
        <p:nvSpPr>
          <p:cNvPr id="26" name="!!Postać 3"/>
          <p:cNvSpPr/>
          <p:nvPr/>
        </p:nvSpPr>
        <p:spPr>
          <a:xfrm>
            <a:off x="9746778" y="3456450"/>
            <a:ext cx="299597" cy="279886"/>
          </a:xfrm>
          <a:custGeom>
            <a:avLst/>
            <a:gdLst/>
            <a:ahLst/>
            <a:cxnLst/>
            <a:rect l="0" t="0" r="r" b="b"/>
            <a:pathLst>
              <a:path w="299597" h="279886">
                <a:moveTo>
                  <a:pt x="126117" y="0"/>
                </a:moveTo>
                <a:lnTo>
                  <a:pt x="0" y="279886"/>
                </a:lnTo>
                <a:lnTo>
                  <a:pt x="299597" y="100269"/>
                </a:lnTo>
                <a:close/>
              </a:path>
            </a:pathLst>
          </a:custGeom>
          <a:solidFill>
            <a:srgbClr val="9C6037"/>
          </a:solidFill>
          <a:ln>
            <a:noFill/>
          </a:ln>
        </p:spPr>
        <p:txBody>
          <a:bodyPr rtlCol="0" anchor="ctr"/>
          <a:lstStyle/>
          <a:p>
            <a:pPr algn="ctr"/>
            <a:endParaRPr lang="pl-PL" dirty="0"/>
          </a:p>
        </p:txBody>
      </p:sp>
      <p:sp>
        <p:nvSpPr>
          <p:cNvPr id="27" name="!!Postać 4"/>
          <p:cNvSpPr/>
          <p:nvPr/>
        </p:nvSpPr>
        <p:spPr>
          <a:xfrm>
            <a:off x="9746778" y="3556719"/>
            <a:ext cx="299597" cy="383982"/>
          </a:xfrm>
          <a:custGeom>
            <a:avLst/>
            <a:gdLst/>
            <a:ahLst/>
            <a:cxnLst/>
            <a:rect l="0" t="0" r="r" b="b"/>
            <a:pathLst>
              <a:path w="299597" h="383982">
                <a:moveTo>
                  <a:pt x="0" y="179617"/>
                </a:moveTo>
                <a:lnTo>
                  <a:pt x="169608" y="383982"/>
                </a:lnTo>
                <a:lnTo>
                  <a:pt x="299597" y="0"/>
                </a:lnTo>
                <a:close/>
              </a:path>
            </a:pathLst>
          </a:custGeom>
          <a:solidFill>
            <a:srgbClr val="C07C49"/>
          </a:solidFill>
          <a:ln>
            <a:noFill/>
          </a:ln>
        </p:spPr>
        <p:txBody>
          <a:bodyPr rtlCol="0" anchor="ctr"/>
          <a:lstStyle/>
          <a:p>
            <a:pPr algn="ctr"/>
            <a:endParaRPr lang="pl-PL" dirty="0"/>
          </a:p>
        </p:txBody>
      </p:sp>
      <p:sp>
        <p:nvSpPr>
          <p:cNvPr id="28" name="!!Postać 5"/>
          <p:cNvSpPr/>
          <p:nvPr/>
        </p:nvSpPr>
        <p:spPr>
          <a:xfrm>
            <a:off x="9741322" y="3736336"/>
            <a:ext cx="175064" cy="370893"/>
          </a:xfrm>
          <a:custGeom>
            <a:avLst/>
            <a:gdLst/>
            <a:ahLst/>
            <a:cxnLst/>
            <a:rect l="0" t="0" r="r" b="b"/>
            <a:pathLst>
              <a:path w="175064" h="370893">
                <a:moveTo>
                  <a:pt x="5456" y="0"/>
                </a:moveTo>
                <a:lnTo>
                  <a:pt x="0" y="370893"/>
                </a:lnTo>
                <a:lnTo>
                  <a:pt x="175064" y="204365"/>
                </a:lnTo>
                <a:close/>
              </a:path>
            </a:pathLst>
          </a:custGeom>
          <a:solidFill>
            <a:srgbClr val="9C6037"/>
          </a:solidFill>
          <a:ln>
            <a:noFill/>
          </a:ln>
        </p:spPr>
        <p:txBody>
          <a:bodyPr rtlCol="0" anchor="ctr"/>
          <a:lstStyle/>
          <a:p>
            <a:pPr algn="ctr"/>
            <a:endParaRPr lang="pl-PL" dirty="0"/>
          </a:p>
        </p:txBody>
      </p:sp>
      <p:sp>
        <p:nvSpPr>
          <p:cNvPr id="29" name="!!Postać 6"/>
          <p:cNvSpPr/>
          <p:nvPr/>
        </p:nvSpPr>
        <p:spPr>
          <a:xfrm>
            <a:off x="9741322" y="3940701"/>
            <a:ext cx="223592" cy="320781"/>
          </a:xfrm>
          <a:custGeom>
            <a:avLst/>
            <a:gdLst/>
            <a:ahLst/>
            <a:cxnLst/>
            <a:rect l="0" t="0" r="r" b="b"/>
            <a:pathLst>
              <a:path w="223592" h="320781">
                <a:moveTo>
                  <a:pt x="0" y="166528"/>
                </a:moveTo>
                <a:lnTo>
                  <a:pt x="223592" y="320781"/>
                </a:lnTo>
                <a:lnTo>
                  <a:pt x="175064" y="0"/>
                </a:lnTo>
                <a:close/>
              </a:path>
            </a:pathLst>
          </a:custGeom>
          <a:solidFill>
            <a:srgbClr val="7A4627"/>
          </a:solidFill>
          <a:ln>
            <a:noFill/>
          </a:ln>
        </p:spPr>
        <p:txBody>
          <a:bodyPr rtlCol="0" anchor="ctr"/>
          <a:lstStyle/>
          <a:p>
            <a:pPr algn="ctr"/>
            <a:endParaRPr lang="pl-PL" dirty="0"/>
          </a:p>
        </p:txBody>
      </p:sp>
      <p:sp>
        <p:nvSpPr>
          <p:cNvPr id="30" name="!!Postać 7"/>
          <p:cNvSpPr/>
          <p:nvPr/>
        </p:nvSpPr>
        <p:spPr>
          <a:xfrm>
            <a:off x="9741322" y="4107229"/>
            <a:ext cx="223592" cy="305360"/>
          </a:xfrm>
          <a:custGeom>
            <a:avLst/>
            <a:gdLst/>
            <a:ahLst/>
            <a:cxnLst/>
            <a:rect l="0" t="0" r="r" b="b"/>
            <a:pathLst>
              <a:path w="223592" h="305360">
                <a:moveTo>
                  <a:pt x="0" y="0"/>
                </a:moveTo>
                <a:lnTo>
                  <a:pt x="54314" y="305360"/>
                </a:lnTo>
                <a:lnTo>
                  <a:pt x="223592" y="154253"/>
                </a:lnTo>
                <a:close/>
              </a:path>
            </a:pathLst>
          </a:custGeom>
          <a:solidFill>
            <a:srgbClr val="9C6037"/>
          </a:solidFill>
          <a:ln>
            <a:noFill/>
          </a:ln>
        </p:spPr>
        <p:txBody>
          <a:bodyPr rtlCol="0" anchor="ctr"/>
          <a:lstStyle/>
          <a:p>
            <a:pPr algn="ctr"/>
            <a:endParaRPr lang="pl-PL" dirty="0"/>
          </a:p>
        </p:txBody>
      </p:sp>
      <p:sp>
        <p:nvSpPr>
          <p:cNvPr id="31" name="!!Postać 8"/>
          <p:cNvSpPr/>
          <p:nvPr/>
        </p:nvSpPr>
        <p:spPr>
          <a:xfrm>
            <a:off x="9795636" y="4261482"/>
            <a:ext cx="275244" cy="373995"/>
          </a:xfrm>
          <a:custGeom>
            <a:avLst/>
            <a:gdLst/>
            <a:ahLst/>
            <a:cxnLst/>
            <a:rect l="0" t="0" r="r" b="b"/>
            <a:pathLst>
              <a:path w="275244" h="373995">
                <a:moveTo>
                  <a:pt x="0" y="151107"/>
                </a:moveTo>
                <a:lnTo>
                  <a:pt x="275244" y="373995"/>
                </a:lnTo>
                <a:lnTo>
                  <a:pt x="169278" y="0"/>
                </a:lnTo>
                <a:close/>
              </a:path>
            </a:pathLst>
          </a:custGeom>
          <a:solidFill>
            <a:srgbClr val="7A4627"/>
          </a:solidFill>
          <a:ln>
            <a:noFill/>
          </a:ln>
        </p:spPr>
        <p:txBody>
          <a:bodyPr rtlCol="0" anchor="ctr"/>
          <a:lstStyle/>
          <a:p>
            <a:pPr algn="ctr"/>
            <a:endParaRPr lang="pl-PL" dirty="0"/>
          </a:p>
        </p:txBody>
      </p:sp>
      <p:sp>
        <p:nvSpPr>
          <p:cNvPr id="32" name="!!Postać 9"/>
          <p:cNvSpPr/>
          <p:nvPr/>
        </p:nvSpPr>
        <p:spPr>
          <a:xfrm>
            <a:off x="9795636" y="4412589"/>
            <a:ext cx="173061" cy="307692"/>
          </a:xfrm>
          <a:custGeom>
            <a:avLst/>
            <a:gdLst/>
            <a:ahLst/>
            <a:cxnLst/>
            <a:rect l="0" t="0" r="r" b="b"/>
            <a:pathLst>
              <a:path w="173061" h="307692">
                <a:moveTo>
                  <a:pt x="0" y="0"/>
                </a:moveTo>
                <a:lnTo>
                  <a:pt x="84782" y="242907"/>
                </a:lnTo>
                <a:lnTo>
                  <a:pt x="173061" y="307692"/>
                </a:lnTo>
                <a:close/>
              </a:path>
            </a:pathLst>
          </a:custGeom>
          <a:solidFill>
            <a:srgbClr val="9C6037"/>
          </a:solidFill>
          <a:ln>
            <a:noFill/>
          </a:ln>
        </p:spPr>
        <p:txBody>
          <a:bodyPr rtlCol="0" anchor="ctr"/>
          <a:lstStyle/>
          <a:p>
            <a:pPr algn="ctr"/>
            <a:endParaRPr lang="pl-PL" dirty="0"/>
          </a:p>
        </p:txBody>
      </p:sp>
      <p:sp>
        <p:nvSpPr>
          <p:cNvPr id="33" name="!!Postać 10"/>
          <p:cNvSpPr/>
          <p:nvPr/>
        </p:nvSpPr>
        <p:spPr>
          <a:xfrm>
            <a:off x="9795636" y="4412589"/>
            <a:ext cx="275244" cy="307692"/>
          </a:xfrm>
          <a:custGeom>
            <a:avLst/>
            <a:gdLst/>
            <a:ahLst/>
            <a:cxnLst/>
            <a:rect l="0" t="0" r="r" b="b"/>
            <a:pathLst>
              <a:path w="275244" h="307692">
                <a:moveTo>
                  <a:pt x="0" y="0"/>
                </a:moveTo>
                <a:lnTo>
                  <a:pt x="173061" y="307692"/>
                </a:lnTo>
                <a:lnTo>
                  <a:pt x="275244" y="222888"/>
                </a:lnTo>
                <a:close/>
              </a:path>
            </a:pathLst>
          </a:custGeom>
          <a:solidFill>
            <a:srgbClr val="7A4627"/>
          </a:solidFill>
          <a:ln>
            <a:noFill/>
          </a:ln>
        </p:spPr>
        <p:txBody>
          <a:bodyPr rtlCol="0" anchor="ctr"/>
          <a:lstStyle/>
          <a:p>
            <a:pPr algn="ctr"/>
            <a:endParaRPr lang="pl-PL" dirty="0"/>
          </a:p>
        </p:txBody>
      </p:sp>
      <p:sp>
        <p:nvSpPr>
          <p:cNvPr id="34" name="!!Postać 11"/>
          <p:cNvSpPr/>
          <p:nvPr/>
        </p:nvSpPr>
        <p:spPr>
          <a:xfrm>
            <a:off x="10187516" y="3349318"/>
            <a:ext cx="330020" cy="173524"/>
          </a:xfrm>
          <a:custGeom>
            <a:avLst/>
            <a:gdLst/>
            <a:ahLst/>
            <a:cxnLst/>
            <a:rect l="0" t="0" r="r" b="b"/>
            <a:pathLst>
              <a:path w="330020" h="173524">
                <a:moveTo>
                  <a:pt x="0" y="0"/>
                </a:moveTo>
                <a:lnTo>
                  <a:pt x="330020" y="39377"/>
                </a:lnTo>
                <a:lnTo>
                  <a:pt x="181179" y="173524"/>
                </a:lnTo>
                <a:close/>
              </a:path>
            </a:pathLst>
          </a:custGeom>
          <a:solidFill>
            <a:srgbClr val="9C6037"/>
          </a:solidFill>
          <a:ln>
            <a:noFill/>
          </a:ln>
        </p:spPr>
        <p:txBody>
          <a:bodyPr rtlCol="0" anchor="ctr"/>
          <a:lstStyle/>
          <a:p>
            <a:pPr algn="ctr"/>
            <a:endParaRPr lang="pl-PL" dirty="0"/>
          </a:p>
        </p:txBody>
      </p:sp>
      <p:sp>
        <p:nvSpPr>
          <p:cNvPr id="35" name="!!Postać 12"/>
          <p:cNvSpPr/>
          <p:nvPr/>
        </p:nvSpPr>
        <p:spPr>
          <a:xfrm>
            <a:off x="10368695" y="3388696"/>
            <a:ext cx="330394" cy="247548"/>
          </a:xfrm>
          <a:custGeom>
            <a:avLst/>
            <a:gdLst/>
            <a:ahLst/>
            <a:cxnLst/>
            <a:rect l="0" t="0" r="r" b="b"/>
            <a:pathLst>
              <a:path w="330394" h="247548">
                <a:moveTo>
                  <a:pt x="148841" y="0"/>
                </a:moveTo>
                <a:lnTo>
                  <a:pt x="330394" y="247548"/>
                </a:lnTo>
                <a:lnTo>
                  <a:pt x="0" y="134146"/>
                </a:lnTo>
                <a:close/>
              </a:path>
            </a:pathLst>
          </a:custGeom>
          <a:solidFill>
            <a:srgbClr val="7A4627"/>
          </a:solidFill>
          <a:ln>
            <a:noFill/>
          </a:ln>
        </p:spPr>
        <p:txBody>
          <a:bodyPr rtlCol="0" anchor="ctr"/>
          <a:lstStyle/>
          <a:p>
            <a:pPr algn="ctr"/>
            <a:endParaRPr lang="pl-PL" dirty="0"/>
          </a:p>
        </p:txBody>
      </p:sp>
      <p:sp>
        <p:nvSpPr>
          <p:cNvPr id="36" name="!!Postać 13"/>
          <p:cNvSpPr/>
          <p:nvPr/>
        </p:nvSpPr>
        <p:spPr>
          <a:xfrm>
            <a:off x="10368695" y="3522842"/>
            <a:ext cx="330394" cy="348565"/>
          </a:xfrm>
          <a:custGeom>
            <a:avLst/>
            <a:gdLst/>
            <a:ahLst/>
            <a:cxnLst/>
            <a:rect l="0" t="0" r="r" b="b"/>
            <a:pathLst>
              <a:path w="330394" h="348565">
                <a:moveTo>
                  <a:pt x="330394" y="113402"/>
                </a:moveTo>
                <a:lnTo>
                  <a:pt x="206983" y="348565"/>
                </a:lnTo>
                <a:lnTo>
                  <a:pt x="0" y="0"/>
                </a:lnTo>
                <a:close/>
              </a:path>
            </a:pathLst>
          </a:custGeom>
          <a:solidFill>
            <a:srgbClr val="9C6037"/>
          </a:solidFill>
          <a:ln>
            <a:noFill/>
          </a:ln>
        </p:spPr>
        <p:txBody>
          <a:bodyPr rtlCol="0" anchor="ctr"/>
          <a:lstStyle/>
          <a:p>
            <a:pPr algn="ctr"/>
            <a:endParaRPr lang="pl-PL" dirty="0"/>
          </a:p>
        </p:txBody>
      </p:sp>
      <p:sp>
        <p:nvSpPr>
          <p:cNvPr id="37" name="!!Postać 14"/>
          <p:cNvSpPr/>
          <p:nvPr/>
        </p:nvSpPr>
        <p:spPr>
          <a:xfrm>
            <a:off x="10575678" y="3636244"/>
            <a:ext cx="205861" cy="361654"/>
          </a:xfrm>
          <a:custGeom>
            <a:avLst/>
            <a:gdLst/>
            <a:ahLst/>
            <a:cxnLst/>
            <a:rect l="0" t="0" r="r" b="b"/>
            <a:pathLst>
              <a:path w="205861" h="361654">
                <a:moveTo>
                  <a:pt x="123411" y="0"/>
                </a:moveTo>
                <a:lnTo>
                  <a:pt x="205861" y="361654"/>
                </a:lnTo>
                <a:lnTo>
                  <a:pt x="0" y="235163"/>
                </a:lnTo>
                <a:close/>
              </a:path>
            </a:pathLst>
          </a:custGeom>
          <a:solidFill>
            <a:srgbClr val="7A4627"/>
          </a:solidFill>
          <a:ln>
            <a:noFill/>
          </a:ln>
        </p:spPr>
        <p:txBody>
          <a:bodyPr rtlCol="0" anchor="ctr"/>
          <a:lstStyle/>
          <a:p>
            <a:pPr algn="ctr"/>
            <a:endParaRPr lang="pl-PL" dirty="0"/>
          </a:p>
        </p:txBody>
      </p:sp>
      <p:sp>
        <p:nvSpPr>
          <p:cNvPr id="38" name="!!Postać 15"/>
          <p:cNvSpPr/>
          <p:nvPr/>
        </p:nvSpPr>
        <p:spPr>
          <a:xfrm>
            <a:off x="10575678" y="3871407"/>
            <a:ext cx="205861" cy="323861"/>
          </a:xfrm>
          <a:custGeom>
            <a:avLst/>
            <a:gdLst/>
            <a:ahLst/>
            <a:cxnLst/>
            <a:rect l="0" t="0" r="r" b="b"/>
            <a:pathLst>
              <a:path w="205861" h="323861">
                <a:moveTo>
                  <a:pt x="205861" y="126491"/>
                </a:moveTo>
                <a:lnTo>
                  <a:pt x="19226" y="323861"/>
                </a:lnTo>
                <a:lnTo>
                  <a:pt x="0" y="0"/>
                </a:lnTo>
                <a:close/>
              </a:path>
            </a:pathLst>
          </a:custGeom>
          <a:solidFill>
            <a:srgbClr val="5D331C"/>
          </a:solidFill>
          <a:ln>
            <a:noFill/>
          </a:ln>
        </p:spPr>
        <p:txBody>
          <a:bodyPr rtlCol="0" anchor="ctr"/>
          <a:lstStyle/>
          <a:p>
            <a:pPr algn="ctr"/>
            <a:endParaRPr lang="pl-PL" dirty="0"/>
          </a:p>
        </p:txBody>
      </p:sp>
      <p:sp>
        <p:nvSpPr>
          <p:cNvPr id="39" name="!!Postać 16"/>
          <p:cNvSpPr/>
          <p:nvPr/>
        </p:nvSpPr>
        <p:spPr>
          <a:xfrm>
            <a:off x="10594904" y="3997898"/>
            <a:ext cx="196996" cy="309980"/>
          </a:xfrm>
          <a:custGeom>
            <a:avLst/>
            <a:gdLst/>
            <a:ahLst/>
            <a:cxnLst/>
            <a:rect l="0" t="0" r="r" b="b"/>
            <a:pathLst>
              <a:path w="196996" h="309980">
                <a:moveTo>
                  <a:pt x="186635" y="0"/>
                </a:moveTo>
                <a:lnTo>
                  <a:pt x="196996" y="309980"/>
                </a:lnTo>
                <a:lnTo>
                  <a:pt x="0" y="197370"/>
                </a:lnTo>
                <a:close/>
              </a:path>
            </a:pathLst>
          </a:custGeom>
          <a:solidFill>
            <a:srgbClr val="7A4627"/>
          </a:solidFill>
          <a:ln>
            <a:noFill/>
          </a:ln>
        </p:spPr>
        <p:txBody>
          <a:bodyPr rtlCol="0" anchor="ctr"/>
          <a:lstStyle/>
          <a:p>
            <a:pPr algn="ctr"/>
            <a:endParaRPr lang="pl-PL" dirty="0"/>
          </a:p>
        </p:txBody>
      </p:sp>
      <p:sp>
        <p:nvSpPr>
          <p:cNvPr id="40" name="!!Postać 17"/>
          <p:cNvSpPr/>
          <p:nvPr/>
        </p:nvSpPr>
        <p:spPr>
          <a:xfrm>
            <a:off x="10569012" y="4195268"/>
            <a:ext cx="222888" cy="387854"/>
          </a:xfrm>
          <a:custGeom>
            <a:avLst/>
            <a:gdLst/>
            <a:ahLst/>
            <a:cxnLst/>
            <a:rect l="0" t="0" r="r" b="b"/>
            <a:pathLst>
              <a:path w="222888" h="387854">
                <a:moveTo>
                  <a:pt x="222888" y="112610"/>
                </a:moveTo>
                <a:lnTo>
                  <a:pt x="0" y="387854"/>
                </a:lnTo>
                <a:lnTo>
                  <a:pt x="25892" y="0"/>
                </a:lnTo>
                <a:close/>
              </a:path>
            </a:pathLst>
          </a:custGeom>
          <a:solidFill>
            <a:srgbClr val="5D331C"/>
          </a:solidFill>
          <a:ln>
            <a:noFill/>
          </a:ln>
        </p:spPr>
        <p:txBody>
          <a:bodyPr rtlCol="0" anchor="ctr"/>
          <a:lstStyle/>
          <a:p>
            <a:pPr algn="ctr"/>
            <a:endParaRPr lang="pl-PL" dirty="0"/>
          </a:p>
        </p:txBody>
      </p:sp>
      <p:sp>
        <p:nvSpPr>
          <p:cNvPr id="41" name="!!Postać 18"/>
          <p:cNvSpPr/>
          <p:nvPr/>
        </p:nvSpPr>
        <p:spPr>
          <a:xfrm>
            <a:off x="10686593" y="4307878"/>
            <a:ext cx="105307" cy="336950"/>
          </a:xfrm>
          <a:custGeom>
            <a:avLst/>
            <a:gdLst/>
            <a:ahLst/>
            <a:cxnLst/>
            <a:rect l="0" t="0" r="r" b="b"/>
            <a:pathLst>
              <a:path w="105307" h="336950">
                <a:moveTo>
                  <a:pt x="105307" y="0"/>
                </a:moveTo>
                <a:lnTo>
                  <a:pt x="72881" y="255226"/>
                </a:lnTo>
                <a:lnTo>
                  <a:pt x="0" y="336950"/>
                </a:lnTo>
                <a:close/>
              </a:path>
            </a:pathLst>
          </a:custGeom>
          <a:solidFill>
            <a:srgbClr val="7A4627"/>
          </a:solidFill>
          <a:ln>
            <a:noFill/>
          </a:ln>
        </p:spPr>
        <p:txBody>
          <a:bodyPr rtlCol="0" anchor="ctr"/>
          <a:lstStyle/>
          <a:p>
            <a:pPr algn="ctr"/>
            <a:endParaRPr lang="pl-PL" dirty="0"/>
          </a:p>
        </p:txBody>
      </p:sp>
      <p:sp>
        <p:nvSpPr>
          <p:cNvPr id="42" name="!!Postać 19"/>
          <p:cNvSpPr/>
          <p:nvPr/>
        </p:nvSpPr>
        <p:spPr>
          <a:xfrm>
            <a:off x="10569012" y="4307878"/>
            <a:ext cx="222888" cy="336950"/>
          </a:xfrm>
          <a:custGeom>
            <a:avLst/>
            <a:gdLst/>
            <a:ahLst/>
            <a:cxnLst/>
            <a:rect l="0" t="0" r="r" b="b"/>
            <a:pathLst>
              <a:path w="222888" h="336950">
                <a:moveTo>
                  <a:pt x="222888" y="0"/>
                </a:moveTo>
                <a:lnTo>
                  <a:pt x="117581" y="336950"/>
                </a:lnTo>
                <a:lnTo>
                  <a:pt x="0" y="275244"/>
                </a:lnTo>
                <a:close/>
              </a:path>
            </a:pathLst>
          </a:custGeom>
          <a:solidFill>
            <a:srgbClr val="5D331C"/>
          </a:solidFill>
          <a:ln>
            <a:noFill/>
          </a:ln>
        </p:spPr>
        <p:txBody>
          <a:bodyPr rtlCol="0" anchor="ctr"/>
          <a:lstStyle/>
          <a:p>
            <a:pPr algn="ctr"/>
            <a:endParaRPr lang="pl-PL" dirty="0"/>
          </a:p>
        </p:txBody>
      </p:sp>
      <p:sp>
        <p:nvSpPr>
          <p:cNvPr id="43" name="!!Postać 20"/>
          <p:cNvSpPr/>
          <p:nvPr/>
        </p:nvSpPr>
        <p:spPr>
          <a:xfrm>
            <a:off x="10046374" y="3349318"/>
            <a:ext cx="322321" cy="207401"/>
          </a:xfrm>
          <a:custGeom>
            <a:avLst/>
            <a:gdLst/>
            <a:ahLst/>
            <a:cxnLst/>
            <a:rect l="0" t="0" r="r" b="b"/>
            <a:pathLst>
              <a:path w="322321" h="207401">
                <a:moveTo>
                  <a:pt x="141142" y="0"/>
                </a:moveTo>
                <a:lnTo>
                  <a:pt x="0" y="207401"/>
                </a:lnTo>
                <a:lnTo>
                  <a:pt x="322321" y="173524"/>
                </a:lnTo>
                <a:close/>
              </a:path>
            </a:pathLst>
          </a:custGeom>
          <a:solidFill>
            <a:srgbClr val="9C6037"/>
          </a:solidFill>
          <a:ln>
            <a:noFill/>
          </a:ln>
        </p:spPr>
        <p:txBody>
          <a:bodyPr rtlCol="0" anchor="ctr"/>
          <a:lstStyle/>
          <a:p>
            <a:pPr algn="ctr"/>
            <a:endParaRPr lang="pl-PL" dirty="0"/>
          </a:p>
        </p:txBody>
      </p:sp>
      <p:sp>
        <p:nvSpPr>
          <p:cNvPr id="44" name="!!Postać 21"/>
          <p:cNvSpPr/>
          <p:nvPr/>
        </p:nvSpPr>
        <p:spPr>
          <a:xfrm>
            <a:off x="10141715" y="5201542"/>
            <a:ext cx="110487" cy="412486"/>
          </a:xfrm>
          <a:custGeom>
            <a:avLst/>
            <a:gdLst/>
            <a:ahLst/>
            <a:cxnLst/>
            <a:rect l="0" t="0" r="r" b="b"/>
            <a:pathLst>
              <a:path w="110487" h="412486">
                <a:moveTo>
                  <a:pt x="0" y="0"/>
                </a:moveTo>
                <a:lnTo>
                  <a:pt x="110487" y="0"/>
                </a:lnTo>
                <a:lnTo>
                  <a:pt x="22097" y="412486"/>
                </a:lnTo>
                <a:close/>
              </a:path>
            </a:pathLst>
          </a:custGeom>
          <a:solidFill>
            <a:srgbClr val="E2E2E2"/>
          </a:solidFill>
          <a:ln>
            <a:noFill/>
          </a:ln>
        </p:spPr>
        <p:txBody>
          <a:bodyPr rtlCol="0" anchor="ctr"/>
          <a:lstStyle/>
          <a:p>
            <a:pPr algn="ctr"/>
            <a:endParaRPr lang="pl-PL" dirty="0"/>
          </a:p>
        </p:txBody>
      </p:sp>
      <p:sp>
        <p:nvSpPr>
          <p:cNvPr id="45" name="!!Postać 22"/>
          <p:cNvSpPr/>
          <p:nvPr/>
        </p:nvSpPr>
        <p:spPr>
          <a:xfrm>
            <a:off x="10163813" y="5201542"/>
            <a:ext cx="88390" cy="412486"/>
          </a:xfrm>
          <a:custGeom>
            <a:avLst/>
            <a:gdLst/>
            <a:ahLst/>
            <a:cxnLst/>
            <a:rect l="0" t="0" r="r" b="b"/>
            <a:pathLst>
              <a:path w="88390" h="412486">
                <a:moveTo>
                  <a:pt x="88390" y="0"/>
                </a:moveTo>
                <a:lnTo>
                  <a:pt x="73658" y="412486"/>
                </a:lnTo>
                <a:lnTo>
                  <a:pt x="0" y="412486"/>
                </a:lnTo>
                <a:close/>
              </a:path>
            </a:pathLst>
          </a:custGeom>
          <a:solidFill>
            <a:srgbClr val="CDCDCD"/>
          </a:solidFill>
          <a:ln>
            <a:noFill/>
          </a:ln>
        </p:spPr>
        <p:txBody>
          <a:bodyPr rtlCol="0" anchor="ctr"/>
          <a:lstStyle/>
          <a:p>
            <a:pPr algn="ctr"/>
            <a:endParaRPr lang="pl-PL" dirty="0"/>
          </a:p>
        </p:txBody>
      </p:sp>
      <p:sp>
        <p:nvSpPr>
          <p:cNvPr id="46" name="!!Postać 23"/>
          <p:cNvSpPr/>
          <p:nvPr/>
        </p:nvSpPr>
        <p:spPr>
          <a:xfrm>
            <a:off x="9994399" y="5599296"/>
            <a:ext cx="279901" cy="88390"/>
          </a:xfrm>
          <a:custGeom>
            <a:avLst/>
            <a:gdLst/>
            <a:ahLst/>
            <a:cxnLst/>
            <a:rect l="0" t="0" r="r" b="b"/>
            <a:pathLst>
              <a:path w="279901" h="88390">
                <a:moveTo>
                  <a:pt x="88390" y="0"/>
                </a:moveTo>
                <a:lnTo>
                  <a:pt x="265170" y="0"/>
                </a:lnTo>
                <a:lnTo>
                  <a:pt x="279901" y="88390"/>
                </a:lnTo>
                <a:lnTo>
                  <a:pt x="0" y="73658"/>
                </a:lnTo>
                <a:close/>
              </a:path>
            </a:pathLst>
          </a:custGeom>
          <a:solidFill>
            <a:srgbClr val="F2F2F2"/>
          </a:solidFill>
          <a:ln>
            <a:noFill/>
          </a:ln>
        </p:spPr>
        <p:txBody>
          <a:bodyPr rtlCol="0" anchor="ctr"/>
          <a:lstStyle/>
          <a:p>
            <a:pPr algn="ctr"/>
            <a:endParaRPr lang="pl-PL" dirty="0"/>
          </a:p>
        </p:txBody>
      </p:sp>
      <p:sp>
        <p:nvSpPr>
          <p:cNvPr id="47" name="!!Postać 24"/>
          <p:cNvSpPr/>
          <p:nvPr/>
        </p:nvSpPr>
        <p:spPr>
          <a:xfrm>
            <a:off x="9979667" y="5672955"/>
            <a:ext cx="294633" cy="73658"/>
          </a:xfrm>
          <a:custGeom>
            <a:avLst/>
            <a:gdLst/>
            <a:ahLst/>
            <a:cxnLst/>
            <a:rect l="0" t="0" r="r" b="b"/>
            <a:pathLst>
              <a:path w="294633" h="73658">
                <a:moveTo>
                  <a:pt x="14732" y="0"/>
                </a:moveTo>
                <a:lnTo>
                  <a:pt x="294633" y="14732"/>
                </a:lnTo>
                <a:lnTo>
                  <a:pt x="279901" y="73658"/>
                </a:lnTo>
                <a:lnTo>
                  <a:pt x="0" y="73658"/>
                </a:lnTo>
                <a:close/>
              </a:path>
            </a:pathLst>
          </a:custGeom>
          <a:solidFill>
            <a:srgbClr val="EE312F"/>
          </a:solidFill>
          <a:ln>
            <a:noFill/>
          </a:ln>
        </p:spPr>
        <p:txBody>
          <a:bodyPr rtlCol="0" anchor="ctr"/>
          <a:lstStyle/>
          <a:p>
            <a:pPr algn="ctr"/>
            <a:endParaRPr lang="pl-PL" dirty="0"/>
          </a:p>
        </p:txBody>
      </p:sp>
      <p:sp>
        <p:nvSpPr>
          <p:cNvPr id="48" name="!!Postać 25"/>
          <p:cNvSpPr/>
          <p:nvPr/>
        </p:nvSpPr>
        <p:spPr>
          <a:xfrm>
            <a:off x="10296397" y="5201542"/>
            <a:ext cx="88390" cy="412486"/>
          </a:xfrm>
          <a:custGeom>
            <a:avLst/>
            <a:gdLst/>
            <a:ahLst/>
            <a:cxnLst/>
            <a:rect l="0" t="0" r="r" b="b"/>
            <a:pathLst>
              <a:path w="88390" h="412486">
                <a:moveTo>
                  <a:pt x="0" y="0"/>
                </a:moveTo>
                <a:lnTo>
                  <a:pt x="88390" y="412486"/>
                </a:lnTo>
                <a:lnTo>
                  <a:pt x="14732" y="412486"/>
                </a:lnTo>
                <a:close/>
              </a:path>
            </a:pathLst>
          </a:custGeom>
          <a:solidFill>
            <a:srgbClr val="D2D2D2"/>
          </a:solidFill>
          <a:ln>
            <a:noFill/>
          </a:ln>
        </p:spPr>
        <p:txBody>
          <a:bodyPr rtlCol="0" anchor="ctr"/>
          <a:lstStyle/>
          <a:p>
            <a:pPr algn="ctr"/>
            <a:endParaRPr lang="pl-PL" dirty="0"/>
          </a:p>
        </p:txBody>
      </p:sp>
      <p:sp>
        <p:nvSpPr>
          <p:cNvPr id="49" name="!!Postać 26"/>
          <p:cNvSpPr/>
          <p:nvPr/>
        </p:nvSpPr>
        <p:spPr>
          <a:xfrm>
            <a:off x="10296397" y="5201542"/>
            <a:ext cx="110487" cy="412486"/>
          </a:xfrm>
          <a:custGeom>
            <a:avLst/>
            <a:gdLst/>
            <a:ahLst/>
            <a:cxnLst/>
            <a:rect l="0" t="0" r="r" b="b"/>
            <a:pathLst>
              <a:path w="110487" h="412486">
                <a:moveTo>
                  <a:pt x="0" y="0"/>
                </a:moveTo>
                <a:lnTo>
                  <a:pt x="110487" y="0"/>
                </a:lnTo>
                <a:lnTo>
                  <a:pt x="88390" y="412486"/>
                </a:lnTo>
                <a:close/>
              </a:path>
            </a:pathLst>
          </a:custGeom>
          <a:solidFill>
            <a:srgbClr val="BABABA"/>
          </a:solidFill>
          <a:ln>
            <a:noFill/>
          </a:ln>
        </p:spPr>
        <p:txBody>
          <a:bodyPr rtlCol="0" anchor="ctr"/>
          <a:lstStyle/>
          <a:p>
            <a:pPr algn="ctr"/>
            <a:endParaRPr lang="pl-PL" dirty="0"/>
          </a:p>
        </p:txBody>
      </p:sp>
      <p:sp>
        <p:nvSpPr>
          <p:cNvPr id="50" name="!!Postać 27"/>
          <p:cNvSpPr/>
          <p:nvPr/>
        </p:nvSpPr>
        <p:spPr>
          <a:xfrm>
            <a:off x="10274300" y="5599296"/>
            <a:ext cx="279901" cy="88390"/>
          </a:xfrm>
          <a:custGeom>
            <a:avLst/>
            <a:gdLst/>
            <a:ahLst/>
            <a:cxnLst/>
            <a:rect l="0" t="0" r="r" b="b"/>
            <a:pathLst>
              <a:path w="279901" h="88390">
                <a:moveTo>
                  <a:pt x="14732" y="0"/>
                </a:moveTo>
                <a:lnTo>
                  <a:pt x="191511" y="0"/>
                </a:lnTo>
                <a:lnTo>
                  <a:pt x="279901" y="73658"/>
                </a:lnTo>
                <a:lnTo>
                  <a:pt x="0" y="88390"/>
                </a:lnTo>
                <a:close/>
              </a:path>
            </a:pathLst>
          </a:custGeom>
          <a:solidFill>
            <a:srgbClr val="DCDCDC"/>
          </a:solidFill>
          <a:ln>
            <a:noFill/>
          </a:ln>
        </p:spPr>
        <p:txBody>
          <a:bodyPr rtlCol="0" anchor="ctr"/>
          <a:lstStyle/>
          <a:p>
            <a:pPr algn="ctr"/>
            <a:endParaRPr lang="pl-PL" dirty="0"/>
          </a:p>
        </p:txBody>
      </p:sp>
      <p:sp>
        <p:nvSpPr>
          <p:cNvPr id="51" name="!!Postać 28"/>
          <p:cNvSpPr/>
          <p:nvPr/>
        </p:nvSpPr>
        <p:spPr>
          <a:xfrm>
            <a:off x="10274300" y="5672955"/>
            <a:ext cx="294633" cy="73658"/>
          </a:xfrm>
          <a:custGeom>
            <a:avLst/>
            <a:gdLst/>
            <a:ahLst/>
            <a:cxnLst/>
            <a:rect l="0" t="0" r="r" b="b"/>
            <a:pathLst>
              <a:path w="294633" h="73658">
                <a:moveTo>
                  <a:pt x="0" y="14732"/>
                </a:moveTo>
                <a:lnTo>
                  <a:pt x="279901" y="0"/>
                </a:lnTo>
                <a:lnTo>
                  <a:pt x="294633" y="73658"/>
                </a:lnTo>
                <a:lnTo>
                  <a:pt x="14732" y="73658"/>
                </a:lnTo>
                <a:close/>
              </a:path>
            </a:pathLst>
          </a:custGeom>
          <a:solidFill>
            <a:srgbClr val="CF1723"/>
          </a:solidFill>
          <a:ln>
            <a:noFill/>
          </a:ln>
        </p:spPr>
        <p:txBody>
          <a:bodyPr rtlCol="0" anchor="ctr"/>
          <a:lstStyle/>
          <a:p>
            <a:pPr algn="ctr"/>
            <a:endParaRPr lang="pl-PL" dirty="0"/>
          </a:p>
        </p:txBody>
      </p:sp>
      <p:sp>
        <p:nvSpPr>
          <p:cNvPr id="52" name="!!Postać 29"/>
          <p:cNvSpPr/>
          <p:nvPr/>
        </p:nvSpPr>
        <p:spPr>
          <a:xfrm>
            <a:off x="10215373" y="4258716"/>
            <a:ext cx="117853" cy="132585"/>
          </a:xfrm>
          <a:custGeom>
            <a:avLst/>
            <a:gdLst/>
            <a:ahLst/>
            <a:cxnLst/>
            <a:rect l="0" t="0" r="r" b="b"/>
            <a:pathLst>
              <a:path w="117853" h="132585">
                <a:moveTo>
                  <a:pt x="0" y="0"/>
                </a:moveTo>
                <a:lnTo>
                  <a:pt x="117853" y="0"/>
                </a:lnTo>
                <a:lnTo>
                  <a:pt x="117853" y="132585"/>
                </a:lnTo>
                <a:lnTo>
                  <a:pt x="0" y="132585"/>
                </a:lnTo>
                <a:close/>
              </a:path>
            </a:pathLst>
          </a:custGeom>
          <a:solidFill>
            <a:srgbClr val="C4C4C4"/>
          </a:solidFill>
          <a:ln>
            <a:noFill/>
          </a:ln>
        </p:spPr>
        <p:txBody>
          <a:bodyPr rtlCol="0" anchor="ctr"/>
          <a:lstStyle/>
          <a:p>
            <a:pPr algn="ctr"/>
            <a:endParaRPr lang="pl-PL" dirty="0"/>
          </a:p>
        </p:txBody>
      </p:sp>
      <p:sp>
        <p:nvSpPr>
          <p:cNvPr id="53" name="!!Postać 30"/>
          <p:cNvSpPr/>
          <p:nvPr/>
        </p:nvSpPr>
        <p:spPr>
          <a:xfrm>
            <a:off x="9994399" y="4347106"/>
            <a:ext cx="279901" cy="338828"/>
          </a:xfrm>
          <a:custGeom>
            <a:avLst/>
            <a:gdLst/>
            <a:ahLst/>
            <a:cxnLst/>
            <a:rect l="0" t="0" r="r" b="b"/>
            <a:pathLst>
              <a:path w="279901" h="338828">
                <a:moveTo>
                  <a:pt x="0" y="73658"/>
                </a:moveTo>
                <a:lnTo>
                  <a:pt x="279901" y="0"/>
                </a:lnTo>
                <a:lnTo>
                  <a:pt x="279901" y="338828"/>
                </a:lnTo>
                <a:close/>
              </a:path>
            </a:pathLst>
          </a:custGeom>
          <a:solidFill>
            <a:srgbClr val="EE312F"/>
          </a:solidFill>
          <a:ln>
            <a:noFill/>
          </a:ln>
        </p:spPr>
        <p:txBody>
          <a:bodyPr rtlCol="0" anchor="ctr"/>
          <a:lstStyle/>
          <a:p>
            <a:pPr algn="ctr"/>
            <a:endParaRPr lang="pl-PL" dirty="0"/>
          </a:p>
        </p:txBody>
      </p:sp>
      <p:sp>
        <p:nvSpPr>
          <p:cNvPr id="54" name="!!Postać 31"/>
          <p:cNvSpPr/>
          <p:nvPr/>
        </p:nvSpPr>
        <p:spPr>
          <a:xfrm>
            <a:off x="10274300" y="4347106"/>
            <a:ext cx="279901" cy="338828"/>
          </a:xfrm>
          <a:custGeom>
            <a:avLst/>
            <a:gdLst/>
            <a:ahLst/>
            <a:cxnLst/>
            <a:rect l="0" t="0" r="r" b="b"/>
            <a:pathLst>
              <a:path w="279901" h="338828">
                <a:moveTo>
                  <a:pt x="0" y="0"/>
                </a:moveTo>
                <a:lnTo>
                  <a:pt x="279901" y="73658"/>
                </a:lnTo>
                <a:lnTo>
                  <a:pt x="0" y="338828"/>
                </a:lnTo>
                <a:close/>
              </a:path>
            </a:pathLst>
          </a:custGeom>
          <a:solidFill>
            <a:srgbClr val="CF1723"/>
          </a:solidFill>
          <a:ln>
            <a:noFill/>
          </a:ln>
        </p:spPr>
        <p:txBody>
          <a:bodyPr rtlCol="0" anchor="ctr"/>
          <a:lstStyle/>
          <a:p>
            <a:pPr algn="ctr"/>
            <a:endParaRPr lang="pl-PL" dirty="0"/>
          </a:p>
        </p:txBody>
      </p:sp>
      <p:sp>
        <p:nvSpPr>
          <p:cNvPr id="55" name="!!Postać 32"/>
          <p:cNvSpPr/>
          <p:nvPr/>
        </p:nvSpPr>
        <p:spPr>
          <a:xfrm>
            <a:off x="9994399" y="4420764"/>
            <a:ext cx="279901" cy="353560"/>
          </a:xfrm>
          <a:custGeom>
            <a:avLst/>
            <a:gdLst/>
            <a:ahLst/>
            <a:cxnLst/>
            <a:rect l="0" t="0" r="r" b="b"/>
            <a:pathLst>
              <a:path w="279901" h="353560">
                <a:moveTo>
                  <a:pt x="0" y="0"/>
                </a:moveTo>
                <a:lnTo>
                  <a:pt x="279901" y="265170"/>
                </a:lnTo>
                <a:lnTo>
                  <a:pt x="279901" y="353560"/>
                </a:lnTo>
                <a:lnTo>
                  <a:pt x="73658" y="353560"/>
                </a:lnTo>
                <a:close/>
              </a:path>
            </a:pathLst>
          </a:custGeom>
          <a:solidFill>
            <a:srgbClr val="CF1723"/>
          </a:solidFill>
          <a:ln>
            <a:noFill/>
          </a:ln>
        </p:spPr>
        <p:txBody>
          <a:bodyPr rtlCol="0" anchor="ctr"/>
          <a:lstStyle/>
          <a:p>
            <a:pPr algn="ctr"/>
            <a:endParaRPr lang="pl-PL" dirty="0"/>
          </a:p>
        </p:txBody>
      </p:sp>
      <p:sp>
        <p:nvSpPr>
          <p:cNvPr id="56" name="!!Postać 33"/>
          <p:cNvSpPr/>
          <p:nvPr/>
        </p:nvSpPr>
        <p:spPr>
          <a:xfrm>
            <a:off x="10274300" y="4420764"/>
            <a:ext cx="279901" cy="353560"/>
          </a:xfrm>
          <a:custGeom>
            <a:avLst/>
            <a:gdLst/>
            <a:ahLst/>
            <a:cxnLst/>
            <a:rect l="0" t="0" r="r" b="b"/>
            <a:pathLst>
              <a:path w="279901" h="353560">
                <a:moveTo>
                  <a:pt x="279901" y="0"/>
                </a:moveTo>
                <a:lnTo>
                  <a:pt x="206243" y="353560"/>
                </a:lnTo>
                <a:lnTo>
                  <a:pt x="0" y="353560"/>
                </a:lnTo>
                <a:lnTo>
                  <a:pt x="0" y="265170"/>
                </a:lnTo>
                <a:close/>
              </a:path>
            </a:pathLst>
          </a:custGeom>
          <a:solidFill>
            <a:srgbClr val="95161D"/>
          </a:solidFill>
          <a:ln>
            <a:noFill/>
          </a:ln>
        </p:spPr>
        <p:txBody>
          <a:bodyPr rtlCol="0" anchor="ctr"/>
          <a:lstStyle/>
          <a:p>
            <a:pPr algn="ctr"/>
            <a:endParaRPr lang="pl-PL" dirty="0"/>
          </a:p>
        </p:txBody>
      </p:sp>
      <p:sp>
        <p:nvSpPr>
          <p:cNvPr id="57" name="!!Postać 34"/>
          <p:cNvSpPr/>
          <p:nvPr/>
        </p:nvSpPr>
        <p:spPr>
          <a:xfrm>
            <a:off x="10068057" y="4759592"/>
            <a:ext cx="206243" cy="486144"/>
          </a:xfrm>
          <a:custGeom>
            <a:avLst/>
            <a:gdLst/>
            <a:ahLst/>
            <a:cxnLst/>
            <a:rect l="0" t="0" r="r" b="b"/>
            <a:pathLst>
              <a:path w="206243" h="486144">
                <a:moveTo>
                  <a:pt x="0" y="0"/>
                </a:moveTo>
                <a:lnTo>
                  <a:pt x="206243" y="0"/>
                </a:lnTo>
                <a:lnTo>
                  <a:pt x="29463" y="486144"/>
                </a:lnTo>
                <a:close/>
              </a:path>
            </a:pathLst>
          </a:custGeom>
          <a:solidFill>
            <a:srgbClr val="EE312F"/>
          </a:solidFill>
          <a:ln>
            <a:noFill/>
          </a:ln>
        </p:spPr>
        <p:txBody>
          <a:bodyPr rtlCol="0" anchor="ctr"/>
          <a:lstStyle/>
          <a:p>
            <a:pPr algn="ctr"/>
            <a:endParaRPr lang="pl-PL" dirty="0"/>
          </a:p>
        </p:txBody>
      </p:sp>
      <p:sp>
        <p:nvSpPr>
          <p:cNvPr id="58" name="!!Postać 35"/>
          <p:cNvSpPr/>
          <p:nvPr/>
        </p:nvSpPr>
        <p:spPr>
          <a:xfrm>
            <a:off x="9876545" y="4759592"/>
            <a:ext cx="220975" cy="486144"/>
          </a:xfrm>
          <a:custGeom>
            <a:avLst/>
            <a:gdLst/>
            <a:ahLst/>
            <a:cxnLst/>
            <a:rect l="0" t="0" r="r" b="b"/>
            <a:pathLst>
              <a:path w="220975" h="486144">
                <a:moveTo>
                  <a:pt x="191511" y="0"/>
                </a:moveTo>
                <a:lnTo>
                  <a:pt x="220975" y="486144"/>
                </a:lnTo>
                <a:lnTo>
                  <a:pt x="0" y="486144"/>
                </a:lnTo>
                <a:close/>
              </a:path>
            </a:pathLst>
          </a:custGeom>
          <a:solidFill>
            <a:srgbClr val="CF1723"/>
          </a:solidFill>
          <a:ln>
            <a:noFill/>
          </a:ln>
        </p:spPr>
        <p:txBody>
          <a:bodyPr rtlCol="0" anchor="ctr"/>
          <a:lstStyle/>
          <a:p>
            <a:pPr algn="ctr"/>
            <a:endParaRPr lang="pl-PL" dirty="0"/>
          </a:p>
        </p:txBody>
      </p:sp>
      <p:sp>
        <p:nvSpPr>
          <p:cNvPr id="59" name="!!Postać 36"/>
          <p:cNvSpPr/>
          <p:nvPr/>
        </p:nvSpPr>
        <p:spPr>
          <a:xfrm>
            <a:off x="10097520" y="4759592"/>
            <a:ext cx="176780" cy="486144"/>
          </a:xfrm>
          <a:custGeom>
            <a:avLst/>
            <a:gdLst/>
            <a:ahLst/>
            <a:cxnLst/>
            <a:rect l="0" t="0" r="r" b="b"/>
            <a:pathLst>
              <a:path w="176780" h="486144">
                <a:moveTo>
                  <a:pt x="176780" y="0"/>
                </a:moveTo>
                <a:lnTo>
                  <a:pt x="176780" y="486144"/>
                </a:lnTo>
                <a:lnTo>
                  <a:pt x="0" y="486144"/>
                </a:lnTo>
                <a:close/>
              </a:path>
            </a:pathLst>
          </a:custGeom>
          <a:solidFill>
            <a:srgbClr val="CF1723"/>
          </a:solidFill>
          <a:ln>
            <a:noFill/>
          </a:ln>
        </p:spPr>
        <p:txBody>
          <a:bodyPr rtlCol="0" anchor="ctr"/>
          <a:lstStyle/>
          <a:p>
            <a:pPr algn="ctr"/>
            <a:endParaRPr lang="pl-PL" dirty="0"/>
          </a:p>
        </p:txBody>
      </p:sp>
      <p:sp>
        <p:nvSpPr>
          <p:cNvPr id="60" name="!!Postać 37"/>
          <p:cNvSpPr/>
          <p:nvPr/>
        </p:nvSpPr>
        <p:spPr>
          <a:xfrm>
            <a:off x="10274300" y="4759592"/>
            <a:ext cx="176780" cy="486144"/>
          </a:xfrm>
          <a:custGeom>
            <a:avLst/>
            <a:gdLst/>
            <a:ahLst/>
            <a:cxnLst/>
            <a:rect l="0" t="0" r="r" b="b"/>
            <a:pathLst>
              <a:path w="176780" h="486144">
                <a:moveTo>
                  <a:pt x="0" y="0"/>
                </a:moveTo>
                <a:lnTo>
                  <a:pt x="176780" y="486144"/>
                </a:lnTo>
                <a:lnTo>
                  <a:pt x="0" y="486144"/>
                </a:lnTo>
                <a:close/>
              </a:path>
            </a:pathLst>
          </a:custGeom>
          <a:solidFill>
            <a:srgbClr val="95161D"/>
          </a:solidFill>
          <a:ln>
            <a:noFill/>
          </a:ln>
        </p:spPr>
        <p:txBody>
          <a:bodyPr rtlCol="0" anchor="ctr"/>
          <a:lstStyle/>
          <a:p>
            <a:pPr algn="ctr"/>
            <a:endParaRPr lang="pl-PL" dirty="0"/>
          </a:p>
        </p:txBody>
      </p:sp>
      <p:sp>
        <p:nvSpPr>
          <p:cNvPr id="61" name="!!Postać 38"/>
          <p:cNvSpPr/>
          <p:nvPr/>
        </p:nvSpPr>
        <p:spPr>
          <a:xfrm>
            <a:off x="10274300" y="4759592"/>
            <a:ext cx="206243" cy="486144"/>
          </a:xfrm>
          <a:custGeom>
            <a:avLst/>
            <a:gdLst/>
            <a:ahLst/>
            <a:cxnLst/>
            <a:rect l="0" t="0" r="r" b="b"/>
            <a:pathLst>
              <a:path w="206243" h="486144">
                <a:moveTo>
                  <a:pt x="0" y="0"/>
                </a:moveTo>
                <a:lnTo>
                  <a:pt x="206243" y="0"/>
                </a:lnTo>
                <a:lnTo>
                  <a:pt x="176780" y="486144"/>
                </a:lnTo>
                <a:close/>
              </a:path>
            </a:pathLst>
          </a:custGeom>
          <a:solidFill>
            <a:srgbClr val="CF1723"/>
          </a:solidFill>
          <a:ln>
            <a:noFill/>
          </a:ln>
        </p:spPr>
        <p:txBody>
          <a:bodyPr rtlCol="0" anchor="ctr"/>
          <a:lstStyle/>
          <a:p>
            <a:pPr algn="ctr"/>
            <a:endParaRPr lang="pl-PL" dirty="0"/>
          </a:p>
        </p:txBody>
      </p:sp>
      <p:sp>
        <p:nvSpPr>
          <p:cNvPr id="62" name="!!Postać 39"/>
          <p:cNvSpPr/>
          <p:nvPr/>
        </p:nvSpPr>
        <p:spPr>
          <a:xfrm>
            <a:off x="10451080" y="4759592"/>
            <a:ext cx="220975" cy="486144"/>
          </a:xfrm>
          <a:custGeom>
            <a:avLst/>
            <a:gdLst/>
            <a:ahLst/>
            <a:cxnLst/>
            <a:rect l="0" t="0" r="r" b="b"/>
            <a:pathLst>
              <a:path w="220975" h="486144">
                <a:moveTo>
                  <a:pt x="29463" y="0"/>
                </a:moveTo>
                <a:lnTo>
                  <a:pt x="220975" y="486144"/>
                </a:lnTo>
                <a:lnTo>
                  <a:pt x="0" y="486144"/>
                </a:lnTo>
                <a:close/>
              </a:path>
            </a:pathLst>
          </a:custGeom>
          <a:solidFill>
            <a:srgbClr val="95161D"/>
          </a:solidFill>
          <a:ln>
            <a:noFill/>
          </a:ln>
        </p:spPr>
        <p:txBody>
          <a:bodyPr rtlCol="0" anchor="ctr"/>
          <a:lstStyle/>
          <a:p>
            <a:pPr algn="ctr"/>
            <a:endParaRPr lang="pl-PL" dirty="0"/>
          </a:p>
        </p:txBody>
      </p:sp>
      <p:sp>
        <p:nvSpPr>
          <p:cNvPr id="63" name="!!Postać 40"/>
          <p:cNvSpPr/>
          <p:nvPr/>
        </p:nvSpPr>
        <p:spPr>
          <a:xfrm>
            <a:off x="10190471" y="3466402"/>
            <a:ext cx="391657" cy="385417"/>
          </a:xfrm>
          <a:custGeom>
            <a:avLst/>
            <a:gdLst/>
            <a:ahLst/>
            <a:cxnLst/>
            <a:rect l="0" t="0" r="r" b="b"/>
            <a:pathLst>
              <a:path w="391657" h="385417">
                <a:moveTo>
                  <a:pt x="10644" y="0"/>
                </a:moveTo>
                <a:lnTo>
                  <a:pt x="391657" y="129333"/>
                </a:lnTo>
                <a:lnTo>
                  <a:pt x="0" y="385417"/>
                </a:lnTo>
                <a:close/>
              </a:path>
            </a:pathLst>
          </a:custGeom>
          <a:solidFill>
            <a:srgbClr val="ECECEC"/>
          </a:solidFill>
          <a:ln>
            <a:noFill/>
          </a:ln>
        </p:spPr>
        <p:txBody>
          <a:bodyPr rtlCol="0" anchor="ctr"/>
          <a:lstStyle/>
          <a:p>
            <a:pPr algn="ctr"/>
            <a:endParaRPr lang="pl-PL" dirty="0"/>
          </a:p>
        </p:txBody>
      </p:sp>
      <p:sp>
        <p:nvSpPr>
          <p:cNvPr id="64" name="!!Postać 41"/>
          <p:cNvSpPr/>
          <p:nvPr/>
        </p:nvSpPr>
        <p:spPr>
          <a:xfrm>
            <a:off x="10190471" y="3595735"/>
            <a:ext cx="447419" cy="468335"/>
          </a:xfrm>
          <a:custGeom>
            <a:avLst/>
            <a:gdLst/>
            <a:ahLst/>
            <a:cxnLst/>
            <a:rect l="0" t="0" r="r" b="b"/>
            <a:pathLst>
              <a:path w="447419" h="468335">
                <a:moveTo>
                  <a:pt x="391657" y="0"/>
                </a:moveTo>
                <a:lnTo>
                  <a:pt x="447419" y="468335"/>
                </a:lnTo>
                <a:lnTo>
                  <a:pt x="0" y="256084"/>
                </a:lnTo>
                <a:close/>
              </a:path>
            </a:pathLst>
          </a:custGeom>
          <a:solidFill>
            <a:srgbClr val="DADADA"/>
          </a:solidFill>
          <a:ln>
            <a:noFill/>
          </a:ln>
        </p:spPr>
        <p:txBody>
          <a:bodyPr rtlCol="0" anchor="ctr"/>
          <a:lstStyle/>
          <a:p>
            <a:pPr algn="ctr"/>
            <a:endParaRPr lang="pl-PL" dirty="0"/>
          </a:p>
        </p:txBody>
      </p:sp>
      <p:sp>
        <p:nvSpPr>
          <p:cNvPr id="65" name="!!Postać 42"/>
          <p:cNvSpPr/>
          <p:nvPr/>
        </p:nvSpPr>
        <p:spPr>
          <a:xfrm>
            <a:off x="10190471" y="3851820"/>
            <a:ext cx="447419" cy="451091"/>
          </a:xfrm>
          <a:custGeom>
            <a:avLst/>
            <a:gdLst/>
            <a:ahLst/>
            <a:cxnLst/>
            <a:rect l="0" t="0" r="r" b="b"/>
            <a:pathLst>
              <a:path w="447419" h="451091">
                <a:moveTo>
                  <a:pt x="447419" y="212251"/>
                </a:moveTo>
                <a:lnTo>
                  <a:pt x="83829" y="451091"/>
                </a:lnTo>
                <a:lnTo>
                  <a:pt x="0" y="0"/>
                </a:lnTo>
                <a:close/>
              </a:path>
            </a:pathLst>
          </a:custGeom>
          <a:solidFill>
            <a:srgbClr val="CECECE"/>
          </a:solidFill>
          <a:ln>
            <a:noFill/>
          </a:ln>
        </p:spPr>
        <p:txBody>
          <a:bodyPr rtlCol="0" anchor="ctr"/>
          <a:lstStyle/>
          <a:p>
            <a:pPr algn="ctr"/>
            <a:endParaRPr lang="pl-PL" dirty="0"/>
          </a:p>
        </p:txBody>
      </p:sp>
      <p:sp>
        <p:nvSpPr>
          <p:cNvPr id="66" name="!!Postać 43"/>
          <p:cNvSpPr/>
          <p:nvPr/>
        </p:nvSpPr>
        <p:spPr>
          <a:xfrm>
            <a:off x="9874759" y="3851820"/>
            <a:ext cx="399541" cy="451091"/>
          </a:xfrm>
          <a:custGeom>
            <a:avLst/>
            <a:gdLst/>
            <a:ahLst/>
            <a:cxnLst/>
            <a:rect l="0" t="0" r="r" b="b"/>
            <a:pathLst>
              <a:path w="399541" h="451091">
                <a:moveTo>
                  <a:pt x="399541" y="451091"/>
                </a:moveTo>
                <a:lnTo>
                  <a:pt x="0" y="279016"/>
                </a:lnTo>
                <a:lnTo>
                  <a:pt x="315711" y="0"/>
                </a:lnTo>
                <a:close/>
              </a:path>
            </a:pathLst>
          </a:custGeom>
          <a:solidFill>
            <a:srgbClr val="E2E2E2"/>
          </a:solidFill>
          <a:ln>
            <a:noFill/>
          </a:ln>
        </p:spPr>
        <p:txBody>
          <a:bodyPr rtlCol="0" anchor="ctr"/>
          <a:lstStyle/>
          <a:p>
            <a:pPr algn="ctr"/>
            <a:endParaRPr lang="pl-PL" dirty="0"/>
          </a:p>
        </p:txBody>
      </p:sp>
      <p:sp>
        <p:nvSpPr>
          <p:cNvPr id="67" name="!!Postać 44"/>
          <p:cNvSpPr/>
          <p:nvPr/>
        </p:nvSpPr>
        <p:spPr>
          <a:xfrm>
            <a:off x="9848349" y="3659933"/>
            <a:ext cx="342122" cy="470903"/>
          </a:xfrm>
          <a:custGeom>
            <a:avLst/>
            <a:gdLst/>
            <a:ahLst/>
            <a:cxnLst/>
            <a:rect l="0" t="0" r="r" b="b"/>
            <a:pathLst>
              <a:path w="342122" h="470903">
                <a:moveTo>
                  <a:pt x="26411" y="470903"/>
                </a:moveTo>
                <a:lnTo>
                  <a:pt x="0" y="0"/>
                </a:lnTo>
                <a:lnTo>
                  <a:pt x="342122" y="191887"/>
                </a:lnTo>
                <a:close/>
              </a:path>
            </a:pathLst>
          </a:custGeom>
          <a:solidFill>
            <a:srgbClr val="F3F3F3"/>
          </a:solidFill>
          <a:ln>
            <a:noFill/>
          </a:ln>
        </p:spPr>
        <p:txBody>
          <a:bodyPr rtlCol="0" anchor="ctr"/>
          <a:lstStyle/>
          <a:p>
            <a:pPr algn="ctr"/>
            <a:endParaRPr lang="pl-PL" dirty="0"/>
          </a:p>
        </p:txBody>
      </p:sp>
      <p:sp>
        <p:nvSpPr>
          <p:cNvPr id="68" name="!!Postać 45"/>
          <p:cNvSpPr/>
          <p:nvPr/>
        </p:nvSpPr>
        <p:spPr>
          <a:xfrm>
            <a:off x="9848349" y="3466402"/>
            <a:ext cx="352766" cy="385417"/>
          </a:xfrm>
          <a:custGeom>
            <a:avLst/>
            <a:gdLst/>
            <a:ahLst/>
            <a:cxnLst/>
            <a:rect l="0" t="0" r="r" b="b"/>
            <a:pathLst>
              <a:path w="352766" h="385417">
                <a:moveTo>
                  <a:pt x="0" y="193530"/>
                </a:moveTo>
                <a:lnTo>
                  <a:pt x="352766" y="0"/>
                </a:lnTo>
                <a:lnTo>
                  <a:pt x="342122" y="385417"/>
                </a:lnTo>
                <a:close/>
              </a:path>
            </a:pathLst>
          </a:custGeom>
          <a:solidFill>
            <a:srgbClr val="FBFBFB"/>
          </a:solidFill>
          <a:ln>
            <a:noFill/>
          </a:ln>
        </p:spPr>
        <p:txBody>
          <a:bodyPr rtlCol="0" anchor="ctr"/>
          <a:lstStyle/>
          <a:p>
            <a:pPr algn="ctr"/>
            <a:endParaRPr lang="pl-PL" dirty="0"/>
          </a:p>
        </p:txBody>
      </p:sp>
      <p:sp>
        <p:nvSpPr>
          <p:cNvPr id="69" name="!!Postać 47"/>
          <p:cNvSpPr/>
          <p:nvPr/>
        </p:nvSpPr>
        <p:spPr>
          <a:xfrm>
            <a:off x="9822849" y="3407700"/>
            <a:ext cx="373130" cy="328731"/>
          </a:xfrm>
          <a:custGeom>
            <a:avLst/>
            <a:gdLst/>
            <a:ahLst/>
            <a:cxnLst/>
            <a:rect l="0" t="0" r="r" b="b"/>
            <a:pathLst>
              <a:path w="373130" h="328731">
                <a:moveTo>
                  <a:pt x="0" y="298827"/>
                </a:moveTo>
                <a:lnTo>
                  <a:pt x="373130" y="0"/>
                </a:lnTo>
                <a:lnTo>
                  <a:pt x="165283" y="328731"/>
                </a:lnTo>
                <a:close/>
              </a:path>
            </a:pathLst>
          </a:custGeom>
          <a:solidFill>
            <a:srgbClr val="9C6037"/>
          </a:solidFill>
          <a:ln>
            <a:noFill/>
          </a:ln>
        </p:spPr>
        <p:txBody>
          <a:bodyPr rtlCol="0" anchor="ctr"/>
          <a:lstStyle/>
          <a:p>
            <a:pPr algn="ctr"/>
            <a:endParaRPr lang="pl-PL" dirty="0"/>
          </a:p>
        </p:txBody>
      </p:sp>
      <p:sp>
        <p:nvSpPr>
          <p:cNvPr id="70" name="!!Postać 48"/>
          <p:cNvSpPr/>
          <p:nvPr/>
        </p:nvSpPr>
        <p:spPr>
          <a:xfrm>
            <a:off x="9988133" y="3407700"/>
            <a:ext cx="244349" cy="328731"/>
          </a:xfrm>
          <a:custGeom>
            <a:avLst/>
            <a:gdLst/>
            <a:ahLst/>
            <a:cxnLst/>
            <a:rect l="0" t="0" r="r" b="b"/>
            <a:pathLst>
              <a:path w="244349" h="328731">
                <a:moveTo>
                  <a:pt x="0" y="328731"/>
                </a:moveTo>
                <a:lnTo>
                  <a:pt x="207847" y="0"/>
                </a:lnTo>
                <a:lnTo>
                  <a:pt x="244349" y="248201"/>
                </a:lnTo>
                <a:close/>
              </a:path>
            </a:pathLst>
          </a:custGeom>
          <a:solidFill>
            <a:srgbClr val="C07C49"/>
          </a:solidFill>
          <a:ln>
            <a:noFill/>
          </a:ln>
        </p:spPr>
        <p:txBody>
          <a:bodyPr rtlCol="0" anchor="ctr"/>
          <a:lstStyle/>
          <a:p>
            <a:pPr algn="ctr"/>
            <a:endParaRPr lang="pl-PL" dirty="0"/>
          </a:p>
        </p:txBody>
      </p:sp>
      <p:sp>
        <p:nvSpPr>
          <p:cNvPr id="71" name="!!Postać 49"/>
          <p:cNvSpPr/>
          <p:nvPr/>
        </p:nvSpPr>
        <p:spPr>
          <a:xfrm>
            <a:off x="10195979" y="3407700"/>
            <a:ext cx="276448" cy="286360"/>
          </a:xfrm>
          <a:custGeom>
            <a:avLst/>
            <a:gdLst/>
            <a:ahLst/>
            <a:cxnLst/>
            <a:rect l="0" t="0" r="r" b="b"/>
            <a:pathLst>
              <a:path w="276448" h="286360">
                <a:moveTo>
                  <a:pt x="36503" y="248201"/>
                </a:moveTo>
                <a:lnTo>
                  <a:pt x="0" y="0"/>
                </a:lnTo>
                <a:lnTo>
                  <a:pt x="276448" y="286360"/>
                </a:lnTo>
                <a:close/>
              </a:path>
            </a:pathLst>
          </a:custGeom>
          <a:solidFill>
            <a:srgbClr val="9C6037"/>
          </a:solidFill>
          <a:ln>
            <a:noFill/>
          </a:ln>
        </p:spPr>
        <p:txBody>
          <a:bodyPr rtlCol="0" anchor="ctr"/>
          <a:lstStyle/>
          <a:p>
            <a:pPr algn="ctr"/>
            <a:endParaRPr lang="pl-PL" dirty="0"/>
          </a:p>
        </p:txBody>
      </p:sp>
      <p:sp>
        <p:nvSpPr>
          <p:cNvPr id="72" name="!!Postać 50"/>
          <p:cNvSpPr/>
          <p:nvPr/>
        </p:nvSpPr>
        <p:spPr>
          <a:xfrm>
            <a:off x="10195979" y="3407700"/>
            <a:ext cx="432744" cy="286360"/>
          </a:xfrm>
          <a:custGeom>
            <a:avLst/>
            <a:gdLst/>
            <a:ahLst/>
            <a:cxnLst/>
            <a:rect l="0" t="0" r="r" b="b"/>
            <a:pathLst>
              <a:path w="432744" h="286360">
                <a:moveTo>
                  <a:pt x="276448" y="286360"/>
                </a:moveTo>
                <a:lnTo>
                  <a:pt x="0" y="0"/>
                </a:lnTo>
                <a:lnTo>
                  <a:pt x="432744" y="213535"/>
                </a:lnTo>
                <a:close/>
              </a:path>
            </a:pathLst>
          </a:custGeom>
          <a:solidFill>
            <a:srgbClr val="7A4627"/>
          </a:solidFill>
          <a:ln>
            <a:noFill/>
          </a:ln>
        </p:spPr>
        <p:txBody>
          <a:bodyPr rtlCol="0" anchor="ctr"/>
          <a:lstStyle/>
          <a:p>
            <a:pPr algn="ctr"/>
            <a:endParaRPr lang="pl-PL" dirty="0"/>
          </a:p>
        </p:txBody>
      </p:sp>
      <p:sp>
        <p:nvSpPr>
          <p:cNvPr id="73" name="!!Postać 51"/>
          <p:cNvSpPr/>
          <p:nvPr/>
        </p:nvSpPr>
        <p:spPr>
          <a:xfrm>
            <a:off x="9798268" y="3679102"/>
            <a:ext cx="131162" cy="618301"/>
          </a:xfrm>
          <a:custGeom>
            <a:avLst/>
            <a:gdLst/>
            <a:ahLst/>
            <a:cxnLst/>
            <a:rect l="0" t="0" r="r" b="b"/>
            <a:pathLst>
              <a:path w="131162" h="618301">
                <a:moveTo>
                  <a:pt x="0" y="0"/>
                </a:moveTo>
                <a:lnTo>
                  <a:pt x="131162" y="62464"/>
                </a:lnTo>
                <a:lnTo>
                  <a:pt x="125654" y="506584"/>
                </a:lnTo>
                <a:lnTo>
                  <a:pt x="31912" y="618301"/>
                </a:lnTo>
                <a:close/>
              </a:path>
            </a:pathLst>
          </a:custGeom>
          <a:solidFill>
            <a:srgbClr val="C07C49"/>
          </a:solidFill>
          <a:ln>
            <a:noFill/>
          </a:ln>
        </p:spPr>
        <p:txBody>
          <a:bodyPr rtlCol="0" anchor="ctr"/>
          <a:lstStyle/>
          <a:p>
            <a:pPr algn="ctr"/>
            <a:endParaRPr lang="pl-PL" dirty="0"/>
          </a:p>
        </p:txBody>
      </p:sp>
      <p:sp>
        <p:nvSpPr>
          <p:cNvPr id="74" name="!!Postać 52"/>
          <p:cNvSpPr/>
          <p:nvPr/>
        </p:nvSpPr>
        <p:spPr>
          <a:xfrm>
            <a:off x="10516454" y="3605917"/>
            <a:ext cx="194262" cy="614449"/>
          </a:xfrm>
          <a:custGeom>
            <a:avLst/>
            <a:gdLst/>
            <a:ahLst/>
            <a:cxnLst/>
            <a:rect l="0" t="0" r="r" b="b"/>
            <a:pathLst>
              <a:path w="194262" h="614449">
                <a:moveTo>
                  <a:pt x="118323" y="0"/>
                </a:moveTo>
                <a:lnTo>
                  <a:pt x="0" y="84292"/>
                </a:lnTo>
                <a:lnTo>
                  <a:pt x="82545" y="520707"/>
                </a:lnTo>
                <a:lnTo>
                  <a:pt x="194262" y="614449"/>
                </a:lnTo>
                <a:close/>
              </a:path>
            </a:pathLst>
          </a:custGeom>
          <a:solidFill>
            <a:srgbClr val="7A4627"/>
          </a:solidFill>
          <a:ln>
            <a:noFill/>
          </a:ln>
        </p:spPr>
        <p:txBody>
          <a:bodyPr rtlCol="0" anchor="ctr"/>
          <a:lstStyle/>
          <a:p>
            <a:pPr algn="ctr"/>
            <a:endParaRPr lang="pl-PL" dirty="0"/>
          </a:p>
        </p:txBody>
      </p:sp>
      <p:sp>
        <p:nvSpPr>
          <p:cNvPr id="75" name="!!Postać oko L"/>
          <p:cNvSpPr/>
          <p:nvPr/>
        </p:nvSpPr>
        <p:spPr>
          <a:xfrm>
            <a:off x="10002898" y="3860807"/>
            <a:ext cx="141344" cy="83284"/>
          </a:xfrm>
          <a:custGeom>
            <a:avLst/>
            <a:gdLst/>
            <a:ahLst/>
            <a:cxnLst/>
            <a:rect l="0" t="0" r="r" b="b"/>
            <a:pathLst>
              <a:path w="141344" h="83284">
                <a:moveTo>
                  <a:pt x="38615" y="63196"/>
                </a:moveTo>
                <a:lnTo>
                  <a:pt x="84844" y="0"/>
                </a:lnTo>
                <a:lnTo>
                  <a:pt x="141344" y="54209"/>
                </a:lnTo>
                <a:lnTo>
                  <a:pt x="121257" y="78148"/>
                </a:lnTo>
                <a:lnTo>
                  <a:pt x="88696" y="44027"/>
                </a:lnTo>
                <a:lnTo>
                  <a:pt x="62554" y="83284"/>
                </a:lnTo>
                <a:lnTo>
                  <a:pt x="54574" y="76588"/>
                </a:lnTo>
                <a:lnTo>
                  <a:pt x="0" y="44393"/>
                </a:lnTo>
                <a:close/>
              </a:path>
            </a:pathLst>
          </a:custGeom>
          <a:solidFill>
            <a:srgbClr val="151515"/>
          </a:solidFill>
          <a:ln>
            <a:noFill/>
          </a:ln>
        </p:spPr>
        <p:txBody>
          <a:bodyPr rtlCol="0" anchor="ctr"/>
          <a:lstStyle/>
          <a:p>
            <a:pPr algn="ctr"/>
            <a:endParaRPr lang="pl-PL" dirty="0"/>
          </a:p>
        </p:txBody>
      </p:sp>
      <p:sp>
        <p:nvSpPr>
          <p:cNvPr id="76" name="!!Postać oko P"/>
          <p:cNvSpPr/>
          <p:nvPr/>
        </p:nvSpPr>
        <p:spPr>
          <a:xfrm>
            <a:off x="10335025" y="3835128"/>
            <a:ext cx="137492" cy="83284"/>
          </a:xfrm>
          <a:custGeom>
            <a:avLst/>
            <a:gdLst/>
            <a:ahLst/>
            <a:cxnLst/>
            <a:rect l="0" t="0" r="r" b="b"/>
            <a:pathLst>
              <a:path w="137492" h="83284">
                <a:moveTo>
                  <a:pt x="102729" y="54209"/>
                </a:moveTo>
                <a:lnTo>
                  <a:pt x="46229" y="0"/>
                </a:lnTo>
                <a:lnTo>
                  <a:pt x="0" y="63196"/>
                </a:lnTo>
                <a:lnTo>
                  <a:pt x="23939" y="83284"/>
                </a:lnTo>
                <a:lnTo>
                  <a:pt x="50081" y="44027"/>
                </a:lnTo>
                <a:lnTo>
                  <a:pt x="82642" y="78148"/>
                </a:lnTo>
                <a:lnTo>
                  <a:pt x="89337" y="70168"/>
                </a:lnTo>
                <a:lnTo>
                  <a:pt x="137492" y="28985"/>
                </a:lnTo>
                <a:close/>
              </a:path>
            </a:pathLst>
          </a:custGeom>
          <a:solidFill>
            <a:srgbClr val="151515"/>
          </a:solidFill>
          <a:ln>
            <a:noFill/>
          </a:ln>
        </p:spPr>
        <p:txBody>
          <a:bodyPr rtlCol="0" anchor="ctr"/>
          <a:lstStyle/>
          <a:p>
            <a:pPr algn="ctr"/>
            <a:endParaRPr lang="pl-PL" dirty="0"/>
          </a:p>
        </p:txBody>
      </p:sp>
      <p:sp>
        <p:nvSpPr>
          <p:cNvPr id="77" name="!!Postać brew L"/>
          <p:cNvSpPr/>
          <p:nvPr/>
        </p:nvSpPr>
        <p:spPr>
          <a:xfrm>
            <a:off x="10000240" y="3677638"/>
            <a:ext cx="155378" cy="57508"/>
          </a:xfrm>
          <a:custGeom>
            <a:avLst/>
            <a:gdLst/>
            <a:ahLst/>
            <a:cxnLst/>
            <a:rect l="0" t="0" r="r" b="b"/>
            <a:pathLst>
              <a:path w="155378" h="57508">
                <a:moveTo>
                  <a:pt x="0" y="28157"/>
                </a:moveTo>
                <a:lnTo>
                  <a:pt x="152810" y="0"/>
                </a:lnTo>
                <a:lnTo>
                  <a:pt x="155378" y="29351"/>
                </a:lnTo>
                <a:lnTo>
                  <a:pt x="2568" y="57508"/>
                </a:lnTo>
                <a:close/>
              </a:path>
            </a:pathLst>
          </a:custGeom>
          <a:solidFill>
            <a:srgbClr val="151515"/>
          </a:solidFill>
          <a:ln>
            <a:noFill/>
          </a:ln>
        </p:spPr>
        <p:txBody>
          <a:bodyPr rtlCol="0" anchor="ctr"/>
          <a:lstStyle/>
          <a:p>
            <a:pPr algn="ctr"/>
            <a:endParaRPr lang="pl-PL" dirty="0"/>
          </a:p>
        </p:txBody>
      </p:sp>
      <p:sp>
        <p:nvSpPr>
          <p:cNvPr id="78" name="!!Postać brew P"/>
          <p:cNvSpPr/>
          <p:nvPr/>
        </p:nvSpPr>
        <p:spPr>
          <a:xfrm>
            <a:off x="10285130" y="3666083"/>
            <a:ext cx="157946" cy="30545"/>
          </a:xfrm>
          <a:custGeom>
            <a:avLst/>
            <a:gdLst/>
            <a:ahLst/>
            <a:cxnLst/>
            <a:rect l="0" t="0" r="r" b="b"/>
            <a:pathLst>
              <a:path w="157946" h="30545">
                <a:moveTo>
                  <a:pt x="155378" y="1194"/>
                </a:moveTo>
                <a:lnTo>
                  <a:pt x="0" y="0"/>
                </a:lnTo>
                <a:lnTo>
                  <a:pt x="2568" y="29351"/>
                </a:lnTo>
                <a:lnTo>
                  <a:pt x="157946" y="30545"/>
                </a:lnTo>
                <a:close/>
              </a:path>
            </a:pathLst>
          </a:custGeom>
          <a:solidFill>
            <a:srgbClr val="151515"/>
          </a:solidFill>
          <a:ln>
            <a:noFill/>
          </a:ln>
        </p:spPr>
        <p:txBody>
          <a:bodyPr rtlCol="0" anchor="ctr"/>
          <a:lstStyle/>
          <a:p>
            <a:pPr algn="ctr"/>
            <a:endParaRPr lang="pl-PL" dirty="0"/>
          </a:p>
        </p:txBody>
      </p:sp>
      <p:sp>
        <p:nvSpPr>
          <p:cNvPr id="79" name="!!Postać usta"/>
          <p:cNvSpPr/>
          <p:nvPr/>
        </p:nvSpPr>
        <p:spPr>
          <a:xfrm>
            <a:off x="10144332" y="4065810"/>
            <a:ext cx="220134" cy="134372"/>
          </a:xfrm>
          <a:custGeom>
            <a:avLst/>
            <a:gdLst/>
            <a:ahLst/>
            <a:cxnLst/>
            <a:rect l="0" t="0" r="r" b="b"/>
            <a:pathLst>
              <a:path w="220134" h="134372">
                <a:moveTo>
                  <a:pt x="0" y="19259"/>
                </a:moveTo>
                <a:lnTo>
                  <a:pt x="111351" y="24305"/>
                </a:lnTo>
                <a:lnTo>
                  <a:pt x="220134" y="0"/>
                </a:lnTo>
                <a:lnTo>
                  <a:pt x="197202" y="75946"/>
                </a:lnTo>
                <a:lnTo>
                  <a:pt x="120980" y="134372"/>
                </a:lnTo>
                <a:lnTo>
                  <a:pt x="35771" y="90069"/>
                </a:lnTo>
                <a:close/>
              </a:path>
            </a:pathLst>
          </a:custGeom>
          <a:solidFill>
            <a:srgbClr val="8E1219"/>
          </a:solidFill>
          <a:ln>
            <a:noFill/>
          </a:ln>
        </p:spPr>
        <p:txBody>
          <a:bodyPr rtlCol="0" anchor="ctr"/>
          <a:lstStyle/>
          <a:p>
            <a:pPr algn="ctr"/>
            <a:endParaRPr lang="pl-PL" dirty="0"/>
          </a:p>
        </p:txBody>
      </p:sp>
      <p:sp>
        <p:nvSpPr>
          <p:cNvPr id="80" name="!!Postać 58"/>
          <p:cNvSpPr/>
          <p:nvPr/>
        </p:nvSpPr>
        <p:spPr>
          <a:xfrm>
            <a:off x="9925149" y="4396068"/>
            <a:ext cx="161023" cy="231007"/>
          </a:xfrm>
          <a:custGeom>
            <a:avLst/>
            <a:gdLst/>
            <a:ahLst/>
            <a:cxnLst/>
            <a:rect l="0" t="0" r="r" b="b"/>
            <a:pathLst>
              <a:path w="161023" h="231007">
                <a:moveTo>
                  <a:pt x="15140" y="0"/>
                </a:moveTo>
                <a:lnTo>
                  <a:pt x="161023" y="20502"/>
                </a:lnTo>
                <a:lnTo>
                  <a:pt x="124000" y="231007"/>
                </a:lnTo>
                <a:lnTo>
                  <a:pt x="0" y="213580"/>
                </a:lnTo>
                <a:close/>
              </a:path>
            </a:pathLst>
          </a:custGeom>
          <a:solidFill>
            <a:srgbClr val="EE312F"/>
          </a:solidFill>
          <a:ln>
            <a:noFill/>
          </a:ln>
        </p:spPr>
        <p:txBody>
          <a:bodyPr rtlCol="0" anchor="ctr"/>
          <a:lstStyle/>
          <a:p>
            <a:pPr algn="ctr"/>
            <a:endParaRPr lang="pl-PL" dirty="0"/>
          </a:p>
        </p:txBody>
      </p:sp>
      <p:sp>
        <p:nvSpPr>
          <p:cNvPr id="81" name="!!Postać 59"/>
          <p:cNvSpPr/>
          <p:nvPr/>
        </p:nvSpPr>
        <p:spPr>
          <a:xfrm>
            <a:off x="9916159" y="4603380"/>
            <a:ext cx="126721" cy="189411"/>
          </a:xfrm>
          <a:custGeom>
            <a:avLst/>
            <a:gdLst/>
            <a:ahLst/>
            <a:cxnLst/>
            <a:rect l="0" t="0" r="r" b="b"/>
            <a:pathLst>
              <a:path w="126721" h="189411">
                <a:moveTo>
                  <a:pt x="17309" y="0"/>
                </a:moveTo>
                <a:lnTo>
                  <a:pt x="126721" y="15377"/>
                </a:lnTo>
                <a:lnTo>
                  <a:pt x="94824" y="189411"/>
                </a:lnTo>
                <a:lnTo>
                  <a:pt x="0" y="176085"/>
                </a:lnTo>
                <a:close/>
              </a:path>
            </a:pathLst>
          </a:custGeom>
          <a:solidFill>
            <a:srgbClr val="E8E8E8"/>
          </a:solidFill>
          <a:ln>
            <a:noFill/>
          </a:ln>
        </p:spPr>
        <p:txBody>
          <a:bodyPr rtlCol="0" anchor="ctr"/>
          <a:lstStyle/>
          <a:p>
            <a:pPr algn="ctr"/>
            <a:endParaRPr lang="pl-PL" dirty="0"/>
          </a:p>
        </p:txBody>
      </p:sp>
      <p:sp>
        <p:nvSpPr>
          <p:cNvPr id="82" name="!!Postać 60"/>
          <p:cNvSpPr/>
          <p:nvPr/>
        </p:nvSpPr>
        <p:spPr>
          <a:xfrm>
            <a:off x="9914374" y="4769417"/>
            <a:ext cx="98362" cy="290177"/>
          </a:xfrm>
          <a:custGeom>
            <a:avLst/>
            <a:gdLst/>
            <a:ahLst/>
            <a:cxnLst/>
            <a:rect l="0" t="0" r="r" b="b"/>
            <a:pathLst>
              <a:path w="98362" h="290177">
                <a:moveTo>
                  <a:pt x="2664" y="0"/>
                </a:moveTo>
                <a:lnTo>
                  <a:pt x="98362" y="3342"/>
                </a:lnTo>
                <a:lnTo>
                  <a:pt x="80975" y="290177"/>
                </a:lnTo>
                <a:lnTo>
                  <a:pt x="0" y="287349"/>
                </a:lnTo>
                <a:close/>
              </a:path>
            </a:pathLst>
          </a:custGeom>
          <a:solidFill>
            <a:srgbClr val="F4F4F4"/>
          </a:solidFill>
          <a:ln>
            <a:noFill/>
          </a:ln>
        </p:spPr>
        <p:txBody>
          <a:bodyPr rtlCol="0" anchor="ctr"/>
          <a:lstStyle/>
          <a:p>
            <a:pPr algn="ctr"/>
            <a:endParaRPr lang="pl-PL" dirty="0"/>
          </a:p>
        </p:txBody>
      </p:sp>
      <p:sp>
        <p:nvSpPr>
          <p:cNvPr id="83" name="!!Postać 61"/>
          <p:cNvSpPr/>
          <p:nvPr/>
        </p:nvSpPr>
        <p:spPr>
          <a:xfrm>
            <a:off x="9900680" y="4953193"/>
            <a:ext cx="112991" cy="77469"/>
          </a:xfrm>
          <a:custGeom>
            <a:avLst/>
            <a:gdLst/>
            <a:ahLst/>
            <a:cxnLst/>
            <a:rect l="0" t="0" r="r" b="b"/>
            <a:pathLst>
              <a:path w="112991" h="77469">
                <a:moveTo>
                  <a:pt x="2571" y="0"/>
                </a:moveTo>
                <a:lnTo>
                  <a:pt x="112991" y="3856"/>
                </a:lnTo>
                <a:lnTo>
                  <a:pt x="110420" y="77469"/>
                </a:lnTo>
                <a:lnTo>
                  <a:pt x="0" y="73613"/>
                </a:lnTo>
                <a:close/>
              </a:path>
            </a:pathLst>
          </a:custGeom>
          <a:solidFill>
            <a:srgbClr val="151515"/>
          </a:solidFill>
          <a:ln>
            <a:noFill/>
          </a:ln>
        </p:spPr>
        <p:txBody>
          <a:bodyPr rtlCol="0" anchor="ctr"/>
          <a:lstStyle/>
          <a:p>
            <a:pPr algn="ctr"/>
            <a:endParaRPr lang="pl-PL" dirty="0"/>
          </a:p>
        </p:txBody>
      </p:sp>
      <p:sp>
        <p:nvSpPr>
          <p:cNvPr id="84" name="!!Postać 62"/>
          <p:cNvSpPr/>
          <p:nvPr/>
        </p:nvSpPr>
        <p:spPr>
          <a:xfrm>
            <a:off x="9930639" y="4968944"/>
            <a:ext cx="53072" cy="45967"/>
          </a:xfrm>
          <a:custGeom>
            <a:avLst/>
            <a:gdLst/>
            <a:ahLst/>
            <a:cxnLst/>
            <a:rect l="0" t="0" r="r" b="b"/>
            <a:pathLst>
              <a:path w="53072" h="45967">
                <a:moveTo>
                  <a:pt x="1542" y="0"/>
                </a:moveTo>
                <a:lnTo>
                  <a:pt x="53072" y="1799"/>
                </a:lnTo>
                <a:lnTo>
                  <a:pt x="51529" y="45967"/>
                </a:lnTo>
                <a:lnTo>
                  <a:pt x="0" y="44168"/>
                </a:lnTo>
                <a:close/>
              </a:path>
            </a:pathLst>
          </a:custGeom>
          <a:solidFill>
            <a:srgbClr val="FFFFFF"/>
          </a:solidFill>
          <a:ln>
            <a:noFill/>
          </a:ln>
        </p:spPr>
        <p:txBody>
          <a:bodyPr rtlCol="0" anchor="ctr"/>
          <a:lstStyle/>
          <a:p>
            <a:pPr algn="ctr"/>
            <a:endParaRPr lang="pl-PL" dirty="0"/>
          </a:p>
        </p:txBody>
      </p:sp>
      <p:sp>
        <p:nvSpPr>
          <p:cNvPr id="85" name="!!Postać 63"/>
          <p:cNvSpPr/>
          <p:nvPr/>
        </p:nvSpPr>
        <p:spPr>
          <a:xfrm>
            <a:off x="9882358" y="5041272"/>
            <a:ext cx="139865" cy="157930"/>
          </a:xfrm>
          <a:custGeom>
            <a:avLst/>
            <a:gdLst/>
            <a:ahLst/>
            <a:cxnLst/>
            <a:rect l="0" t="0" r="r" b="b"/>
            <a:pathLst>
              <a:path w="139865" h="157930">
                <a:moveTo>
                  <a:pt x="10446" y="0"/>
                </a:moveTo>
                <a:lnTo>
                  <a:pt x="135589" y="4370"/>
                </a:lnTo>
                <a:lnTo>
                  <a:pt x="139865" y="92963"/>
                </a:lnTo>
                <a:lnTo>
                  <a:pt x="100745" y="157930"/>
                </a:lnTo>
                <a:lnTo>
                  <a:pt x="34493" y="155616"/>
                </a:lnTo>
                <a:lnTo>
                  <a:pt x="0" y="88079"/>
                </a:lnTo>
                <a:close/>
              </a:path>
            </a:pathLst>
          </a:custGeom>
          <a:solidFill>
            <a:srgbClr val="FAFAFA"/>
          </a:solidFill>
          <a:ln>
            <a:noFill/>
          </a:ln>
        </p:spPr>
        <p:txBody>
          <a:bodyPr rtlCol="0" anchor="ctr"/>
          <a:lstStyle/>
          <a:p>
            <a:pPr algn="ctr"/>
            <a:endParaRPr lang="pl-PL" dirty="0"/>
          </a:p>
        </p:txBody>
      </p:sp>
      <p:sp>
        <p:nvSpPr>
          <p:cNvPr id="86" name="!!Postać 64"/>
          <p:cNvSpPr/>
          <p:nvPr/>
        </p:nvSpPr>
        <p:spPr>
          <a:xfrm>
            <a:off x="10460196" y="4378620"/>
            <a:ext cx="208005" cy="252065"/>
          </a:xfrm>
          <a:custGeom>
            <a:avLst/>
            <a:gdLst/>
            <a:ahLst/>
            <a:cxnLst/>
            <a:rect l="0" t="0" r="r" b="b"/>
            <a:pathLst>
              <a:path w="208005" h="252065">
                <a:moveTo>
                  <a:pt x="134580" y="0"/>
                </a:moveTo>
                <a:lnTo>
                  <a:pt x="0" y="59919"/>
                </a:lnTo>
                <a:lnTo>
                  <a:pt x="93612" y="252065"/>
                </a:lnTo>
                <a:lnTo>
                  <a:pt x="208005" y="201133"/>
                </a:lnTo>
                <a:close/>
              </a:path>
            </a:pathLst>
          </a:custGeom>
          <a:solidFill>
            <a:srgbClr val="CF1723"/>
          </a:solidFill>
          <a:ln>
            <a:noFill/>
          </a:ln>
        </p:spPr>
        <p:txBody>
          <a:bodyPr rtlCol="0" anchor="ctr"/>
          <a:lstStyle/>
          <a:p>
            <a:pPr algn="ctr"/>
            <a:endParaRPr lang="pl-PL" dirty="0"/>
          </a:p>
        </p:txBody>
      </p:sp>
      <p:sp>
        <p:nvSpPr>
          <p:cNvPr id="87" name="!!Postać 65"/>
          <p:cNvSpPr/>
          <p:nvPr/>
        </p:nvSpPr>
        <p:spPr>
          <a:xfrm>
            <a:off x="10557540" y="4576021"/>
            <a:ext cx="166109" cy="203440"/>
          </a:xfrm>
          <a:custGeom>
            <a:avLst/>
            <a:gdLst/>
            <a:ahLst/>
            <a:cxnLst/>
            <a:rect l="0" t="0" r="r" b="b"/>
            <a:pathLst>
              <a:path w="166109" h="203440">
                <a:moveTo>
                  <a:pt x="100935" y="0"/>
                </a:moveTo>
                <a:lnTo>
                  <a:pt x="0" y="44939"/>
                </a:lnTo>
                <a:lnTo>
                  <a:pt x="78632" y="203440"/>
                </a:lnTo>
                <a:lnTo>
                  <a:pt x="166109" y="164492"/>
                </a:lnTo>
                <a:close/>
              </a:path>
            </a:pathLst>
          </a:custGeom>
          <a:solidFill>
            <a:srgbClr val="D2D2D2"/>
          </a:solidFill>
          <a:ln>
            <a:noFill/>
          </a:ln>
        </p:spPr>
        <p:txBody>
          <a:bodyPr rtlCol="0" anchor="ctr"/>
          <a:lstStyle/>
          <a:p>
            <a:pPr algn="ctr"/>
            <a:endParaRPr lang="pl-PL" dirty="0"/>
          </a:p>
        </p:txBody>
      </p:sp>
      <p:sp>
        <p:nvSpPr>
          <p:cNvPr id="88" name="!!Postać 66"/>
          <p:cNvSpPr/>
          <p:nvPr/>
        </p:nvSpPr>
        <p:spPr>
          <a:xfrm>
            <a:off x="10400378" y="4700199"/>
            <a:ext cx="287267" cy="95756"/>
          </a:xfrm>
          <a:custGeom>
            <a:avLst/>
            <a:gdLst/>
            <a:ahLst/>
            <a:cxnLst/>
            <a:rect l="0" t="0" r="r" b="b"/>
            <a:pathLst>
              <a:path w="287267" h="95756">
                <a:moveTo>
                  <a:pt x="287267" y="95756"/>
                </a:moveTo>
                <a:lnTo>
                  <a:pt x="287267" y="0"/>
                </a:lnTo>
                <a:lnTo>
                  <a:pt x="0" y="7366"/>
                </a:lnTo>
                <a:lnTo>
                  <a:pt x="0" y="88390"/>
                </a:lnTo>
                <a:close/>
              </a:path>
            </a:pathLst>
          </a:custGeom>
          <a:solidFill>
            <a:srgbClr val="DEDEDE"/>
          </a:solidFill>
          <a:ln>
            <a:noFill/>
          </a:ln>
        </p:spPr>
        <p:txBody>
          <a:bodyPr rtlCol="0" anchor="ctr"/>
          <a:lstStyle/>
          <a:p>
            <a:pPr algn="ctr"/>
            <a:endParaRPr lang="pl-PL" dirty="0"/>
          </a:p>
        </p:txBody>
      </p:sp>
      <p:sp>
        <p:nvSpPr>
          <p:cNvPr id="89" name="!!Postać 67"/>
          <p:cNvSpPr/>
          <p:nvPr/>
        </p:nvSpPr>
        <p:spPr>
          <a:xfrm>
            <a:off x="10260427" y="4678102"/>
            <a:ext cx="154682" cy="139951"/>
          </a:xfrm>
          <a:custGeom>
            <a:avLst/>
            <a:gdLst/>
            <a:ahLst/>
            <a:cxnLst/>
            <a:rect l="0" t="0" r="r" b="b"/>
            <a:pathLst>
              <a:path w="154682" h="139951">
                <a:moveTo>
                  <a:pt x="154682" y="132585"/>
                </a:moveTo>
                <a:lnTo>
                  <a:pt x="154682" y="7366"/>
                </a:lnTo>
                <a:lnTo>
                  <a:pt x="66292" y="0"/>
                </a:lnTo>
                <a:lnTo>
                  <a:pt x="0" y="36829"/>
                </a:lnTo>
                <a:lnTo>
                  <a:pt x="0" y="103122"/>
                </a:lnTo>
                <a:lnTo>
                  <a:pt x="66292" y="139951"/>
                </a:lnTo>
                <a:close/>
              </a:path>
            </a:pathLst>
          </a:custGeom>
          <a:solidFill>
            <a:srgbClr val="E4E4E4"/>
          </a:solidFill>
          <a:ln>
            <a:noFill/>
          </a:ln>
        </p:spPr>
        <p:txBody>
          <a:bodyPr rtlCol="0" anchor="ctr"/>
          <a:lstStyle/>
          <a:p>
            <a:pPr algn="ctr"/>
            <a:endParaRPr lang="pl-PL" dirty="0"/>
          </a:p>
        </p:txBody>
      </p:sp>
      <p:sp>
        <p:nvSpPr>
          <p:cNvPr id="90" name="!!Postać 68"/>
          <p:cNvSpPr/>
          <p:nvPr/>
        </p:nvSpPr>
        <p:spPr>
          <a:xfrm>
            <a:off x="10326720" y="4567614"/>
            <a:ext cx="66292" cy="125219"/>
          </a:xfrm>
          <a:custGeom>
            <a:avLst/>
            <a:gdLst/>
            <a:ahLst/>
            <a:cxnLst/>
            <a:rect l="0" t="0" r="r" b="b"/>
            <a:pathLst>
              <a:path w="66292" h="125219">
                <a:moveTo>
                  <a:pt x="58927" y="0"/>
                </a:moveTo>
                <a:lnTo>
                  <a:pt x="66292" y="125219"/>
                </a:lnTo>
                <a:lnTo>
                  <a:pt x="0" y="125219"/>
                </a:lnTo>
                <a:lnTo>
                  <a:pt x="0" y="0"/>
                </a:lnTo>
                <a:close/>
              </a:path>
            </a:pathLst>
          </a:custGeom>
          <a:solidFill>
            <a:srgbClr val="E4E4E4"/>
          </a:solidFill>
          <a:ln>
            <a:noFill/>
          </a:ln>
        </p:spPr>
        <p:txBody>
          <a:bodyPr rtlCol="0" anchor="ctr"/>
          <a:lstStyle/>
          <a:p>
            <a:pPr algn="ctr"/>
            <a:endParaRPr lang="pl-PL"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theme/theme1.xml><?xml version="1.0" encoding="utf-8"?>
<a:theme xmlns:a="http://schemas.openxmlformats.org/drawingml/2006/main" name="Homo Urgens: Tryb TERAZ — Uliana Jelonek i Joanna Wysocka">
  <a:themeElements>
    <a:clrScheme name="Homo Urgens: Tryb TERAZ — Uliana Jelonek i Joanna Wysocka">
      <a:dk1>
        <a:srgbClr val="151515"/>
      </a:dk1>
      <a:lt1>
        <a:srgbClr val="FFFFFF"/>
      </a:lt1>
      <a:dk2>
        <a:srgbClr val="111111"/>
      </a:dk2>
      <a:lt2>
        <a:srgbClr val="FAF8F5"/>
      </a:lt2>
      <a:accent1>
        <a:srgbClr val="EE312F"/>
      </a:accent1>
      <a:accent2>
        <a:srgbClr val="CF1723"/>
      </a:accent2>
      <a:accent3>
        <a:srgbClr val="95161D"/>
      </a:accent3>
      <a:accent4>
        <a:srgbClr val="00856B"/>
      </a:accent4>
      <a:accent5>
        <a:srgbClr val="FFC244"/>
      </a:accent5>
      <a:accent6>
        <a:srgbClr val="666666"/>
      </a:accent6>
      <a:hlink>
        <a:srgbClr val="EE312F"/>
      </a:hlink>
      <a:folHlink>
        <a:srgbClr val="95161D"/>
      </a:folHlink>
    </a:clrScheme>
    <a:fontScheme name="Homo Urgens: Tryb TERAZ — Uliana Jelonek i Joanna Wysocka">
      <a:majorFont>
        <a:latin typeface="Lato Black"/>
        <a:ea typeface=""/>
        <a:cs typeface=""/>
      </a:majorFont>
      <a:minorFont>
        <a:latin typeface="Lato"/>
        <a:ea typeface=""/>
        <a:cs typeface=""/>
      </a:minorFont>
    </a:fontScheme>
    <a:fmtScheme name="Homo Urgens: Tryb TERAZ — Uliana Jelonek i Joanna Wysocka">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Homo Urgens: Tryb TERAZ — Uliana Jelonek i Joanna Wysocka">
  <a:themeElements>
    <a:clrScheme name="Homo Urgens: Tryb TERAZ — Uliana Jelonek i Joanna Wysocka">
      <a:dk1>
        <a:srgbClr val="151515"/>
      </a:dk1>
      <a:lt1>
        <a:srgbClr val="FFFFFF"/>
      </a:lt1>
      <a:dk2>
        <a:srgbClr val="111111"/>
      </a:dk2>
      <a:lt2>
        <a:srgbClr val="FAF8F5"/>
      </a:lt2>
      <a:accent1>
        <a:srgbClr val="EE312F"/>
      </a:accent1>
      <a:accent2>
        <a:srgbClr val="CF1723"/>
      </a:accent2>
      <a:accent3>
        <a:srgbClr val="95161D"/>
      </a:accent3>
      <a:accent4>
        <a:srgbClr val="00856B"/>
      </a:accent4>
      <a:accent5>
        <a:srgbClr val="FFC244"/>
      </a:accent5>
      <a:accent6>
        <a:srgbClr val="666666"/>
      </a:accent6>
      <a:hlink>
        <a:srgbClr val="EE312F"/>
      </a:hlink>
      <a:folHlink>
        <a:srgbClr val="95161D"/>
      </a:folHlink>
    </a:clrScheme>
    <a:fontScheme name="Homo Urgens: Tryb TERAZ — Uliana Jelonek i Joanna Wysocka">
      <a:majorFont>
        <a:latin typeface="Lato Black"/>
        <a:ea typeface=""/>
        <a:cs typeface=""/>
      </a:majorFont>
      <a:minorFont>
        <a:latin typeface="Lato"/>
        <a:ea typeface=""/>
        <a:cs typeface=""/>
      </a:minorFont>
    </a:fontScheme>
    <a:fmtScheme name="Homo Urgens: Tryb TERAZ — Uliana Jelonek i Joanna Wysocka">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Panoramiczny</PresentationFormat>
  <Slides>23</Slides>
  <Notes>23</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Homo Urgens: Tryb TERAZ — Uliana Jelonek i Joanna Wysocka</dc:title>
  <dc:creator>Uliana Jelonek i Joanna Wysocka</dc:creator>
  <cp:lastModifiedBy>Uliana Jelonek i Joanna Wysocka</cp:lastModifiedBy>
  <dcterms:created xsi:type="dcterms:W3CDTF">2026-10-13T21:32:27Z</dcterms:created>
  <dcterms:modified xsi:type="dcterms:W3CDTF">2026-10-13T21:32:27Z</dcterms:modified>
</cp:coreProperties>
</file>